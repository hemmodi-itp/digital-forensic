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4" r:id="rId26"/>
    <p:sldId id="295" r:id="rId27"/>
    <p:sldId id="296" r:id="rId28"/>
    <p:sldId id="29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7042D-FFF1-B220-41F7-BF0784ED4B93}" v="846" dt="2026-07-28T05:54:07.642"/>
    <p1510:client id="{E63E7E02-C35E-EE02-A939-A867E78D6EA9}" v="13" dt="2026-07-29T04:37:16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t Das" userId="S::sujit.das@pdpu.ac.in::5531694e-1714-439d-a47e-7795b732b077" providerId="AD" clId="Web-{6117042D-FFF1-B220-41F7-BF0784ED4B93}"/>
    <pc:docChg chg="addSld delSld modSld">
      <pc:chgData name="Sujit Das" userId="S::sujit.das@pdpu.ac.in::5531694e-1714-439d-a47e-7795b732b077" providerId="AD" clId="Web-{6117042D-FFF1-B220-41F7-BF0784ED4B93}" dt="2026-07-28T05:54:07.642" v="930" actId="14100"/>
      <pc:docMkLst>
        <pc:docMk/>
      </pc:docMkLst>
      <pc:sldChg chg="addSp modSp mod setBg">
        <pc:chgData name="Sujit Das" userId="S::sujit.das@pdpu.ac.in::5531694e-1714-439d-a47e-7795b732b077" providerId="AD" clId="Web-{6117042D-FFF1-B220-41F7-BF0784ED4B93}" dt="2026-07-28T04:49:41.207" v="4" actId="20577"/>
        <pc:sldMkLst>
          <pc:docMk/>
          <pc:sldMk cId="4051154046" sldId="256"/>
        </pc:sldMkLst>
        <pc:spChg chg="mod">
          <ac:chgData name="Sujit Das" userId="S::sujit.das@pdpu.ac.in::5531694e-1714-439d-a47e-7795b732b077" providerId="AD" clId="Web-{6117042D-FFF1-B220-41F7-BF0784ED4B93}" dt="2026-07-28T04:49:18.613" v="3"/>
          <ac:spMkLst>
            <pc:docMk/>
            <pc:sldMk cId="4051154046" sldId="256"/>
            <ac:spMk id="2" creationId="{00000000-0000-0000-0000-000000000000}"/>
          </ac:spMkLst>
        </pc:spChg>
        <pc:spChg chg="mod">
          <ac:chgData name="Sujit Das" userId="S::sujit.das@pdpu.ac.in::5531694e-1714-439d-a47e-7795b732b077" providerId="AD" clId="Web-{6117042D-FFF1-B220-41F7-BF0784ED4B93}" dt="2026-07-28T04:49:41.207" v="4" actId="20577"/>
          <ac:spMkLst>
            <pc:docMk/>
            <pc:sldMk cId="4051154046" sldId="256"/>
            <ac:spMk id="3" creationId="{00000000-0000-0000-0000-000000000000}"/>
          </ac:spMkLst>
        </pc:spChg>
        <pc:spChg chg="add">
          <ac:chgData name="Sujit Das" userId="S::sujit.das@pdpu.ac.in::5531694e-1714-439d-a47e-7795b732b077" providerId="AD" clId="Web-{6117042D-FFF1-B220-41F7-BF0784ED4B93}" dt="2026-07-28T04:49:18.613" v="3"/>
          <ac:spMkLst>
            <pc:docMk/>
            <pc:sldMk cId="4051154046" sldId="256"/>
            <ac:spMk id="8" creationId="{943CAA20-3569-4189-9E48-239A229A86CA}"/>
          </ac:spMkLst>
        </pc:spChg>
        <pc:spChg chg="add">
          <ac:chgData name="Sujit Das" userId="S::sujit.das@pdpu.ac.in::5531694e-1714-439d-a47e-7795b732b077" providerId="AD" clId="Web-{6117042D-FFF1-B220-41F7-BF0784ED4B93}" dt="2026-07-28T04:49:18.613" v="3"/>
          <ac:spMkLst>
            <pc:docMk/>
            <pc:sldMk cId="4051154046" sldId="256"/>
            <ac:spMk id="10" creationId="{DA542B6D-E775-4832-91DC-2D20F857813A}"/>
          </ac:spMkLst>
        </pc:spChg>
      </pc:sldChg>
      <pc:sldChg chg="del">
        <pc:chgData name="Sujit Das" userId="S::sujit.das@pdpu.ac.in::5531694e-1714-439d-a47e-7795b732b077" providerId="AD" clId="Web-{6117042D-FFF1-B220-41F7-BF0784ED4B93}" dt="2026-07-28T04:49:49.363" v="5"/>
        <pc:sldMkLst>
          <pc:docMk/>
          <pc:sldMk cId="3415373509" sldId="257"/>
        </pc:sldMkLst>
      </pc:sldChg>
      <pc:sldChg chg="addSp modSp new mod setBg">
        <pc:chgData name="Sujit Das" userId="S::sujit.das@pdpu.ac.in::5531694e-1714-439d-a47e-7795b732b077" providerId="AD" clId="Web-{6117042D-FFF1-B220-41F7-BF0784ED4B93}" dt="2026-07-28T04:52:46.288" v="13" actId="20577"/>
        <pc:sldMkLst>
          <pc:docMk/>
          <pc:sldMk cId="2769305511" sldId="273"/>
        </pc:sldMkLst>
        <pc:spChg chg="mod">
          <ac:chgData name="Sujit Das" userId="S::sujit.das@pdpu.ac.in::5531694e-1714-439d-a47e-7795b732b077" providerId="AD" clId="Web-{6117042D-FFF1-B220-41F7-BF0784ED4B93}" dt="2026-07-28T04:52:22.022" v="8" actId="20577"/>
          <ac:spMkLst>
            <pc:docMk/>
            <pc:sldMk cId="2769305511" sldId="273"/>
            <ac:spMk id="2" creationId="{02A0E1B7-3538-60BC-B775-7E7886415355}"/>
          </ac:spMkLst>
        </pc:spChg>
        <pc:spChg chg="mod">
          <ac:chgData name="Sujit Das" userId="S::sujit.das@pdpu.ac.in::5531694e-1714-439d-a47e-7795b732b077" providerId="AD" clId="Web-{6117042D-FFF1-B220-41F7-BF0784ED4B93}" dt="2026-07-28T04:52:46.288" v="13" actId="20577"/>
          <ac:spMkLst>
            <pc:docMk/>
            <pc:sldMk cId="2769305511" sldId="273"/>
            <ac:spMk id="3" creationId="{58F482A8-060A-36F1-BA9E-4F4097A34E98}"/>
          </ac:spMkLst>
        </pc:spChg>
        <pc:spChg chg="add">
          <ac:chgData name="Sujit Das" userId="S::sujit.das@pdpu.ac.in::5531694e-1714-439d-a47e-7795b732b077" providerId="AD" clId="Web-{6117042D-FFF1-B220-41F7-BF0784ED4B93}" dt="2026-07-28T04:52:20.475" v="7"/>
          <ac:spMkLst>
            <pc:docMk/>
            <pc:sldMk cId="2769305511" sldId="273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4:52:20.475" v="7"/>
          <ac:spMkLst>
            <pc:docMk/>
            <pc:sldMk cId="2769305511" sldId="273"/>
            <ac:spMk id="10" creationId="{DB17E863-922E-4C26-BD64-E8FD41D28661}"/>
          </ac:spMkLst>
        </pc:spChg>
      </pc:sldChg>
      <pc:sldChg chg="addSp modSp new mod setBg">
        <pc:chgData name="Sujit Das" userId="S::sujit.das@pdpu.ac.in::5531694e-1714-439d-a47e-7795b732b077" providerId="AD" clId="Web-{6117042D-FFF1-B220-41F7-BF0784ED4B93}" dt="2026-07-28T04:57:02.104" v="46" actId="20577"/>
        <pc:sldMkLst>
          <pc:docMk/>
          <pc:sldMk cId="1633266202" sldId="274"/>
        </pc:sldMkLst>
        <pc:spChg chg="mod">
          <ac:chgData name="Sujit Das" userId="S::sujit.das@pdpu.ac.in::5531694e-1714-439d-a47e-7795b732b077" providerId="AD" clId="Web-{6117042D-FFF1-B220-41F7-BF0784ED4B93}" dt="2026-07-28T04:57:02.104" v="46" actId="20577"/>
          <ac:spMkLst>
            <pc:docMk/>
            <pc:sldMk cId="1633266202" sldId="274"/>
            <ac:spMk id="2" creationId="{D0AD16A9-0724-ABBF-3349-7AF9555FAE06}"/>
          </ac:spMkLst>
        </pc:spChg>
        <pc:spChg chg="mod">
          <ac:chgData name="Sujit Das" userId="S::sujit.das@pdpu.ac.in::5531694e-1714-439d-a47e-7795b732b077" providerId="AD" clId="Web-{6117042D-FFF1-B220-41F7-BF0784ED4B93}" dt="2026-07-28T04:56:40.588" v="34" actId="20577"/>
          <ac:spMkLst>
            <pc:docMk/>
            <pc:sldMk cId="1633266202" sldId="274"/>
            <ac:spMk id="3" creationId="{722013E4-31B8-17F0-1BD8-885E13F50F6F}"/>
          </ac:spMkLst>
        </pc:spChg>
        <pc:spChg chg="add mod">
          <ac:chgData name="Sujit Das" userId="S::sujit.das@pdpu.ac.in::5531694e-1714-439d-a47e-7795b732b077" providerId="AD" clId="Web-{6117042D-FFF1-B220-41F7-BF0784ED4B93}" dt="2026-07-28T04:56:36.229" v="33" actId="20577"/>
          <ac:spMkLst>
            <pc:docMk/>
            <pc:sldMk cId="1633266202" sldId="274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4:52:57.819" v="15"/>
          <ac:spMkLst>
            <pc:docMk/>
            <pc:sldMk cId="1633266202" sldId="274"/>
            <ac:spMk id="10" creationId="{DB17E863-922E-4C26-BD64-E8FD41D28661}"/>
          </ac:spMkLst>
        </pc:spChg>
      </pc:sldChg>
      <pc:sldChg chg="addSp modSp new mod setBg">
        <pc:chgData name="Sujit Das" userId="S::sujit.das@pdpu.ac.in::5531694e-1714-439d-a47e-7795b732b077" providerId="AD" clId="Web-{6117042D-FFF1-B220-41F7-BF0784ED4B93}" dt="2026-07-28T05:00:16.982" v="67"/>
        <pc:sldMkLst>
          <pc:docMk/>
          <pc:sldMk cId="2758461975" sldId="275"/>
        </pc:sldMkLst>
        <pc:spChg chg="mod">
          <ac:chgData name="Sujit Das" userId="S::sujit.das@pdpu.ac.in::5531694e-1714-439d-a47e-7795b732b077" providerId="AD" clId="Web-{6117042D-FFF1-B220-41F7-BF0784ED4B93}" dt="2026-07-28T05:00:16.982" v="67"/>
          <ac:spMkLst>
            <pc:docMk/>
            <pc:sldMk cId="2758461975" sldId="275"/>
            <ac:spMk id="2" creationId="{85C47047-FDFA-1297-65F7-892388A65A24}"/>
          </ac:spMkLst>
        </pc:spChg>
        <pc:spChg chg="mod">
          <ac:chgData name="Sujit Das" userId="S::sujit.das@pdpu.ac.in::5531694e-1714-439d-a47e-7795b732b077" providerId="AD" clId="Web-{6117042D-FFF1-B220-41F7-BF0784ED4B93}" dt="2026-07-28T05:00:16.982" v="67"/>
          <ac:spMkLst>
            <pc:docMk/>
            <pc:sldMk cId="2758461975" sldId="275"/>
            <ac:spMk id="3" creationId="{F02E202B-3A53-84DE-CE6D-A5074B6EC8AB}"/>
          </ac:spMkLst>
        </pc:spChg>
        <pc:spChg chg="add">
          <ac:chgData name="Sujit Das" userId="S::sujit.das@pdpu.ac.in::5531694e-1714-439d-a47e-7795b732b077" providerId="AD" clId="Web-{6117042D-FFF1-B220-41F7-BF0784ED4B93}" dt="2026-07-28T05:00:16.982" v="67"/>
          <ac:spMkLst>
            <pc:docMk/>
            <pc:sldMk cId="2758461975" sldId="275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00:16.982" v="67"/>
          <ac:spMkLst>
            <pc:docMk/>
            <pc:sldMk cId="2758461975" sldId="275"/>
            <ac:spMk id="10" creationId="{DB17E863-922E-4C26-BD64-E8FD41D28661}"/>
          </ac:spMkLst>
        </pc:spChg>
      </pc:sldChg>
      <pc:sldChg chg="addSp delSp modSp new mod setBg">
        <pc:chgData name="Sujit Das" userId="S::sujit.das@pdpu.ac.in::5531694e-1714-439d-a47e-7795b732b077" providerId="AD" clId="Web-{6117042D-FFF1-B220-41F7-BF0784ED4B93}" dt="2026-07-28T05:07:56.739" v="117" actId="20577"/>
        <pc:sldMkLst>
          <pc:docMk/>
          <pc:sldMk cId="3285179252" sldId="276"/>
        </pc:sldMkLst>
        <pc:spChg chg="add del mod">
          <ac:chgData name="Sujit Das" userId="S::sujit.das@pdpu.ac.in::5531694e-1714-439d-a47e-7795b732b077" providerId="AD" clId="Web-{6117042D-FFF1-B220-41F7-BF0784ED4B93}" dt="2026-07-28T05:07:56.739" v="117" actId="20577"/>
          <ac:spMkLst>
            <pc:docMk/>
            <pc:sldMk cId="3285179252" sldId="276"/>
            <ac:spMk id="2" creationId="{A5C10B25-2AF9-F94C-84C8-F1FF6FFAD603}"/>
          </ac:spMkLst>
        </pc:spChg>
        <pc:spChg chg="del">
          <ac:chgData name="Sujit Das" userId="S::sujit.das@pdpu.ac.in::5531694e-1714-439d-a47e-7795b732b077" providerId="AD" clId="Web-{6117042D-FFF1-B220-41F7-BF0784ED4B93}" dt="2026-07-28T05:01:32.483" v="69"/>
          <ac:spMkLst>
            <pc:docMk/>
            <pc:sldMk cId="3285179252" sldId="276"/>
            <ac:spMk id="3" creationId="{2A5B98A7-E0D6-ABBE-3D2F-E536E80DB39D}"/>
          </ac:spMkLst>
        </pc:spChg>
        <pc:spChg chg="add del mod">
          <ac:chgData name="Sujit Das" userId="S::sujit.das@pdpu.ac.in::5531694e-1714-439d-a47e-7795b732b077" providerId="AD" clId="Web-{6117042D-FFF1-B220-41F7-BF0784ED4B93}" dt="2026-07-28T05:01:43.296" v="71"/>
          <ac:spMkLst>
            <pc:docMk/>
            <pc:sldMk cId="3285179252" sldId="276"/>
            <ac:spMk id="17" creationId="{037A6032-78A6-D99A-0BE9-9531E2EFE638}"/>
          </ac:spMkLst>
        </pc:spChg>
        <pc:spChg chg="add del mod">
          <ac:chgData name="Sujit Das" userId="S::sujit.das@pdpu.ac.in::5531694e-1714-439d-a47e-7795b732b077" providerId="AD" clId="Web-{6117042D-FFF1-B220-41F7-BF0784ED4B93}" dt="2026-07-28T05:04:10.392" v="82"/>
          <ac:spMkLst>
            <pc:docMk/>
            <pc:sldMk cId="3285179252" sldId="276"/>
            <ac:spMk id="111" creationId="{9792E186-6E0D-D03E-924E-E0DA500FA3CF}"/>
          </ac:spMkLst>
        </pc:spChg>
        <pc:spChg chg="add del">
          <ac:chgData name="Sujit Das" userId="S::sujit.das@pdpu.ac.in::5531694e-1714-439d-a47e-7795b732b077" providerId="AD" clId="Web-{6117042D-FFF1-B220-41F7-BF0784ED4B93}" dt="2026-07-28T05:04:14.533" v="83"/>
          <ac:spMkLst>
            <pc:docMk/>
            <pc:sldMk cId="3285179252" sldId="276"/>
            <ac:spMk id="116" creationId="{100EDD19-6802-4EC3-95CE-CFFAB042CFD6}"/>
          </ac:spMkLst>
        </pc:spChg>
        <pc:spChg chg="add del">
          <ac:chgData name="Sujit Das" userId="S::sujit.das@pdpu.ac.in::5531694e-1714-439d-a47e-7795b732b077" providerId="AD" clId="Web-{6117042D-FFF1-B220-41F7-BF0784ED4B93}" dt="2026-07-28T05:04:14.533" v="83"/>
          <ac:spMkLst>
            <pc:docMk/>
            <pc:sldMk cId="3285179252" sldId="276"/>
            <ac:spMk id="118" creationId="{DB17E863-922E-4C26-BD64-E8FD41D28661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29" creationId="{45D37F4E-DDB4-456B-97E0-9937730A039F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31" creationId="{B2DD41CD-8F47-4F56-AD12-4E2FF7696987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36" creationId="{F3060C83-F051-4F0E-ABAD-AA0DFC48B218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38" creationId="{83C98ABE-055B-441F-B07E-44F97F083C39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40" creationId="{29FDB030-9B49-4CED-8CCD-4D99382388AC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42" creationId="{3783CA14-24A1-485C-8B30-D6A5D87987AD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44" creationId="{9A97C86A-04D6-40F7-AE84-31AB43E6A846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46" creationId="{FF9F2414-84E8-453E-B1F3-389FDE8192D9}"/>
          </ac:spMkLst>
        </pc:spChg>
        <pc:spChg chg="add del">
          <ac:chgData name="Sujit Das" userId="S::sujit.das@pdpu.ac.in::5531694e-1714-439d-a47e-7795b732b077" providerId="AD" clId="Web-{6117042D-FFF1-B220-41F7-BF0784ED4B93}" dt="2026-07-28T05:07:19.160" v="115"/>
          <ac:spMkLst>
            <pc:docMk/>
            <pc:sldMk cId="3285179252" sldId="276"/>
            <ac:spMk id="148" creationId="{3ECA69A1-7536-43AC-85EF-C7106179F5ED}"/>
          </ac:spMkLst>
        </pc:spChg>
        <pc:graphicFrameChg chg="add del mod ord modGraphic">
          <ac:chgData name="Sujit Das" userId="S::sujit.das@pdpu.ac.in::5531694e-1714-439d-a47e-7795b732b077" providerId="AD" clId="Web-{6117042D-FFF1-B220-41F7-BF0784ED4B93}" dt="2026-07-28T05:01:38.483" v="70"/>
          <ac:graphicFrameMkLst>
            <pc:docMk/>
            <pc:sldMk cId="3285179252" sldId="276"/>
            <ac:graphicFrameMk id="4" creationId="{B8504CF4-7FAA-96C3-294E-3BFB4986E632}"/>
          </ac:graphicFrameMkLst>
        </pc:graphicFrameChg>
        <pc:graphicFrameChg chg="add del mod ord modGraphic">
          <ac:chgData name="Sujit Das" userId="S::sujit.das@pdpu.ac.in::5531694e-1714-439d-a47e-7795b732b077" providerId="AD" clId="Web-{6117042D-FFF1-B220-41F7-BF0784ED4B93}" dt="2026-07-28T05:02:43.594" v="78"/>
          <ac:graphicFrameMkLst>
            <pc:docMk/>
            <pc:sldMk cId="3285179252" sldId="276"/>
            <ac:graphicFrameMk id="18" creationId="{2F495B88-2167-881D-7754-E60576BC2A41}"/>
          </ac:graphicFrameMkLst>
        </pc:graphicFrameChg>
        <pc:graphicFrameChg chg="add del mod ord modGraphic">
          <ac:chgData name="Sujit Das" userId="S::sujit.das@pdpu.ac.in::5531694e-1714-439d-a47e-7795b732b077" providerId="AD" clId="Web-{6117042D-FFF1-B220-41F7-BF0784ED4B93}" dt="2026-07-28T05:03:57.142" v="80"/>
          <ac:graphicFrameMkLst>
            <pc:docMk/>
            <pc:sldMk cId="3285179252" sldId="276"/>
            <ac:graphicFrameMk id="112" creationId="{A9EDA5B0-7EBA-F33C-E1D5-34FA2512AC14}"/>
          </ac:graphicFrameMkLst>
        </pc:graphicFrameChg>
        <pc:graphicFrameChg chg="add mod ord modGraphic">
          <ac:chgData name="Sujit Das" userId="S::sujit.das@pdpu.ac.in::5531694e-1714-439d-a47e-7795b732b077" providerId="AD" clId="Web-{6117042D-FFF1-B220-41F7-BF0784ED4B93}" dt="2026-07-28T05:07:42.536" v="116" actId="14100"/>
          <ac:graphicFrameMkLst>
            <pc:docMk/>
            <pc:sldMk cId="3285179252" sldId="276"/>
            <ac:graphicFrameMk id="124" creationId="{081EB918-26CA-C88A-543D-5C61CE12E277}"/>
          </ac:graphicFrameMkLst>
        </pc:graphicFrameChg>
      </pc:sldChg>
      <pc:sldChg chg="addSp delSp modSp new mod setBg">
        <pc:chgData name="Sujit Das" userId="S::sujit.das@pdpu.ac.in::5531694e-1714-439d-a47e-7795b732b077" providerId="AD" clId="Web-{6117042D-FFF1-B220-41F7-BF0784ED4B93}" dt="2026-07-28T05:09:06.959" v="137"/>
        <pc:sldMkLst>
          <pc:docMk/>
          <pc:sldMk cId="1945199606" sldId="277"/>
        </pc:sldMkLst>
        <pc:spChg chg="mod">
          <ac:chgData name="Sujit Das" userId="S::sujit.das@pdpu.ac.in::5531694e-1714-439d-a47e-7795b732b077" providerId="AD" clId="Web-{6117042D-FFF1-B220-41F7-BF0784ED4B93}" dt="2026-07-28T05:08:40.552" v="122"/>
          <ac:spMkLst>
            <pc:docMk/>
            <pc:sldMk cId="1945199606" sldId="277"/>
            <ac:spMk id="2" creationId="{B3CDF65C-646E-0BE3-B5AC-3422961DEF8A}"/>
          </ac:spMkLst>
        </pc:spChg>
        <pc:spChg chg="del mod">
          <ac:chgData name="Sujit Das" userId="S::sujit.das@pdpu.ac.in::5531694e-1714-439d-a47e-7795b732b077" providerId="AD" clId="Web-{6117042D-FFF1-B220-41F7-BF0784ED4B93}" dt="2026-07-28T05:08:33.318" v="121"/>
          <ac:spMkLst>
            <pc:docMk/>
            <pc:sldMk cId="1945199606" sldId="277"/>
            <ac:spMk id="3" creationId="{B15B53F4-B2A8-1974-1CCF-A27AFBA2E7E8}"/>
          </ac:spMkLst>
        </pc:spChg>
        <pc:spChg chg="add del">
          <ac:chgData name="Sujit Das" userId="S::sujit.das@pdpu.ac.in::5531694e-1714-439d-a47e-7795b732b077" providerId="AD" clId="Web-{6117042D-FFF1-B220-41F7-BF0784ED4B93}" dt="2026-07-28T05:08:40.552" v="122"/>
          <ac:spMkLst>
            <pc:docMk/>
            <pc:sldMk cId="1945199606" sldId="277"/>
            <ac:spMk id="8" creationId="{100EDD19-6802-4EC3-95CE-CFFAB042CFD6}"/>
          </ac:spMkLst>
        </pc:spChg>
        <pc:spChg chg="add del">
          <ac:chgData name="Sujit Das" userId="S::sujit.das@pdpu.ac.in::5531694e-1714-439d-a47e-7795b732b077" providerId="AD" clId="Web-{6117042D-FFF1-B220-41F7-BF0784ED4B93}" dt="2026-07-28T05:08:40.552" v="122"/>
          <ac:spMkLst>
            <pc:docMk/>
            <pc:sldMk cId="1945199606" sldId="277"/>
            <ac:spMk id="10" creationId="{DB17E863-922E-4C26-BD64-E8FD41D28661}"/>
          </ac:spMkLst>
        </pc:spChg>
        <pc:spChg chg="add">
          <ac:chgData name="Sujit Das" userId="S::sujit.das@pdpu.ac.in::5531694e-1714-439d-a47e-7795b732b077" providerId="AD" clId="Web-{6117042D-FFF1-B220-41F7-BF0784ED4B93}" dt="2026-07-28T05:08:40.552" v="122"/>
          <ac:spMkLst>
            <pc:docMk/>
            <pc:sldMk cId="1945199606" sldId="277"/>
            <ac:spMk id="15" creationId="{35DB3719-6FDC-4E5D-891D-FF40B7300F64}"/>
          </ac:spMkLst>
        </pc:spChg>
        <pc:spChg chg="add">
          <ac:chgData name="Sujit Das" userId="S::sujit.das@pdpu.ac.in::5531694e-1714-439d-a47e-7795b732b077" providerId="AD" clId="Web-{6117042D-FFF1-B220-41F7-BF0784ED4B93}" dt="2026-07-28T05:08:40.552" v="122"/>
          <ac:spMkLst>
            <pc:docMk/>
            <pc:sldMk cId="1945199606" sldId="277"/>
            <ac:spMk id="17" creationId="{E0CBAC23-2E3F-4A90-BA59-F8299F6A5439}"/>
          </ac:spMkLst>
        </pc:spChg>
        <pc:graphicFrameChg chg="add mod ord modGraphic">
          <ac:chgData name="Sujit Das" userId="S::sujit.das@pdpu.ac.in::5531694e-1714-439d-a47e-7795b732b077" providerId="AD" clId="Web-{6117042D-FFF1-B220-41F7-BF0784ED4B93}" dt="2026-07-28T05:09:06.959" v="137"/>
          <ac:graphicFrameMkLst>
            <pc:docMk/>
            <pc:sldMk cId="1945199606" sldId="277"/>
            <ac:graphicFrameMk id="5" creationId="{EED5B20B-42F0-A1AF-A383-CE81F91D2EAB}"/>
          </ac:graphicFrameMkLst>
        </pc:graphicFrameChg>
      </pc:sldChg>
      <pc:sldChg chg="addSp modSp new mod setBg">
        <pc:chgData name="Sujit Das" userId="S::sujit.das@pdpu.ac.in::5531694e-1714-439d-a47e-7795b732b077" providerId="AD" clId="Web-{6117042D-FFF1-B220-41F7-BF0784ED4B93}" dt="2026-07-28T05:14:25.417" v="147" actId="20577"/>
        <pc:sldMkLst>
          <pc:docMk/>
          <pc:sldMk cId="4111067625" sldId="278"/>
        </pc:sldMkLst>
        <pc:spChg chg="mod">
          <ac:chgData name="Sujit Das" userId="S::sujit.das@pdpu.ac.in::5531694e-1714-439d-a47e-7795b732b077" providerId="AD" clId="Web-{6117042D-FFF1-B220-41F7-BF0784ED4B93}" dt="2026-07-28T05:13:53.213" v="140" actId="20577"/>
          <ac:spMkLst>
            <pc:docMk/>
            <pc:sldMk cId="4111067625" sldId="278"/>
            <ac:spMk id="2" creationId="{DD7C73F2-63CB-0D78-3F97-0FD0D46054F4}"/>
          </ac:spMkLst>
        </pc:spChg>
        <pc:spChg chg="mod">
          <ac:chgData name="Sujit Das" userId="S::sujit.das@pdpu.ac.in::5531694e-1714-439d-a47e-7795b732b077" providerId="AD" clId="Web-{6117042D-FFF1-B220-41F7-BF0784ED4B93}" dt="2026-07-28T05:14:25.417" v="147" actId="20577"/>
          <ac:spMkLst>
            <pc:docMk/>
            <pc:sldMk cId="4111067625" sldId="278"/>
            <ac:spMk id="3" creationId="{B003DC39-46A7-0C37-552B-62C4A34F251C}"/>
          </ac:spMkLst>
        </pc:spChg>
        <pc:spChg chg="add">
          <ac:chgData name="Sujit Das" userId="S::sujit.das@pdpu.ac.in::5531694e-1714-439d-a47e-7795b732b077" providerId="AD" clId="Web-{6117042D-FFF1-B220-41F7-BF0784ED4B93}" dt="2026-07-28T05:13:51.213" v="139"/>
          <ac:spMkLst>
            <pc:docMk/>
            <pc:sldMk cId="4111067625" sldId="278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13:51.213" v="139"/>
          <ac:spMkLst>
            <pc:docMk/>
            <pc:sldMk cId="4111067625" sldId="278"/>
            <ac:spMk id="10" creationId="{DB17E863-922E-4C26-BD64-E8FD41D28661}"/>
          </ac:spMkLst>
        </pc:spChg>
      </pc:sldChg>
      <pc:sldChg chg="addSp delSp modSp new mod setBg">
        <pc:chgData name="Sujit Das" userId="S::sujit.das@pdpu.ac.in::5531694e-1714-439d-a47e-7795b732b077" providerId="AD" clId="Web-{6117042D-FFF1-B220-41F7-BF0784ED4B93}" dt="2026-07-28T05:17:48.170" v="297" actId="20577"/>
        <pc:sldMkLst>
          <pc:docMk/>
          <pc:sldMk cId="3041907326" sldId="279"/>
        </pc:sldMkLst>
        <pc:spChg chg="mod">
          <ac:chgData name="Sujit Das" userId="S::sujit.das@pdpu.ac.in::5531694e-1714-439d-a47e-7795b732b077" providerId="AD" clId="Web-{6117042D-FFF1-B220-41F7-BF0784ED4B93}" dt="2026-07-28T05:17:48.170" v="297" actId="20577"/>
          <ac:spMkLst>
            <pc:docMk/>
            <pc:sldMk cId="3041907326" sldId="279"/>
            <ac:spMk id="2" creationId="{F96AD4FF-AD60-CFFC-EC60-277DB34562A8}"/>
          </ac:spMkLst>
        </pc:spChg>
        <pc:spChg chg="del mod">
          <ac:chgData name="Sujit Das" userId="S::sujit.das@pdpu.ac.in::5531694e-1714-439d-a47e-7795b732b077" providerId="AD" clId="Web-{6117042D-FFF1-B220-41F7-BF0784ED4B93}" dt="2026-07-28T05:15:36.949" v="157"/>
          <ac:spMkLst>
            <pc:docMk/>
            <pc:sldMk cId="3041907326" sldId="279"/>
            <ac:spMk id="3" creationId="{B495D812-C71D-6CA5-EF0A-A708F1FD9169}"/>
          </ac:spMkLst>
        </pc:spChg>
        <pc:spChg chg="add">
          <ac:chgData name="Sujit Das" userId="S::sujit.das@pdpu.ac.in::5531694e-1714-439d-a47e-7795b732b077" providerId="AD" clId="Web-{6117042D-FFF1-B220-41F7-BF0784ED4B93}" dt="2026-07-28T05:15:44.074" v="158"/>
          <ac:spMkLst>
            <pc:docMk/>
            <pc:sldMk cId="3041907326" sldId="279"/>
            <ac:spMk id="12" creationId="{35DB3719-6FDC-4E5D-891D-FF40B7300F64}"/>
          </ac:spMkLst>
        </pc:spChg>
        <pc:spChg chg="add">
          <ac:chgData name="Sujit Das" userId="S::sujit.das@pdpu.ac.in::5531694e-1714-439d-a47e-7795b732b077" providerId="AD" clId="Web-{6117042D-FFF1-B220-41F7-BF0784ED4B93}" dt="2026-07-28T05:15:44.074" v="158"/>
          <ac:spMkLst>
            <pc:docMk/>
            <pc:sldMk cId="3041907326" sldId="279"/>
            <ac:spMk id="14" creationId="{E0CBAC23-2E3F-4A90-BA59-F8299F6A5439}"/>
          </ac:spMkLst>
        </pc:spChg>
        <pc:graphicFrameChg chg="add del mod">
          <ac:chgData name="Sujit Das" userId="S::sujit.das@pdpu.ac.in::5531694e-1714-439d-a47e-7795b732b077" providerId="AD" clId="Web-{6117042D-FFF1-B220-41F7-BF0784ED4B93}" dt="2026-07-28T05:15:26.074" v="153"/>
          <ac:graphicFrameMkLst>
            <pc:docMk/>
            <pc:sldMk cId="3041907326" sldId="279"/>
            <ac:graphicFrameMk id="5" creationId="{DD9EF54A-69A7-BB36-DF66-CD6BD1068138}"/>
          </ac:graphicFrameMkLst>
        </pc:graphicFrameChg>
        <pc:graphicFrameChg chg="add mod ord modGraphic">
          <ac:chgData name="Sujit Das" userId="S::sujit.das@pdpu.ac.in::5531694e-1714-439d-a47e-7795b732b077" providerId="AD" clId="Web-{6117042D-FFF1-B220-41F7-BF0784ED4B93}" dt="2026-07-28T05:16:49.903" v="243"/>
          <ac:graphicFrameMkLst>
            <pc:docMk/>
            <pc:sldMk cId="3041907326" sldId="279"/>
            <ac:graphicFrameMk id="7" creationId="{F21C39FD-DAC4-EA67-ED48-3F90F19C3250}"/>
          </ac:graphicFrameMkLst>
        </pc:graphicFrameChg>
      </pc:sldChg>
      <pc:sldChg chg="addSp delSp modSp new mod setBg">
        <pc:chgData name="Sujit Das" userId="S::sujit.das@pdpu.ac.in::5531694e-1714-439d-a47e-7795b732b077" providerId="AD" clId="Web-{6117042D-FFF1-B220-41F7-BF0784ED4B93}" dt="2026-07-28T05:17:54.951" v="298" actId="20577"/>
        <pc:sldMkLst>
          <pc:docMk/>
          <pc:sldMk cId="4105211149" sldId="280"/>
        </pc:sldMkLst>
        <pc:spChg chg="mod">
          <ac:chgData name="Sujit Das" userId="S::sujit.das@pdpu.ac.in::5531694e-1714-439d-a47e-7795b732b077" providerId="AD" clId="Web-{6117042D-FFF1-B220-41F7-BF0784ED4B93}" dt="2026-07-28T05:17:54.951" v="298" actId="20577"/>
          <ac:spMkLst>
            <pc:docMk/>
            <pc:sldMk cId="4105211149" sldId="280"/>
            <ac:spMk id="2" creationId="{70024E7E-E0EB-35A1-CC7A-9975258B7697}"/>
          </ac:spMkLst>
        </pc:spChg>
        <pc:spChg chg="del mod">
          <ac:chgData name="Sujit Das" userId="S::sujit.das@pdpu.ac.in::5531694e-1714-439d-a47e-7795b732b077" providerId="AD" clId="Web-{6117042D-FFF1-B220-41F7-BF0784ED4B93}" dt="2026-07-28T05:17:09.872" v="246"/>
          <ac:spMkLst>
            <pc:docMk/>
            <pc:sldMk cId="4105211149" sldId="280"/>
            <ac:spMk id="3" creationId="{29B89130-7119-D96D-7259-A95CFDAFD808}"/>
          </ac:spMkLst>
        </pc:spChg>
        <pc:spChg chg="add del">
          <ac:chgData name="Sujit Das" userId="S::sujit.das@pdpu.ac.in::5531694e-1714-439d-a47e-7795b732b077" providerId="AD" clId="Web-{6117042D-FFF1-B220-41F7-BF0784ED4B93}" dt="2026-07-28T05:17:13.919" v="247"/>
          <ac:spMkLst>
            <pc:docMk/>
            <pc:sldMk cId="4105211149" sldId="280"/>
            <ac:spMk id="8" creationId="{100EDD19-6802-4EC3-95CE-CFFAB042CFD6}"/>
          </ac:spMkLst>
        </pc:spChg>
        <pc:spChg chg="add del">
          <ac:chgData name="Sujit Das" userId="S::sujit.das@pdpu.ac.in::5531694e-1714-439d-a47e-7795b732b077" providerId="AD" clId="Web-{6117042D-FFF1-B220-41F7-BF0784ED4B93}" dt="2026-07-28T05:17:13.919" v="247"/>
          <ac:spMkLst>
            <pc:docMk/>
            <pc:sldMk cId="4105211149" sldId="280"/>
            <ac:spMk id="10" creationId="{DB17E863-922E-4C26-BD64-E8FD41D28661}"/>
          </ac:spMkLst>
        </pc:spChg>
        <pc:spChg chg="add">
          <ac:chgData name="Sujit Das" userId="S::sujit.das@pdpu.ac.in::5531694e-1714-439d-a47e-7795b732b077" providerId="AD" clId="Web-{6117042D-FFF1-B220-41F7-BF0784ED4B93}" dt="2026-07-28T05:17:13.919" v="247"/>
          <ac:spMkLst>
            <pc:docMk/>
            <pc:sldMk cId="4105211149" sldId="280"/>
            <ac:spMk id="15" creationId="{35DB3719-6FDC-4E5D-891D-FF40B7300F64}"/>
          </ac:spMkLst>
        </pc:spChg>
        <pc:spChg chg="add">
          <ac:chgData name="Sujit Das" userId="S::sujit.das@pdpu.ac.in::5531694e-1714-439d-a47e-7795b732b077" providerId="AD" clId="Web-{6117042D-FFF1-B220-41F7-BF0784ED4B93}" dt="2026-07-28T05:17:13.919" v="247"/>
          <ac:spMkLst>
            <pc:docMk/>
            <pc:sldMk cId="4105211149" sldId="280"/>
            <ac:spMk id="17" creationId="{E0CBAC23-2E3F-4A90-BA59-F8299F6A5439}"/>
          </ac:spMkLst>
        </pc:spChg>
        <pc:graphicFrameChg chg="add mod ord modGraphic">
          <ac:chgData name="Sujit Das" userId="S::sujit.das@pdpu.ac.in::5531694e-1714-439d-a47e-7795b732b077" providerId="AD" clId="Web-{6117042D-FFF1-B220-41F7-BF0784ED4B93}" dt="2026-07-28T05:17:40.451" v="296"/>
          <ac:graphicFrameMkLst>
            <pc:docMk/>
            <pc:sldMk cId="4105211149" sldId="280"/>
            <ac:graphicFrameMk id="5" creationId="{2B8F7A28-2049-5388-F329-E65C54E17FAC}"/>
          </ac:graphicFrameMkLst>
        </pc:graphicFrameChg>
      </pc:sldChg>
      <pc:sldChg chg="addSp modSp new mod setBg">
        <pc:chgData name="Sujit Das" userId="S::sujit.das@pdpu.ac.in::5531694e-1714-439d-a47e-7795b732b077" providerId="AD" clId="Web-{6117042D-FFF1-B220-41F7-BF0784ED4B93}" dt="2026-07-28T05:22:39.877" v="381" actId="20577"/>
        <pc:sldMkLst>
          <pc:docMk/>
          <pc:sldMk cId="1512916847" sldId="281"/>
        </pc:sldMkLst>
        <pc:spChg chg="mod">
          <ac:chgData name="Sujit Das" userId="S::sujit.das@pdpu.ac.in::5531694e-1714-439d-a47e-7795b732b077" providerId="AD" clId="Web-{6117042D-FFF1-B220-41F7-BF0784ED4B93}" dt="2026-07-28T05:19:33.828" v="304"/>
          <ac:spMkLst>
            <pc:docMk/>
            <pc:sldMk cId="1512916847" sldId="281"/>
            <ac:spMk id="2" creationId="{2F3B488A-42A4-8D00-DFA8-FA22316BE1C9}"/>
          </ac:spMkLst>
        </pc:spChg>
        <pc:spChg chg="mod">
          <ac:chgData name="Sujit Das" userId="S::sujit.das@pdpu.ac.in::5531694e-1714-439d-a47e-7795b732b077" providerId="AD" clId="Web-{6117042D-FFF1-B220-41F7-BF0784ED4B93}" dt="2026-07-28T05:22:39.877" v="381" actId="20577"/>
          <ac:spMkLst>
            <pc:docMk/>
            <pc:sldMk cId="1512916847" sldId="281"/>
            <ac:spMk id="3" creationId="{34793A68-DBAA-F5F2-B891-50138C07A657}"/>
          </ac:spMkLst>
        </pc:spChg>
        <pc:spChg chg="add">
          <ac:chgData name="Sujit Das" userId="S::sujit.das@pdpu.ac.in::5531694e-1714-439d-a47e-7795b732b077" providerId="AD" clId="Web-{6117042D-FFF1-B220-41F7-BF0784ED4B93}" dt="2026-07-28T05:19:33.828" v="304"/>
          <ac:spMkLst>
            <pc:docMk/>
            <pc:sldMk cId="1512916847" sldId="281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19:33.828" v="304"/>
          <ac:spMkLst>
            <pc:docMk/>
            <pc:sldMk cId="1512916847" sldId="281"/>
            <ac:spMk id="10" creationId="{DB17E863-922E-4C26-BD64-E8FD41D28661}"/>
          </ac:spMkLst>
        </pc:spChg>
      </pc:sldChg>
      <pc:sldChg chg="addSp delSp modSp new mod setBg">
        <pc:chgData name="Sujit Das" userId="S::sujit.das@pdpu.ac.in::5531694e-1714-439d-a47e-7795b732b077" providerId="AD" clId="Web-{6117042D-FFF1-B220-41F7-BF0784ED4B93}" dt="2026-07-28T05:20:14.953" v="366"/>
        <pc:sldMkLst>
          <pc:docMk/>
          <pc:sldMk cId="1477029893" sldId="282"/>
        </pc:sldMkLst>
        <pc:spChg chg="mod">
          <ac:chgData name="Sujit Das" userId="S::sujit.das@pdpu.ac.in::5531694e-1714-439d-a47e-7795b732b077" providerId="AD" clId="Web-{6117042D-FFF1-B220-41F7-BF0784ED4B93}" dt="2026-07-28T05:19:48.687" v="307" actId="20577"/>
          <ac:spMkLst>
            <pc:docMk/>
            <pc:sldMk cId="1477029893" sldId="282"/>
            <ac:spMk id="2" creationId="{2ED65424-A409-C1F1-256E-CB670D37DCDD}"/>
          </ac:spMkLst>
        </pc:spChg>
        <pc:spChg chg="del mod">
          <ac:chgData name="Sujit Das" userId="S::sujit.das@pdpu.ac.in::5531694e-1714-439d-a47e-7795b732b077" providerId="AD" clId="Web-{6117042D-FFF1-B220-41F7-BF0784ED4B93}" dt="2026-07-28T05:19:57.375" v="309"/>
          <ac:spMkLst>
            <pc:docMk/>
            <pc:sldMk cId="1477029893" sldId="282"/>
            <ac:spMk id="3" creationId="{9B119191-8529-1B2F-F700-1EA6F2DFDD60}"/>
          </ac:spMkLst>
        </pc:spChg>
        <pc:spChg chg="add">
          <ac:chgData name="Sujit Das" userId="S::sujit.das@pdpu.ac.in::5531694e-1714-439d-a47e-7795b732b077" providerId="AD" clId="Web-{6117042D-FFF1-B220-41F7-BF0784ED4B93}" dt="2026-07-28T05:19:40.828" v="305"/>
          <ac:spMkLst>
            <pc:docMk/>
            <pc:sldMk cId="1477029893" sldId="282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19:40.828" v="305"/>
          <ac:spMkLst>
            <pc:docMk/>
            <pc:sldMk cId="1477029893" sldId="282"/>
            <ac:spMk id="10" creationId="{DB17E863-922E-4C26-BD64-E8FD41D28661}"/>
          </ac:spMkLst>
        </pc:spChg>
        <pc:graphicFrameChg chg="add mod ord modGraphic">
          <ac:chgData name="Sujit Das" userId="S::sujit.das@pdpu.ac.in::5531694e-1714-439d-a47e-7795b732b077" providerId="AD" clId="Web-{6117042D-FFF1-B220-41F7-BF0784ED4B93}" dt="2026-07-28T05:20:14.953" v="366"/>
          <ac:graphicFrameMkLst>
            <pc:docMk/>
            <pc:sldMk cId="1477029893" sldId="282"/>
            <ac:graphicFrameMk id="5" creationId="{FE06968C-6FAB-AB3D-5890-D8B9F0EA8301}"/>
          </ac:graphicFrameMkLst>
        </pc:graphicFrameChg>
      </pc:sldChg>
      <pc:sldChg chg="addSp modSp new mod setBg">
        <pc:chgData name="Sujit Das" userId="S::sujit.das@pdpu.ac.in::5531694e-1714-439d-a47e-7795b732b077" providerId="AD" clId="Web-{6117042D-FFF1-B220-41F7-BF0784ED4B93}" dt="2026-07-28T05:22:58.768" v="385" actId="20577"/>
        <pc:sldMkLst>
          <pc:docMk/>
          <pc:sldMk cId="3273727491" sldId="283"/>
        </pc:sldMkLst>
        <pc:spChg chg="mod">
          <ac:chgData name="Sujit Das" userId="S::sujit.das@pdpu.ac.in::5531694e-1714-439d-a47e-7795b732b077" providerId="AD" clId="Web-{6117042D-FFF1-B220-41F7-BF0784ED4B93}" dt="2026-07-28T05:21:56.111" v="369"/>
          <ac:spMkLst>
            <pc:docMk/>
            <pc:sldMk cId="3273727491" sldId="283"/>
            <ac:spMk id="2" creationId="{CCF0E684-E353-B9D1-B076-04A29E7A1448}"/>
          </ac:spMkLst>
        </pc:spChg>
        <pc:spChg chg="mod">
          <ac:chgData name="Sujit Das" userId="S::sujit.das@pdpu.ac.in::5531694e-1714-439d-a47e-7795b732b077" providerId="AD" clId="Web-{6117042D-FFF1-B220-41F7-BF0784ED4B93}" dt="2026-07-28T05:22:58.768" v="385" actId="20577"/>
          <ac:spMkLst>
            <pc:docMk/>
            <pc:sldMk cId="3273727491" sldId="283"/>
            <ac:spMk id="3" creationId="{784A4D1D-F976-1628-AA4F-74FEAC1921D9}"/>
          </ac:spMkLst>
        </pc:spChg>
        <pc:spChg chg="add">
          <ac:chgData name="Sujit Das" userId="S::sujit.das@pdpu.ac.in::5531694e-1714-439d-a47e-7795b732b077" providerId="AD" clId="Web-{6117042D-FFF1-B220-41F7-BF0784ED4B93}" dt="2026-07-28T05:21:56.111" v="369"/>
          <ac:spMkLst>
            <pc:docMk/>
            <pc:sldMk cId="3273727491" sldId="283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21:56.111" v="369"/>
          <ac:spMkLst>
            <pc:docMk/>
            <pc:sldMk cId="3273727491" sldId="283"/>
            <ac:spMk id="10" creationId="{DB17E863-922E-4C26-BD64-E8FD41D28661}"/>
          </ac:spMkLst>
        </pc:spChg>
      </pc:sldChg>
      <pc:sldChg chg="addSp delSp modSp new mod setBg">
        <pc:chgData name="Sujit Das" userId="S::sujit.das@pdpu.ac.in::5531694e-1714-439d-a47e-7795b732b077" providerId="AD" clId="Web-{6117042D-FFF1-B220-41F7-BF0784ED4B93}" dt="2026-07-28T05:23:48.160" v="412"/>
        <pc:sldMkLst>
          <pc:docMk/>
          <pc:sldMk cId="3237554153" sldId="284"/>
        </pc:sldMkLst>
        <pc:spChg chg="mod">
          <ac:chgData name="Sujit Das" userId="S::sujit.das@pdpu.ac.in::5531694e-1714-439d-a47e-7795b732b077" providerId="AD" clId="Web-{6117042D-FFF1-B220-41F7-BF0784ED4B93}" dt="2026-07-28T05:23:15.284" v="388" actId="20577"/>
          <ac:spMkLst>
            <pc:docMk/>
            <pc:sldMk cId="3237554153" sldId="284"/>
            <ac:spMk id="2" creationId="{2DDA9A44-630C-8F33-F1F5-9BC1C9AA5C78}"/>
          </ac:spMkLst>
        </pc:spChg>
        <pc:spChg chg="del mod">
          <ac:chgData name="Sujit Das" userId="S::sujit.das@pdpu.ac.in::5531694e-1714-439d-a47e-7795b732b077" providerId="AD" clId="Web-{6117042D-FFF1-B220-41F7-BF0784ED4B93}" dt="2026-07-28T05:23:21.128" v="389"/>
          <ac:spMkLst>
            <pc:docMk/>
            <pc:sldMk cId="3237554153" sldId="284"/>
            <ac:spMk id="3" creationId="{44488F40-9C5B-971E-9295-4602D75A6036}"/>
          </ac:spMkLst>
        </pc:spChg>
        <pc:spChg chg="add">
          <ac:chgData name="Sujit Das" userId="S::sujit.das@pdpu.ac.in::5531694e-1714-439d-a47e-7795b732b077" providerId="AD" clId="Web-{6117042D-FFF1-B220-41F7-BF0784ED4B93}" dt="2026-07-28T05:23:13.425" v="387"/>
          <ac:spMkLst>
            <pc:docMk/>
            <pc:sldMk cId="3237554153" sldId="284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23:13.425" v="387"/>
          <ac:spMkLst>
            <pc:docMk/>
            <pc:sldMk cId="3237554153" sldId="284"/>
            <ac:spMk id="10" creationId="{DB17E863-922E-4C26-BD64-E8FD41D28661}"/>
          </ac:spMkLst>
        </pc:spChg>
        <pc:graphicFrameChg chg="add mod ord modGraphic">
          <ac:chgData name="Sujit Das" userId="S::sujit.das@pdpu.ac.in::5531694e-1714-439d-a47e-7795b732b077" providerId="AD" clId="Web-{6117042D-FFF1-B220-41F7-BF0784ED4B93}" dt="2026-07-28T05:23:48.160" v="412"/>
          <ac:graphicFrameMkLst>
            <pc:docMk/>
            <pc:sldMk cId="3237554153" sldId="284"/>
            <ac:graphicFrameMk id="5" creationId="{729B611F-D32E-70A5-2824-3B929A3AF858}"/>
          </ac:graphicFrameMkLst>
        </pc:graphicFrameChg>
      </pc:sldChg>
      <pc:sldChg chg="addSp modSp new mod setBg">
        <pc:chgData name="Sujit Das" userId="S::sujit.das@pdpu.ac.in::5531694e-1714-439d-a47e-7795b732b077" providerId="AD" clId="Web-{6117042D-FFF1-B220-41F7-BF0784ED4B93}" dt="2026-07-28T05:26:21.537" v="421" actId="20577"/>
        <pc:sldMkLst>
          <pc:docMk/>
          <pc:sldMk cId="2466872871" sldId="285"/>
        </pc:sldMkLst>
        <pc:spChg chg="mod">
          <ac:chgData name="Sujit Das" userId="S::sujit.das@pdpu.ac.in::5531694e-1714-439d-a47e-7795b732b077" providerId="AD" clId="Web-{6117042D-FFF1-B220-41F7-BF0784ED4B93}" dt="2026-07-28T05:25:45.036" v="415" actId="20577"/>
          <ac:spMkLst>
            <pc:docMk/>
            <pc:sldMk cId="2466872871" sldId="285"/>
            <ac:spMk id="2" creationId="{56CF2E29-F876-F1EB-0764-5BEA4ED3B8BB}"/>
          </ac:spMkLst>
        </pc:spChg>
        <pc:spChg chg="mod">
          <ac:chgData name="Sujit Das" userId="S::sujit.das@pdpu.ac.in::5531694e-1714-439d-a47e-7795b732b077" providerId="AD" clId="Web-{6117042D-FFF1-B220-41F7-BF0784ED4B93}" dt="2026-07-28T05:26:21.537" v="421" actId="20577"/>
          <ac:spMkLst>
            <pc:docMk/>
            <pc:sldMk cId="2466872871" sldId="285"/>
            <ac:spMk id="3" creationId="{09A9F6DE-C030-EB15-49A6-B4F99249D8C0}"/>
          </ac:spMkLst>
        </pc:spChg>
        <pc:spChg chg="add">
          <ac:chgData name="Sujit Das" userId="S::sujit.das@pdpu.ac.in::5531694e-1714-439d-a47e-7795b732b077" providerId="AD" clId="Web-{6117042D-FFF1-B220-41F7-BF0784ED4B93}" dt="2026-07-28T05:24:08.176" v="414"/>
          <ac:spMkLst>
            <pc:docMk/>
            <pc:sldMk cId="2466872871" sldId="285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24:08.176" v="414"/>
          <ac:spMkLst>
            <pc:docMk/>
            <pc:sldMk cId="2466872871" sldId="285"/>
            <ac:spMk id="10" creationId="{DB17E863-922E-4C26-BD64-E8FD41D28661}"/>
          </ac:spMkLst>
        </pc:spChg>
      </pc:sldChg>
      <pc:sldChg chg="addSp delSp modSp new mod setBg">
        <pc:chgData name="Sujit Das" userId="S::sujit.das@pdpu.ac.in::5531694e-1714-439d-a47e-7795b732b077" providerId="AD" clId="Web-{6117042D-FFF1-B220-41F7-BF0784ED4B93}" dt="2026-07-28T05:27:12.272" v="524"/>
        <pc:sldMkLst>
          <pc:docMk/>
          <pc:sldMk cId="3451901748" sldId="286"/>
        </pc:sldMkLst>
        <pc:spChg chg="mod">
          <ac:chgData name="Sujit Das" userId="S::sujit.das@pdpu.ac.in::5531694e-1714-439d-a47e-7795b732b077" providerId="AD" clId="Web-{6117042D-FFF1-B220-41F7-BF0784ED4B93}" dt="2026-07-28T05:26:48.584" v="425"/>
          <ac:spMkLst>
            <pc:docMk/>
            <pc:sldMk cId="3451901748" sldId="286"/>
            <ac:spMk id="2" creationId="{A91EF39D-092A-4BE8-BAE4-13C00427D39B}"/>
          </ac:spMkLst>
        </pc:spChg>
        <pc:spChg chg="del">
          <ac:chgData name="Sujit Das" userId="S::sujit.das@pdpu.ac.in::5531694e-1714-439d-a47e-7795b732b077" providerId="AD" clId="Web-{6117042D-FFF1-B220-41F7-BF0784ED4B93}" dt="2026-07-28T05:26:43.631" v="424"/>
          <ac:spMkLst>
            <pc:docMk/>
            <pc:sldMk cId="3451901748" sldId="286"/>
            <ac:spMk id="3" creationId="{A50CDB94-D744-9021-07A3-BAD455577558}"/>
          </ac:spMkLst>
        </pc:spChg>
        <pc:spChg chg="add">
          <ac:chgData name="Sujit Das" userId="S::sujit.das@pdpu.ac.in::5531694e-1714-439d-a47e-7795b732b077" providerId="AD" clId="Web-{6117042D-FFF1-B220-41F7-BF0784ED4B93}" dt="2026-07-28T05:26:48.584" v="425"/>
          <ac:spMkLst>
            <pc:docMk/>
            <pc:sldMk cId="3451901748" sldId="286"/>
            <ac:spMk id="10" creationId="{35DB3719-6FDC-4E5D-891D-FF40B7300F64}"/>
          </ac:spMkLst>
        </pc:spChg>
        <pc:spChg chg="add">
          <ac:chgData name="Sujit Das" userId="S::sujit.das@pdpu.ac.in::5531694e-1714-439d-a47e-7795b732b077" providerId="AD" clId="Web-{6117042D-FFF1-B220-41F7-BF0784ED4B93}" dt="2026-07-28T05:26:48.584" v="425"/>
          <ac:spMkLst>
            <pc:docMk/>
            <pc:sldMk cId="3451901748" sldId="286"/>
            <ac:spMk id="12" creationId="{E0CBAC23-2E3F-4A90-BA59-F8299F6A5439}"/>
          </ac:spMkLst>
        </pc:spChg>
        <pc:graphicFrameChg chg="add mod ord modGraphic">
          <ac:chgData name="Sujit Das" userId="S::sujit.das@pdpu.ac.in::5531694e-1714-439d-a47e-7795b732b077" providerId="AD" clId="Web-{6117042D-FFF1-B220-41F7-BF0784ED4B93}" dt="2026-07-28T05:27:12.272" v="524"/>
          <ac:graphicFrameMkLst>
            <pc:docMk/>
            <pc:sldMk cId="3451901748" sldId="286"/>
            <ac:graphicFrameMk id="5" creationId="{C78304B1-76D7-03F0-BF3F-86C232D60712}"/>
          </ac:graphicFrameMkLst>
        </pc:graphicFrameChg>
      </pc:sldChg>
      <pc:sldChg chg="addSp modSp new mod setBg">
        <pc:chgData name="Sujit Das" userId="S::sujit.das@pdpu.ac.in::5531694e-1714-439d-a47e-7795b732b077" providerId="AD" clId="Web-{6117042D-FFF1-B220-41F7-BF0784ED4B93}" dt="2026-07-28T05:29:09.930" v="534" actId="20577"/>
        <pc:sldMkLst>
          <pc:docMk/>
          <pc:sldMk cId="3642756089" sldId="287"/>
        </pc:sldMkLst>
        <pc:spChg chg="mod">
          <ac:chgData name="Sujit Das" userId="S::sujit.das@pdpu.ac.in::5531694e-1714-439d-a47e-7795b732b077" providerId="AD" clId="Web-{6117042D-FFF1-B220-41F7-BF0784ED4B93}" dt="2026-07-28T05:28:20.414" v="528" actId="20577"/>
          <ac:spMkLst>
            <pc:docMk/>
            <pc:sldMk cId="3642756089" sldId="287"/>
            <ac:spMk id="2" creationId="{2B0F070F-A791-DDA4-3BBE-62296BA50527}"/>
          </ac:spMkLst>
        </pc:spChg>
        <pc:spChg chg="mod">
          <ac:chgData name="Sujit Das" userId="S::sujit.das@pdpu.ac.in::5531694e-1714-439d-a47e-7795b732b077" providerId="AD" clId="Web-{6117042D-FFF1-B220-41F7-BF0784ED4B93}" dt="2026-07-28T05:29:09.930" v="534" actId="20577"/>
          <ac:spMkLst>
            <pc:docMk/>
            <pc:sldMk cId="3642756089" sldId="287"/>
            <ac:spMk id="3" creationId="{0EBE7EAE-CD83-36A0-F0DE-B69189289C0E}"/>
          </ac:spMkLst>
        </pc:spChg>
        <pc:spChg chg="add">
          <ac:chgData name="Sujit Das" userId="S::sujit.das@pdpu.ac.in::5531694e-1714-439d-a47e-7795b732b077" providerId="AD" clId="Web-{6117042D-FFF1-B220-41F7-BF0784ED4B93}" dt="2026-07-28T05:28:18.945" v="526"/>
          <ac:spMkLst>
            <pc:docMk/>
            <pc:sldMk cId="3642756089" sldId="287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28:18.945" v="526"/>
          <ac:spMkLst>
            <pc:docMk/>
            <pc:sldMk cId="3642756089" sldId="287"/>
            <ac:spMk id="10" creationId="{DB17E863-922E-4C26-BD64-E8FD41D28661}"/>
          </ac:spMkLst>
        </pc:spChg>
      </pc:sldChg>
      <pc:sldChg chg="addSp delSp modSp new mod setBg">
        <pc:chgData name="Sujit Das" userId="S::sujit.das@pdpu.ac.in::5531694e-1714-439d-a47e-7795b732b077" providerId="AD" clId="Web-{6117042D-FFF1-B220-41F7-BF0784ED4B93}" dt="2026-07-28T05:29:59.041" v="679"/>
        <pc:sldMkLst>
          <pc:docMk/>
          <pc:sldMk cId="1615160250" sldId="288"/>
        </pc:sldMkLst>
        <pc:spChg chg="mod">
          <ac:chgData name="Sujit Das" userId="S::sujit.das@pdpu.ac.in::5531694e-1714-439d-a47e-7795b732b077" providerId="AD" clId="Web-{6117042D-FFF1-B220-41F7-BF0784ED4B93}" dt="2026-07-28T05:29:35.806" v="550"/>
          <ac:spMkLst>
            <pc:docMk/>
            <pc:sldMk cId="1615160250" sldId="288"/>
            <ac:spMk id="2" creationId="{4B591FAF-63A4-77CA-4E91-91D79A875781}"/>
          </ac:spMkLst>
        </pc:spChg>
        <pc:spChg chg="del">
          <ac:chgData name="Sujit Das" userId="S::sujit.das@pdpu.ac.in::5531694e-1714-439d-a47e-7795b732b077" providerId="AD" clId="Web-{6117042D-FFF1-B220-41F7-BF0784ED4B93}" dt="2026-07-28T05:29:15.306" v="536"/>
          <ac:spMkLst>
            <pc:docMk/>
            <pc:sldMk cId="1615160250" sldId="288"/>
            <ac:spMk id="3" creationId="{367958A1-620C-994E-0916-6380B55D8E4A}"/>
          </ac:spMkLst>
        </pc:spChg>
        <pc:spChg chg="add">
          <ac:chgData name="Sujit Das" userId="S::sujit.das@pdpu.ac.in::5531694e-1714-439d-a47e-7795b732b077" providerId="AD" clId="Web-{6117042D-FFF1-B220-41F7-BF0784ED4B93}" dt="2026-07-28T05:29:35.806" v="550"/>
          <ac:spMkLst>
            <pc:docMk/>
            <pc:sldMk cId="1615160250" sldId="288"/>
            <ac:spMk id="10" creationId="{35DB3719-6FDC-4E5D-891D-FF40B7300F64}"/>
          </ac:spMkLst>
        </pc:spChg>
        <pc:spChg chg="add">
          <ac:chgData name="Sujit Das" userId="S::sujit.das@pdpu.ac.in::5531694e-1714-439d-a47e-7795b732b077" providerId="AD" clId="Web-{6117042D-FFF1-B220-41F7-BF0784ED4B93}" dt="2026-07-28T05:29:35.806" v="550"/>
          <ac:spMkLst>
            <pc:docMk/>
            <pc:sldMk cId="1615160250" sldId="288"/>
            <ac:spMk id="12" creationId="{E0CBAC23-2E3F-4A90-BA59-F8299F6A5439}"/>
          </ac:spMkLst>
        </pc:spChg>
        <pc:graphicFrameChg chg="add mod ord modGraphic">
          <ac:chgData name="Sujit Das" userId="S::sujit.das@pdpu.ac.in::5531694e-1714-439d-a47e-7795b732b077" providerId="AD" clId="Web-{6117042D-FFF1-B220-41F7-BF0784ED4B93}" dt="2026-07-28T05:29:59.041" v="679"/>
          <ac:graphicFrameMkLst>
            <pc:docMk/>
            <pc:sldMk cId="1615160250" sldId="288"/>
            <ac:graphicFrameMk id="5" creationId="{10B320D8-1227-C59D-E329-1A6C8042685E}"/>
          </ac:graphicFrameMkLst>
        </pc:graphicFrameChg>
      </pc:sldChg>
      <pc:sldChg chg="addSp delSp modSp new mod setBg">
        <pc:chgData name="Sujit Das" userId="S::sujit.das@pdpu.ac.in::5531694e-1714-439d-a47e-7795b732b077" providerId="AD" clId="Web-{6117042D-FFF1-B220-41F7-BF0784ED4B93}" dt="2026-07-28T05:37:05.313" v="746" actId="20577"/>
        <pc:sldMkLst>
          <pc:docMk/>
          <pc:sldMk cId="2613004503" sldId="289"/>
        </pc:sldMkLst>
        <pc:spChg chg="mod">
          <ac:chgData name="Sujit Das" userId="S::sujit.das@pdpu.ac.in::5531694e-1714-439d-a47e-7795b732b077" providerId="AD" clId="Web-{6117042D-FFF1-B220-41F7-BF0784ED4B93}" dt="2026-07-28T05:37:05.313" v="746" actId="20577"/>
          <ac:spMkLst>
            <pc:docMk/>
            <pc:sldMk cId="2613004503" sldId="289"/>
            <ac:spMk id="2" creationId="{5D5B94FE-D3E7-7D5B-16F2-E2E229B1D935}"/>
          </ac:spMkLst>
        </pc:spChg>
        <pc:spChg chg="mod">
          <ac:chgData name="Sujit Das" userId="S::sujit.das@pdpu.ac.in::5531694e-1714-439d-a47e-7795b732b077" providerId="AD" clId="Web-{6117042D-FFF1-B220-41F7-BF0784ED4B93}" dt="2026-07-28T05:33:16.153" v="694"/>
          <ac:spMkLst>
            <pc:docMk/>
            <pc:sldMk cId="2613004503" sldId="289"/>
            <ac:spMk id="3" creationId="{BFEDCFBD-47BE-AEF3-64BE-CBE808D5D9A7}"/>
          </ac:spMkLst>
        </pc:spChg>
        <pc:spChg chg="add del">
          <ac:chgData name="Sujit Das" userId="S::sujit.das@pdpu.ac.in::5531694e-1714-439d-a47e-7795b732b077" providerId="AD" clId="Web-{6117042D-FFF1-B220-41F7-BF0784ED4B93}" dt="2026-07-28T05:33:16.153" v="693"/>
          <ac:spMkLst>
            <pc:docMk/>
            <pc:sldMk cId="2613004503" sldId="289"/>
            <ac:spMk id="8" creationId="{100EDD19-6802-4EC3-95CE-CFFAB042CFD6}"/>
          </ac:spMkLst>
        </pc:spChg>
        <pc:spChg chg="add del">
          <ac:chgData name="Sujit Das" userId="S::sujit.das@pdpu.ac.in::5531694e-1714-439d-a47e-7795b732b077" providerId="AD" clId="Web-{6117042D-FFF1-B220-41F7-BF0784ED4B93}" dt="2026-07-28T05:33:16.153" v="693"/>
          <ac:spMkLst>
            <pc:docMk/>
            <pc:sldMk cId="2613004503" sldId="289"/>
            <ac:spMk id="10" creationId="{DB17E863-922E-4C26-BD64-E8FD41D28661}"/>
          </ac:spMkLst>
        </pc:spChg>
        <pc:spChg chg="add">
          <ac:chgData name="Sujit Das" userId="S::sujit.das@pdpu.ac.in::5531694e-1714-439d-a47e-7795b732b077" providerId="AD" clId="Web-{6117042D-FFF1-B220-41F7-BF0784ED4B93}" dt="2026-07-28T05:33:16.153" v="694"/>
          <ac:spMkLst>
            <pc:docMk/>
            <pc:sldMk cId="2613004503" sldId="289"/>
            <ac:spMk id="12" creationId="{777A147A-9ED8-46B4-8660-1B3C2AA880B5}"/>
          </ac:spMkLst>
        </pc:spChg>
        <pc:spChg chg="add">
          <ac:chgData name="Sujit Das" userId="S::sujit.das@pdpu.ac.in::5531694e-1714-439d-a47e-7795b732b077" providerId="AD" clId="Web-{6117042D-FFF1-B220-41F7-BF0784ED4B93}" dt="2026-07-28T05:33:16.153" v="694"/>
          <ac:spMkLst>
            <pc:docMk/>
            <pc:sldMk cId="2613004503" sldId="289"/>
            <ac:spMk id="13" creationId="{5D6C15A0-C087-4593-8414-2B4EC1CDC3DE}"/>
          </ac:spMkLst>
        </pc:spChg>
      </pc:sldChg>
      <pc:sldChg chg="addSp modSp new mod setBg">
        <pc:chgData name="Sujit Das" userId="S::sujit.das@pdpu.ac.in::5531694e-1714-439d-a47e-7795b732b077" providerId="AD" clId="Web-{6117042D-FFF1-B220-41F7-BF0784ED4B93}" dt="2026-07-28T05:36:55.876" v="745" actId="20577"/>
        <pc:sldMkLst>
          <pc:docMk/>
          <pc:sldMk cId="4249973516" sldId="290"/>
        </pc:sldMkLst>
        <pc:spChg chg="mod">
          <ac:chgData name="Sujit Das" userId="S::sujit.das@pdpu.ac.in::5531694e-1714-439d-a47e-7795b732b077" providerId="AD" clId="Web-{6117042D-FFF1-B220-41F7-BF0784ED4B93}" dt="2026-07-28T05:36:55.876" v="745" actId="20577"/>
          <ac:spMkLst>
            <pc:docMk/>
            <pc:sldMk cId="4249973516" sldId="290"/>
            <ac:spMk id="2" creationId="{2ABBE63B-83A8-10D4-D2D1-FBC34F11D70A}"/>
          </ac:spMkLst>
        </pc:spChg>
        <pc:spChg chg="mod">
          <ac:chgData name="Sujit Das" userId="S::sujit.das@pdpu.ac.in::5531694e-1714-439d-a47e-7795b732b077" providerId="AD" clId="Web-{6117042D-FFF1-B220-41F7-BF0784ED4B93}" dt="2026-07-28T05:33:54.216" v="699"/>
          <ac:spMkLst>
            <pc:docMk/>
            <pc:sldMk cId="4249973516" sldId="290"/>
            <ac:spMk id="3" creationId="{E8A35573-CE59-BB1B-C436-F895701C6D12}"/>
          </ac:spMkLst>
        </pc:spChg>
        <pc:spChg chg="add">
          <ac:chgData name="Sujit Das" userId="S::sujit.das@pdpu.ac.in::5531694e-1714-439d-a47e-7795b732b077" providerId="AD" clId="Web-{6117042D-FFF1-B220-41F7-BF0784ED4B93}" dt="2026-07-28T05:33:54.216" v="699"/>
          <ac:spMkLst>
            <pc:docMk/>
            <pc:sldMk cId="4249973516" sldId="290"/>
            <ac:spMk id="8" creationId="{777A147A-9ED8-46B4-8660-1B3C2AA880B5}"/>
          </ac:spMkLst>
        </pc:spChg>
        <pc:spChg chg="add">
          <ac:chgData name="Sujit Das" userId="S::sujit.das@pdpu.ac.in::5531694e-1714-439d-a47e-7795b732b077" providerId="AD" clId="Web-{6117042D-FFF1-B220-41F7-BF0784ED4B93}" dt="2026-07-28T05:33:54.216" v="699"/>
          <ac:spMkLst>
            <pc:docMk/>
            <pc:sldMk cId="4249973516" sldId="290"/>
            <ac:spMk id="10" creationId="{5D6C15A0-C087-4593-8414-2B4EC1CDC3DE}"/>
          </ac:spMkLst>
        </pc:spChg>
      </pc:sldChg>
      <pc:sldChg chg="addSp delSp modSp new mod setBg">
        <pc:chgData name="Sujit Das" userId="S::sujit.das@pdpu.ac.in::5531694e-1714-439d-a47e-7795b732b077" providerId="AD" clId="Web-{6117042D-FFF1-B220-41F7-BF0784ED4B93}" dt="2026-07-28T05:38:38.502" v="756"/>
        <pc:sldMkLst>
          <pc:docMk/>
          <pc:sldMk cId="570532000" sldId="291"/>
        </pc:sldMkLst>
        <pc:spChg chg="mod">
          <ac:chgData name="Sujit Das" userId="S::sujit.das@pdpu.ac.in::5531694e-1714-439d-a47e-7795b732b077" providerId="AD" clId="Web-{6117042D-FFF1-B220-41F7-BF0784ED4B93}" dt="2026-07-28T05:38:38.502" v="756"/>
          <ac:spMkLst>
            <pc:docMk/>
            <pc:sldMk cId="570532000" sldId="291"/>
            <ac:spMk id="2" creationId="{C2B1F6C5-7BC5-1583-17CA-15338CA577CA}"/>
          </ac:spMkLst>
        </pc:spChg>
        <pc:spChg chg="add del mod">
          <ac:chgData name="Sujit Das" userId="S::sujit.das@pdpu.ac.in::5531694e-1714-439d-a47e-7795b732b077" providerId="AD" clId="Web-{6117042D-FFF1-B220-41F7-BF0784ED4B93}" dt="2026-07-28T05:38:38.502" v="756"/>
          <ac:spMkLst>
            <pc:docMk/>
            <pc:sldMk cId="570532000" sldId="291"/>
            <ac:spMk id="3" creationId="{39F4C93A-CD5F-8BB5-277E-FCF14D9E7F89}"/>
          </ac:spMkLst>
        </pc:spChg>
        <pc:spChg chg="add del">
          <ac:chgData name="Sujit Das" userId="S::sujit.das@pdpu.ac.in::5531694e-1714-439d-a47e-7795b732b077" providerId="AD" clId="Web-{6117042D-FFF1-B220-41F7-BF0784ED4B93}" dt="2026-07-28T05:38:38.502" v="756"/>
          <ac:spMkLst>
            <pc:docMk/>
            <pc:sldMk cId="570532000" sldId="291"/>
            <ac:spMk id="8" creationId="{777A147A-9ED8-46B4-8660-1B3C2AA880B5}"/>
          </ac:spMkLst>
        </pc:spChg>
        <pc:spChg chg="add del">
          <ac:chgData name="Sujit Das" userId="S::sujit.das@pdpu.ac.in::5531694e-1714-439d-a47e-7795b732b077" providerId="AD" clId="Web-{6117042D-FFF1-B220-41F7-BF0784ED4B93}" dt="2026-07-28T05:38:38.502" v="756"/>
          <ac:spMkLst>
            <pc:docMk/>
            <pc:sldMk cId="570532000" sldId="291"/>
            <ac:spMk id="10" creationId="{5D6C15A0-C087-4593-8414-2B4EC1CDC3DE}"/>
          </ac:spMkLst>
        </pc:spChg>
        <pc:spChg chg="add del">
          <ac:chgData name="Sujit Das" userId="S::sujit.das@pdpu.ac.in::5531694e-1714-439d-a47e-7795b732b077" providerId="AD" clId="Web-{6117042D-FFF1-B220-41F7-BF0784ED4B93}" dt="2026-07-28T05:38:38.502" v="756"/>
          <ac:spMkLst>
            <pc:docMk/>
            <pc:sldMk cId="570532000" sldId="291"/>
            <ac:spMk id="16" creationId="{2E442304-DDBD-4F7B-8017-36BCC863FB40}"/>
          </ac:spMkLst>
        </pc:spChg>
        <pc:spChg chg="add del">
          <ac:chgData name="Sujit Das" userId="S::sujit.das@pdpu.ac.in::5531694e-1714-439d-a47e-7795b732b077" providerId="AD" clId="Web-{6117042D-FFF1-B220-41F7-BF0784ED4B93}" dt="2026-07-28T05:38:38.502" v="756"/>
          <ac:spMkLst>
            <pc:docMk/>
            <pc:sldMk cId="570532000" sldId="291"/>
            <ac:spMk id="18" creationId="{5E107275-3853-46FD-A241-DE4355A42675}"/>
          </ac:spMkLst>
        </pc:spChg>
        <pc:graphicFrameChg chg="add del">
          <ac:chgData name="Sujit Das" userId="S::sujit.das@pdpu.ac.in::5531694e-1714-439d-a47e-7795b732b077" providerId="AD" clId="Web-{6117042D-FFF1-B220-41F7-BF0784ED4B93}" dt="2026-07-28T05:38:38.502" v="756"/>
          <ac:graphicFrameMkLst>
            <pc:docMk/>
            <pc:sldMk cId="570532000" sldId="291"/>
            <ac:graphicFrameMk id="12" creationId="{5CA0C43D-985C-5B45-1947-D09BFB67930C}"/>
          </ac:graphicFrameMkLst>
        </pc:graphicFrameChg>
      </pc:sldChg>
      <pc:sldChg chg="addSp delSp modSp add replId">
        <pc:chgData name="Sujit Das" userId="S::sujit.das@pdpu.ac.in::5531694e-1714-439d-a47e-7795b732b077" providerId="AD" clId="Web-{6117042D-FFF1-B220-41F7-BF0784ED4B93}" dt="2026-07-28T05:38:42.127" v="757"/>
        <pc:sldMkLst>
          <pc:docMk/>
          <pc:sldMk cId="3351529304" sldId="292"/>
        </pc:sldMkLst>
        <pc:spChg chg="mod">
          <ac:chgData name="Sujit Das" userId="S::sujit.das@pdpu.ac.in::5531694e-1714-439d-a47e-7795b732b077" providerId="AD" clId="Web-{6117042D-FFF1-B220-41F7-BF0784ED4B93}" dt="2026-07-28T05:38:42.127" v="757"/>
          <ac:spMkLst>
            <pc:docMk/>
            <pc:sldMk cId="3351529304" sldId="292"/>
            <ac:spMk id="2" creationId="{6978DD87-EA58-806B-94C0-D2D33AE57FD5}"/>
          </ac:spMkLst>
        </pc:spChg>
        <pc:spChg chg="add del mod">
          <ac:chgData name="Sujit Das" userId="S::sujit.das@pdpu.ac.in::5531694e-1714-439d-a47e-7795b732b077" providerId="AD" clId="Web-{6117042D-FFF1-B220-41F7-BF0784ED4B93}" dt="2026-07-28T05:38:42.127" v="757"/>
          <ac:spMkLst>
            <pc:docMk/>
            <pc:sldMk cId="3351529304" sldId="292"/>
            <ac:spMk id="3" creationId="{69BE0A1C-3FBA-BECA-F96C-AABEBE2DA724}"/>
          </ac:spMkLst>
        </pc:spChg>
        <pc:spChg chg="add del">
          <ac:chgData name="Sujit Das" userId="S::sujit.das@pdpu.ac.in::5531694e-1714-439d-a47e-7795b732b077" providerId="AD" clId="Web-{6117042D-FFF1-B220-41F7-BF0784ED4B93}" dt="2026-07-28T05:38:42.127" v="757"/>
          <ac:spMkLst>
            <pc:docMk/>
            <pc:sldMk cId="3351529304" sldId="292"/>
            <ac:spMk id="8" creationId="{D5083F34-32F3-E8D9-BDC2-DD1DF9DEE6A4}"/>
          </ac:spMkLst>
        </pc:spChg>
        <pc:spChg chg="add del">
          <ac:chgData name="Sujit Das" userId="S::sujit.das@pdpu.ac.in::5531694e-1714-439d-a47e-7795b732b077" providerId="AD" clId="Web-{6117042D-FFF1-B220-41F7-BF0784ED4B93}" dt="2026-07-28T05:38:42.127" v="757"/>
          <ac:spMkLst>
            <pc:docMk/>
            <pc:sldMk cId="3351529304" sldId="292"/>
            <ac:spMk id="10" creationId="{9EB08856-DB64-A6C7-CCE3-519C9D2C93D9}"/>
          </ac:spMkLst>
        </pc:spChg>
        <pc:spChg chg="add del">
          <ac:chgData name="Sujit Das" userId="S::sujit.das@pdpu.ac.in::5531694e-1714-439d-a47e-7795b732b077" providerId="AD" clId="Web-{6117042D-FFF1-B220-41F7-BF0784ED4B93}" dt="2026-07-28T05:38:42.127" v="757"/>
          <ac:spMkLst>
            <pc:docMk/>
            <pc:sldMk cId="3351529304" sldId="292"/>
            <ac:spMk id="16" creationId="{2E442304-DDBD-4F7B-8017-36BCC863FB40}"/>
          </ac:spMkLst>
        </pc:spChg>
        <pc:spChg chg="add del">
          <ac:chgData name="Sujit Das" userId="S::sujit.das@pdpu.ac.in::5531694e-1714-439d-a47e-7795b732b077" providerId="AD" clId="Web-{6117042D-FFF1-B220-41F7-BF0784ED4B93}" dt="2026-07-28T05:38:42.127" v="757"/>
          <ac:spMkLst>
            <pc:docMk/>
            <pc:sldMk cId="3351529304" sldId="292"/>
            <ac:spMk id="18" creationId="{5E107275-3853-46FD-A241-DE4355A42675}"/>
          </ac:spMkLst>
        </pc:spChg>
        <pc:graphicFrameChg chg="add del">
          <ac:chgData name="Sujit Das" userId="S::sujit.das@pdpu.ac.in::5531694e-1714-439d-a47e-7795b732b077" providerId="AD" clId="Web-{6117042D-FFF1-B220-41F7-BF0784ED4B93}" dt="2026-07-28T05:38:42.127" v="757"/>
          <ac:graphicFrameMkLst>
            <pc:docMk/>
            <pc:sldMk cId="3351529304" sldId="292"/>
            <ac:graphicFrameMk id="12" creationId="{02AF7CC8-A569-591C-3584-0BAEE3515FBF}"/>
          </ac:graphicFrameMkLst>
        </pc:graphicFrameChg>
      </pc:sldChg>
      <pc:sldChg chg="modSp new del">
        <pc:chgData name="Sujit Das" userId="S::sujit.das@pdpu.ac.in::5531694e-1714-439d-a47e-7795b732b077" providerId="AD" clId="Web-{6117042D-FFF1-B220-41F7-BF0784ED4B93}" dt="2026-07-28T05:39:45.081" v="770"/>
        <pc:sldMkLst>
          <pc:docMk/>
          <pc:sldMk cId="1104123756" sldId="293"/>
        </pc:sldMkLst>
        <pc:spChg chg="mod">
          <ac:chgData name="Sujit Das" userId="S::sujit.das@pdpu.ac.in::5531694e-1714-439d-a47e-7795b732b077" providerId="AD" clId="Web-{6117042D-FFF1-B220-41F7-BF0784ED4B93}" dt="2026-07-28T05:39:25.972" v="763" actId="20577"/>
          <ac:spMkLst>
            <pc:docMk/>
            <pc:sldMk cId="1104123756" sldId="293"/>
            <ac:spMk id="2" creationId="{3310571B-F30F-69A0-A8AC-268E07947566}"/>
          </ac:spMkLst>
        </pc:spChg>
        <pc:spChg chg="mod">
          <ac:chgData name="Sujit Das" userId="S::sujit.das@pdpu.ac.in::5531694e-1714-439d-a47e-7795b732b077" providerId="AD" clId="Web-{6117042D-FFF1-B220-41F7-BF0784ED4B93}" dt="2026-07-28T05:39:34.909" v="766" actId="20577"/>
          <ac:spMkLst>
            <pc:docMk/>
            <pc:sldMk cId="1104123756" sldId="293"/>
            <ac:spMk id="3" creationId="{8456957E-BD2B-00EB-949D-92F5FCF54F4A}"/>
          </ac:spMkLst>
        </pc:spChg>
      </pc:sldChg>
      <pc:sldChg chg="addSp modSp new del mod setBg">
        <pc:chgData name="Sujit Das" userId="S::sujit.das@pdpu.ac.in::5531694e-1714-439d-a47e-7795b732b077" providerId="AD" clId="Web-{6117042D-FFF1-B220-41F7-BF0784ED4B93}" dt="2026-07-28T05:39:08.050" v="760"/>
        <pc:sldMkLst>
          <pc:docMk/>
          <pc:sldMk cId="328827546" sldId="294"/>
        </pc:sldMkLst>
        <pc:spChg chg="mod">
          <ac:chgData name="Sujit Das" userId="S::sujit.das@pdpu.ac.in::5531694e-1714-439d-a47e-7795b732b077" providerId="AD" clId="Web-{6117042D-FFF1-B220-41F7-BF0784ED4B93}" dt="2026-07-28T05:38:57.299" v="759"/>
          <ac:spMkLst>
            <pc:docMk/>
            <pc:sldMk cId="328827546" sldId="294"/>
            <ac:spMk id="2" creationId="{913351B7-59DB-25AA-B524-F281A9CF2066}"/>
          </ac:spMkLst>
        </pc:spChg>
        <pc:spChg chg="mod">
          <ac:chgData name="Sujit Das" userId="S::sujit.das@pdpu.ac.in::5531694e-1714-439d-a47e-7795b732b077" providerId="AD" clId="Web-{6117042D-FFF1-B220-41F7-BF0784ED4B93}" dt="2026-07-28T05:38:57.299" v="759"/>
          <ac:spMkLst>
            <pc:docMk/>
            <pc:sldMk cId="328827546" sldId="294"/>
            <ac:spMk id="3" creationId="{E151F634-E1F3-3B73-7EA5-3B3EFA08603C}"/>
          </ac:spMkLst>
        </pc:spChg>
        <pc:spChg chg="add">
          <ac:chgData name="Sujit Das" userId="S::sujit.das@pdpu.ac.in::5531694e-1714-439d-a47e-7795b732b077" providerId="AD" clId="Web-{6117042D-FFF1-B220-41F7-BF0784ED4B93}" dt="2026-07-28T05:38:57.299" v="759"/>
          <ac:spMkLst>
            <pc:docMk/>
            <pc:sldMk cId="328827546" sldId="294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38:57.299" v="759"/>
          <ac:spMkLst>
            <pc:docMk/>
            <pc:sldMk cId="328827546" sldId="294"/>
            <ac:spMk id="10" creationId="{DB17E863-922E-4C26-BD64-E8FD41D28661}"/>
          </ac:spMkLst>
        </pc:spChg>
      </pc:sldChg>
      <pc:sldChg chg="addSp modSp new mod setBg">
        <pc:chgData name="Sujit Das" userId="S::sujit.das@pdpu.ac.in::5531694e-1714-439d-a47e-7795b732b077" providerId="AD" clId="Web-{6117042D-FFF1-B220-41F7-BF0784ED4B93}" dt="2026-07-28T05:39:44.238" v="769" actId="20577"/>
        <pc:sldMkLst>
          <pc:docMk/>
          <pc:sldMk cId="337632190" sldId="294"/>
        </pc:sldMkLst>
        <pc:spChg chg="mod">
          <ac:chgData name="Sujit Das" userId="S::sujit.das@pdpu.ac.in::5531694e-1714-439d-a47e-7795b732b077" providerId="AD" clId="Web-{6117042D-FFF1-B220-41F7-BF0784ED4B93}" dt="2026-07-28T05:39:28.409" v="764" actId="20577"/>
          <ac:spMkLst>
            <pc:docMk/>
            <pc:sldMk cId="337632190" sldId="294"/>
            <ac:spMk id="2" creationId="{F513AFF2-47CB-BC87-2D80-0157BD8A42BF}"/>
          </ac:spMkLst>
        </pc:spChg>
        <pc:spChg chg="mod">
          <ac:chgData name="Sujit Das" userId="S::sujit.das@pdpu.ac.in::5531694e-1714-439d-a47e-7795b732b077" providerId="AD" clId="Web-{6117042D-FFF1-B220-41F7-BF0784ED4B93}" dt="2026-07-28T05:39:44.238" v="769" actId="20577"/>
          <ac:spMkLst>
            <pc:docMk/>
            <pc:sldMk cId="337632190" sldId="294"/>
            <ac:spMk id="3" creationId="{63A0E74B-EADA-C51B-66F5-FD8425FC629D}"/>
          </ac:spMkLst>
        </pc:spChg>
        <pc:spChg chg="add">
          <ac:chgData name="Sujit Das" userId="S::sujit.das@pdpu.ac.in::5531694e-1714-439d-a47e-7795b732b077" providerId="AD" clId="Web-{6117042D-FFF1-B220-41F7-BF0784ED4B93}" dt="2026-07-28T05:39:19.628" v="762"/>
          <ac:spMkLst>
            <pc:docMk/>
            <pc:sldMk cId="337632190" sldId="294"/>
            <ac:spMk id="8" creationId="{777A147A-9ED8-46B4-8660-1B3C2AA880B5}"/>
          </ac:spMkLst>
        </pc:spChg>
        <pc:spChg chg="add">
          <ac:chgData name="Sujit Das" userId="S::sujit.das@pdpu.ac.in::5531694e-1714-439d-a47e-7795b732b077" providerId="AD" clId="Web-{6117042D-FFF1-B220-41F7-BF0784ED4B93}" dt="2026-07-28T05:39:19.628" v="762"/>
          <ac:spMkLst>
            <pc:docMk/>
            <pc:sldMk cId="337632190" sldId="294"/>
            <ac:spMk id="10" creationId="{5D6C15A0-C087-4593-8414-2B4EC1CDC3DE}"/>
          </ac:spMkLst>
        </pc:spChg>
      </pc:sldChg>
      <pc:sldChg chg="addSp modSp new mod setBg">
        <pc:chgData name="Sujit Das" userId="S::sujit.das@pdpu.ac.in::5531694e-1714-439d-a47e-7795b732b077" providerId="AD" clId="Web-{6117042D-FFF1-B220-41F7-BF0784ED4B93}" dt="2026-07-28T05:41:26.052" v="776" actId="20577"/>
        <pc:sldMkLst>
          <pc:docMk/>
          <pc:sldMk cId="3922913041" sldId="295"/>
        </pc:sldMkLst>
        <pc:spChg chg="mod">
          <ac:chgData name="Sujit Das" userId="S::sujit.das@pdpu.ac.in::5531694e-1714-439d-a47e-7795b732b077" providerId="AD" clId="Web-{6117042D-FFF1-B220-41F7-BF0784ED4B93}" dt="2026-07-28T05:41:18.098" v="773"/>
          <ac:spMkLst>
            <pc:docMk/>
            <pc:sldMk cId="3922913041" sldId="295"/>
            <ac:spMk id="2" creationId="{A0EA26FD-F417-CEC0-E4DF-A5B0FF29A1E1}"/>
          </ac:spMkLst>
        </pc:spChg>
        <pc:spChg chg="mod">
          <ac:chgData name="Sujit Das" userId="S::sujit.das@pdpu.ac.in::5531694e-1714-439d-a47e-7795b732b077" providerId="AD" clId="Web-{6117042D-FFF1-B220-41F7-BF0784ED4B93}" dt="2026-07-28T05:41:26.052" v="776" actId="20577"/>
          <ac:spMkLst>
            <pc:docMk/>
            <pc:sldMk cId="3922913041" sldId="295"/>
            <ac:spMk id="3" creationId="{C6C3D62C-4F51-58A0-354D-1BE2BA813EB7}"/>
          </ac:spMkLst>
        </pc:spChg>
        <pc:spChg chg="add">
          <ac:chgData name="Sujit Das" userId="S::sujit.das@pdpu.ac.in::5531694e-1714-439d-a47e-7795b732b077" providerId="AD" clId="Web-{6117042D-FFF1-B220-41F7-BF0784ED4B93}" dt="2026-07-28T05:41:18.098" v="773"/>
          <ac:spMkLst>
            <pc:docMk/>
            <pc:sldMk cId="3922913041" sldId="295"/>
            <ac:spMk id="8" creationId="{100EDD19-6802-4EC3-95CE-CFFAB042CFD6}"/>
          </ac:spMkLst>
        </pc:spChg>
        <pc:spChg chg="add">
          <ac:chgData name="Sujit Das" userId="S::sujit.das@pdpu.ac.in::5531694e-1714-439d-a47e-7795b732b077" providerId="AD" clId="Web-{6117042D-FFF1-B220-41F7-BF0784ED4B93}" dt="2026-07-28T05:41:18.098" v="773"/>
          <ac:spMkLst>
            <pc:docMk/>
            <pc:sldMk cId="3922913041" sldId="295"/>
            <ac:spMk id="10" creationId="{DB17E863-922E-4C26-BD64-E8FD41D28661}"/>
          </ac:spMkLst>
        </pc:spChg>
      </pc:sldChg>
      <pc:sldChg chg="addSp delSp modSp new mod setBg">
        <pc:chgData name="Sujit Das" userId="S::sujit.das@pdpu.ac.in::5531694e-1714-439d-a47e-7795b732b077" providerId="AD" clId="Web-{6117042D-FFF1-B220-41F7-BF0784ED4B93}" dt="2026-07-28T05:42:13.552" v="893"/>
        <pc:sldMkLst>
          <pc:docMk/>
          <pc:sldMk cId="951896769" sldId="296"/>
        </pc:sldMkLst>
        <pc:spChg chg="mod">
          <ac:chgData name="Sujit Das" userId="S::sujit.das@pdpu.ac.in::5531694e-1714-439d-a47e-7795b732b077" providerId="AD" clId="Web-{6117042D-FFF1-B220-41F7-BF0784ED4B93}" dt="2026-07-28T05:41:49.583" v="780" actId="20577"/>
          <ac:spMkLst>
            <pc:docMk/>
            <pc:sldMk cId="951896769" sldId="296"/>
            <ac:spMk id="2" creationId="{CCC1F5AE-78B6-1D71-6DD4-9DD38324CA3C}"/>
          </ac:spMkLst>
        </pc:spChg>
        <pc:spChg chg="del mod">
          <ac:chgData name="Sujit Das" userId="S::sujit.das@pdpu.ac.in::5531694e-1714-439d-a47e-7795b732b077" providerId="AD" clId="Web-{6117042D-FFF1-B220-41F7-BF0784ED4B93}" dt="2026-07-28T05:41:40.099" v="779"/>
          <ac:spMkLst>
            <pc:docMk/>
            <pc:sldMk cId="951896769" sldId="296"/>
            <ac:spMk id="3" creationId="{111B3A08-3E94-C2B6-5994-385B5C379A44}"/>
          </ac:spMkLst>
        </pc:spChg>
        <pc:spChg chg="add del">
          <ac:chgData name="Sujit Das" userId="S::sujit.das@pdpu.ac.in::5531694e-1714-439d-a47e-7795b732b077" providerId="AD" clId="Web-{6117042D-FFF1-B220-41F7-BF0784ED4B93}" dt="2026-07-28T05:41:54.724" v="781"/>
          <ac:spMkLst>
            <pc:docMk/>
            <pc:sldMk cId="951896769" sldId="296"/>
            <ac:spMk id="8" creationId="{100EDD19-6802-4EC3-95CE-CFFAB042CFD6}"/>
          </ac:spMkLst>
        </pc:spChg>
        <pc:spChg chg="add del">
          <ac:chgData name="Sujit Das" userId="S::sujit.das@pdpu.ac.in::5531694e-1714-439d-a47e-7795b732b077" providerId="AD" clId="Web-{6117042D-FFF1-B220-41F7-BF0784ED4B93}" dt="2026-07-28T05:41:54.724" v="781"/>
          <ac:spMkLst>
            <pc:docMk/>
            <pc:sldMk cId="951896769" sldId="296"/>
            <ac:spMk id="10" creationId="{DB17E863-922E-4C26-BD64-E8FD41D28661}"/>
          </ac:spMkLst>
        </pc:spChg>
        <pc:spChg chg="add">
          <ac:chgData name="Sujit Das" userId="S::sujit.das@pdpu.ac.in::5531694e-1714-439d-a47e-7795b732b077" providerId="AD" clId="Web-{6117042D-FFF1-B220-41F7-BF0784ED4B93}" dt="2026-07-28T05:41:54.724" v="781"/>
          <ac:spMkLst>
            <pc:docMk/>
            <pc:sldMk cId="951896769" sldId="296"/>
            <ac:spMk id="15" creationId="{35DB3719-6FDC-4E5D-891D-FF40B7300F64}"/>
          </ac:spMkLst>
        </pc:spChg>
        <pc:spChg chg="add">
          <ac:chgData name="Sujit Das" userId="S::sujit.das@pdpu.ac.in::5531694e-1714-439d-a47e-7795b732b077" providerId="AD" clId="Web-{6117042D-FFF1-B220-41F7-BF0784ED4B93}" dt="2026-07-28T05:41:54.724" v="781"/>
          <ac:spMkLst>
            <pc:docMk/>
            <pc:sldMk cId="951896769" sldId="296"/>
            <ac:spMk id="17" creationId="{E0CBAC23-2E3F-4A90-BA59-F8299F6A5439}"/>
          </ac:spMkLst>
        </pc:spChg>
        <pc:graphicFrameChg chg="add mod ord modGraphic">
          <ac:chgData name="Sujit Das" userId="S::sujit.das@pdpu.ac.in::5531694e-1714-439d-a47e-7795b732b077" providerId="AD" clId="Web-{6117042D-FFF1-B220-41F7-BF0784ED4B93}" dt="2026-07-28T05:42:13.552" v="893"/>
          <ac:graphicFrameMkLst>
            <pc:docMk/>
            <pc:sldMk cId="951896769" sldId="296"/>
            <ac:graphicFrameMk id="5" creationId="{C89BA9D3-9DB9-A6B4-8B93-5C4B7C57DC6C}"/>
          </ac:graphicFrameMkLst>
        </pc:graphicFrameChg>
      </pc:sldChg>
      <pc:sldChg chg="addSp delSp modSp new mod setBg">
        <pc:chgData name="Sujit Das" userId="S::sujit.das@pdpu.ac.in::5531694e-1714-439d-a47e-7795b732b077" providerId="AD" clId="Web-{6117042D-FFF1-B220-41F7-BF0784ED4B93}" dt="2026-07-28T05:54:07.642" v="930" actId="14100"/>
        <pc:sldMkLst>
          <pc:docMk/>
          <pc:sldMk cId="2978195402" sldId="297"/>
        </pc:sldMkLst>
        <pc:spChg chg="mod">
          <ac:chgData name="Sujit Das" userId="S::sujit.das@pdpu.ac.in::5531694e-1714-439d-a47e-7795b732b077" providerId="AD" clId="Web-{6117042D-FFF1-B220-41F7-BF0784ED4B93}" dt="2026-07-28T05:53:46.985" v="924" actId="14100"/>
          <ac:spMkLst>
            <pc:docMk/>
            <pc:sldMk cId="2978195402" sldId="297"/>
            <ac:spMk id="2" creationId="{88E7E8D8-1D25-E27E-E00E-989007C58046}"/>
          </ac:spMkLst>
        </pc:spChg>
        <pc:spChg chg="mod">
          <ac:chgData name="Sujit Das" userId="S::sujit.das@pdpu.ac.in::5531694e-1714-439d-a47e-7795b732b077" providerId="AD" clId="Web-{6117042D-FFF1-B220-41F7-BF0784ED4B93}" dt="2026-07-28T05:53:49.329" v="925" actId="14100"/>
          <ac:spMkLst>
            <pc:docMk/>
            <pc:sldMk cId="2978195402" sldId="297"/>
            <ac:spMk id="3" creationId="{E4153F60-A452-91AB-6F1B-E2ED25EDA648}"/>
          </ac:spMkLst>
        </pc:spChg>
        <pc:spChg chg="add del">
          <ac:chgData name="Sujit Das" userId="S::sujit.das@pdpu.ac.in::5531694e-1714-439d-a47e-7795b732b077" providerId="AD" clId="Web-{6117042D-FFF1-B220-41F7-BF0784ED4B93}" dt="2026-07-28T05:51:37.999" v="906"/>
          <ac:spMkLst>
            <pc:docMk/>
            <pc:sldMk cId="2978195402" sldId="297"/>
            <ac:spMk id="8" creationId="{100EDD19-6802-4EC3-95CE-CFFAB042CFD6}"/>
          </ac:spMkLst>
        </pc:spChg>
        <pc:spChg chg="add del">
          <ac:chgData name="Sujit Das" userId="S::sujit.das@pdpu.ac.in::5531694e-1714-439d-a47e-7795b732b077" providerId="AD" clId="Web-{6117042D-FFF1-B220-41F7-BF0784ED4B93}" dt="2026-07-28T05:51:37.999" v="906"/>
          <ac:spMkLst>
            <pc:docMk/>
            <pc:sldMk cId="2978195402" sldId="297"/>
            <ac:spMk id="10" creationId="{DB17E863-922E-4C26-BD64-E8FD41D28661}"/>
          </ac:spMkLst>
        </pc:spChg>
        <pc:spChg chg="add del">
          <ac:chgData name="Sujit Das" userId="S::sujit.das@pdpu.ac.in::5531694e-1714-439d-a47e-7795b732b077" providerId="AD" clId="Web-{6117042D-FFF1-B220-41F7-BF0784ED4B93}" dt="2026-07-28T05:51:37.999" v="905"/>
          <ac:spMkLst>
            <pc:docMk/>
            <pc:sldMk cId="2978195402" sldId="297"/>
            <ac:spMk id="15" creationId="{45D37F4E-DDB4-456B-97E0-9937730A039F}"/>
          </ac:spMkLst>
        </pc:spChg>
        <pc:spChg chg="add del">
          <ac:chgData name="Sujit Das" userId="S::sujit.das@pdpu.ac.in::5531694e-1714-439d-a47e-7795b732b077" providerId="AD" clId="Web-{6117042D-FFF1-B220-41F7-BF0784ED4B93}" dt="2026-07-28T05:51:37.999" v="905"/>
          <ac:spMkLst>
            <pc:docMk/>
            <pc:sldMk cId="2978195402" sldId="297"/>
            <ac:spMk id="17" creationId="{B2DD41CD-8F47-4F56-AD12-4E2FF7696987}"/>
          </ac:spMkLst>
        </pc:spChg>
        <pc:spChg chg="add del">
          <ac:chgData name="Sujit Das" userId="S::sujit.das@pdpu.ac.in::5531694e-1714-439d-a47e-7795b732b077" providerId="AD" clId="Web-{6117042D-FFF1-B220-41F7-BF0784ED4B93}" dt="2026-07-28T05:52:29.562" v="908"/>
          <ac:spMkLst>
            <pc:docMk/>
            <pc:sldMk cId="2978195402" sldId="297"/>
            <ac:spMk id="19" creationId="{9427AF5F-9A0E-42B7-A252-FD64C9885F9C}"/>
          </ac:spMkLst>
        </pc:spChg>
        <pc:spChg chg="add del">
          <ac:chgData name="Sujit Das" userId="S::sujit.das@pdpu.ac.in::5531694e-1714-439d-a47e-7795b732b077" providerId="AD" clId="Web-{6117042D-FFF1-B220-41F7-BF0784ED4B93}" dt="2026-07-28T05:52:48.219" v="912"/>
          <ac:spMkLst>
            <pc:docMk/>
            <pc:sldMk cId="2978195402" sldId="297"/>
            <ac:spMk id="24" creationId="{F13C74B1-5B17-4795-BED0-7140497B445A}"/>
          </ac:spMkLst>
        </pc:spChg>
        <pc:spChg chg="add del">
          <ac:chgData name="Sujit Das" userId="S::sujit.das@pdpu.ac.in::5531694e-1714-439d-a47e-7795b732b077" providerId="AD" clId="Web-{6117042D-FFF1-B220-41F7-BF0784ED4B93}" dt="2026-07-28T05:52:48.219" v="912"/>
          <ac:spMkLst>
            <pc:docMk/>
            <pc:sldMk cId="2978195402" sldId="297"/>
            <ac:spMk id="26" creationId="{D4974D33-8DC5-464E-8C6D-BE58F0669C17}"/>
          </ac:spMkLst>
        </pc:spChg>
        <pc:spChg chg="add del">
          <ac:chgData name="Sujit Das" userId="S::sujit.das@pdpu.ac.in::5531694e-1714-439d-a47e-7795b732b077" providerId="AD" clId="Web-{6117042D-FFF1-B220-41F7-BF0784ED4B93}" dt="2026-07-28T05:53:38.938" v="922"/>
          <ac:spMkLst>
            <pc:docMk/>
            <pc:sldMk cId="2978195402" sldId="297"/>
            <ac:spMk id="31" creationId="{9427AF5F-9A0E-42B7-A252-FD64C9885F9C}"/>
          </ac:spMkLst>
        </pc:spChg>
        <pc:spChg chg="add">
          <ac:chgData name="Sujit Das" userId="S::sujit.das@pdpu.ac.in::5531694e-1714-439d-a47e-7795b732b077" providerId="AD" clId="Web-{6117042D-FFF1-B220-41F7-BF0784ED4B93}" dt="2026-07-28T05:53:38.938" v="922"/>
          <ac:spMkLst>
            <pc:docMk/>
            <pc:sldMk cId="2978195402" sldId="297"/>
            <ac:spMk id="36" creationId="{743AA782-23D1-4521-8CAD-47662984AA08}"/>
          </ac:spMkLst>
        </pc:spChg>
        <pc:spChg chg="add">
          <ac:chgData name="Sujit Das" userId="S::sujit.das@pdpu.ac.in::5531694e-1714-439d-a47e-7795b732b077" providerId="AD" clId="Web-{6117042D-FFF1-B220-41F7-BF0784ED4B93}" dt="2026-07-28T05:53:38.938" v="922"/>
          <ac:spMkLst>
            <pc:docMk/>
            <pc:sldMk cId="2978195402" sldId="297"/>
            <ac:spMk id="38" creationId="{650D18FE-0824-4A46-B22C-A86B52E5780A}"/>
          </ac:spMkLst>
        </pc:spChg>
        <pc:picChg chg="add del mod">
          <ac:chgData name="Sujit Das" userId="S::sujit.das@pdpu.ac.in::5531694e-1714-439d-a47e-7795b732b077" providerId="AD" clId="Web-{6117042D-FFF1-B220-41F7-BF0784ED4B93}" dt="2026-07-28T05:51:14.733" v="900"/>
          <ac:picMkLst>
            <pc:docMk/>
            <pc:sldMk cId="2978195402" sldId="297"/>
            <ac:picMk id="4" creationId="{78CB6D88-7D23-EEBE-9D41-26A777D9AA5F}"/>
          </ac:picMkLst>
        </pc:picChg>
        <pc:picChg chg="add mod">
          <ac:chgData name="Sujit Das" userId="S::sujit.das@pdpu.ac.in::5531694e-1714-439d-a47e-7795b732b077" providerId="AD" clId="Web-{6117042D-FFF1-B220-41F7-BF0784ED4B93}" dt="2026-07-28T05:54:07.642" v="930" actId="14100"/>
          <ac:picMkLst>
            <pc:docMk/>
            <pc:sldMk cId="2978195402" sldId="297"/>
            <ac:picMk id="5" creationId="{ACB9C4EC-DDEA-8534-6E78-D72117764702}"/>
          </ac:picMkLst>
        </pc:picChg>
      </pc:sldChg>
    </pc:docChg>
  </pc:docChgLst>
  <pc:docChgLst>
    <pc:chgData name="Sujit Das" userId="S::sujit.das@pdpu.ac.in::5531694e-1714-439d-a47e-7795b732b077" providerId="AD" clId="Web-{E63E7E02-C35E-EE02-A939-A867E78D6EA9}"/>
    <pc:docChg chg="delSld modSld">
      <pc:chgData name="Sujit Das" userId="S::sujit.das@pdpu.ac.in::5531694e-1714-439d-a47e-7795b732b077" providerId="AD" clId="Web-{E63E7E02-C35E-EE02-A939-A867E78D6EA9}" dt="2026-07-29T04:37:16.858" v="12"/>
      <pc:docMkLst>
        <pc:docMk/>
      </pc:docMkLst>
      <pc:sldChg chg="del">
        <pc:chgData name="Sujit Das" userId="S::sujit.das@pdpu.ac.in::5531694e-1714-439d-a47e-7795b732b077" providerId="AD" clId="Web-{E63E7E02-C35E-EE02-A939-A867E78D6EA9}" dt="2026-07-29T04:37:08.030" v="3"/>
        <pc:sldMkLst>
          <pc:docMk/>
          <pc:sldMk cId="4253550211" sldId="263"/>
        </pc:sldMkLst>
      </pc:sldChg>
      <pc:sldChg chg="del">
        <pc:chgData name="Sujit Das" userId="S::sujit.das@pdpu.ac.in::5531694e-1714-439d-a47e-7795b732b077" providerId="AD" clId="Web-{E63E7E02-C35E-EE02-A939-A867E78D6EA9}" dt="2026-07-29T04:37:08.795" v="4"/>
        <pc:sldMkLst>
          <pc:docMk/>
          <pc:sldMk cId="814274955" sldId="264"/>
        </pc:sldMkLst>
      </pc:sldChg>
      <pc:sldChg chg="del">
        <pc:chgData name="Sujit Das" userId="S::sujit.das@pdpu.ac.in::5531694e-1714-439d-a47e-7795b732b077" providerId="AD" clId="Web-{E63E7E02-C35E-EE02-A939-A867E78D6EA9}" dt="2026-07-29T04:37:09.624" v="5"/>
        <pc:sldMkLst>
          <pc:docMk/>
          <pc:sldMk cId="3070316713" sldId="265"/>
        </pc:sldMkLst>
      </pc:sldChg>
      <pc:sldChg chg="del">
        <pc:chgData name="Sujit Das" userId="S::sujit.das@pdpu.ac.in::5531694e-1714-439d-a47e-7795b732b077" providerId="AD" clId="Web-{E63E7E02-C35E-EE02-A939-A867E78D6EA9}" dt="2026-07-29T04:37:12.702" v="6"/>
        <pc:sldMkLst>
          <pc:docMk/>
          <pc:sldMk cId="313511273" sldId="266"/>
        </pc:sldMkLst>
      </pc:sldChg>
      <pc:sldChg chg="del">
        <pc:chgData name="Sujit Das" userId="S::sujit.das@pdpu.ac.in::5531694e-1714-439d-a47e-7795b732b077" providerId="AD" clId="Web-{E63E7E02-C35E-EE02-A939-A867E78D6EA9}" dt="2026-07-29T04:37:13.436" v="7"/>
        <pc:sldMkLst>
          <pc:docMk/>
          <pc:sldMk cId="2348164885" sldId="267"/>
        </pc:sldMkLst>
      </pc:sldChg>
      <pc:sldChg chg="del">
        <pc:chgData name="Sujit Das" userId="S::sujit.das@pdpu.ac.in::5531694e-1714-439d-a47e-7795b732b077" providerId="AD" clId="Web-{E63E7E02-C35E-EE02-A939-A867E78D6EA9}" dt="2026-07-29T04:37:14.170" v="8"/>
        <pc:sldMkLst>
          <pc:docMk/>
          <pc:sldMk cId="20329160" sldId="268"/>
        </pc:sldMkLst>
      </pc:sldChg>
      <pc:sldChg chg="del">
        <pc:chgData name="Sujit Das" userId="S::sujit.das@pdpu.ac.in::5531694e-1714-439d-a47e-7795b732b077" providerId="AD" clId="Web-{E63E7E02-C35E-EE02-A939-A867E78D6EA9}" dt="2026-07-29T04:37:14.842" v="9"/>
        <pc:sldMkLst>
          <pc:docMk/>
          <pc:sldMk cId="869224480" sldId="269"/>
        </pc:sldMkLst>
      </pc:sldChg>
      <pc:sldChg chg="del">
        <pc:chgData name="Sujit Das" userId="S::sujit.das@pdpu.ac.in::5531694e-1714-439d-a47e-7795b732b077" providerId="AD" clId="Web-{E63E7E02-C35E-EE02-A939-A867E78D6EA9}" dt="2026-07-29T04:37:15.467" v="10"/>
        <pc:sldMkLst>
          <pc:docMk/>
          <pc:sldMk cId="220743677" sldId="270"/>
        </pc:sldMkLst>
      </pc:sldChg>
      <pc:sldChg chg="del">
        <pc:chgData name="Sujit Das" userId="S::sujit.das@pdpu.ac.in::5531694e-1714-439d-a47e-7795b732b077" providerId="AD" clId="Web-{E63E7E02-C35E-EE02-A939-A867E78D6EA9}" dt="2026-07-29T04:37:16.186" v="11"/>
        <pc:sldMkLst>
          <pc:docMk/>
          <pc:sldMk cId="1589441802" sldId="271"/>
        </pc:sldMkLst>
      </pc:sldChg>
      <pc:sldChg chg="del">
        <pc:chgData name="Sujit Das" userId="S::sujit.das@pdpu.ac.in::5531694e-1714-439d-a47e-7795b732b077" providerId="AD" clId="Web-{E63E7E02-C35E-EE02-A939-A867E78D6EA9}" dt="2026-07-29T04:37:16.858" v="12"/>
        <pc:sldMkLst>
          <pc:docMk/>
          <pc:sldMk cId="157164567" sldId="272"/>
        </pc:sldMkLst>
      </pc:sldChg>
      <pc:sldChg chg="modSp">
        <pc:chgData name="Sujit Das" userId="S::sujit.das@pdpu.ac.in::5531694e-1714-439d-a47e-7795b732b077" providerId="AD" clId="Web-{E63E7E02-C35E-EE02-A939-A867E78D6EA9}" dt="2026-07-29T04:29:16.130" v="2" actId="20577"/>
        <pc:sldMkLst>
          <pc:docMk/>
          <pc:sldMk cId="2758461975" sldId="275"/>
        </pc:sldMkLst>
        <pc:spChg chg="mod">
          <ac:chgData name="Sujit Das" userId="S::sujit.das@pdpu.ac.in::5531694e-1714-439d-a47e-7795b732b077" providerId="AD" clId="Web-{E63E7E02-C35E-EE02-A939-A867E78D6EA9}" dt="2026-07-29T04:29:16.130" v="2" actId="20577"/>
          <ac:spMkLst>
            <pc:docMk/>
            <pc:sldMk cId="2758461975" sldId="275"/>
            <ac:spMk id="3" creationId="{F02E202B-3A53-84DE-CE6D-A5074B6EC8A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5EBF06-444B-4FE4-9A6A-BCCAB73E5FC7}" type="doc">
      <dgm:prSet loTypeId="urn:microsoft.com/office/officeart/2005/8/layout/hierarchy1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A3A9EBE-CE71-4F78-8169-C7D3EB982CF1}">
      <dgm:prSet phldrT="[Text]" phldr="0"/>
      <dgm:spPr/>
      <dgm:t>
        <a:bodyPr/>
        <a:lstStyle/>
        <a:p>
          <a:pPr rtl="0"/>
          <a:r>
            <a:rPr lang="en-US"/>
            <a:t>COMPUTER CRIME</a:t>
          </a:r>
        </a:p>
      </dgm:t>
    </dgm:pt>
    <dgm:pt modelId="{AFB2F6C1-8E1A-4D2C-A908-054F8D770708}" type="parTrans" cxnId="{DAB6D336-BAC5-46F4-BE04-062A3E20D555}">
      <dgm:prSet/>
      <dgm:spPr/>
      <dgm:t>
        <a:bodyPr/>
        <a:lstStyle/>
        <a:p>
          <a:endParaRPr lang="en-US"/>
        </a:p>
      </dgm:t>
    </dgm:pt>
    <dgm:pt modelId="{3C0758E2-8518-4415-A98B-DB5B9B871B9B}" type="sibTrans" cxnId="{DAB6D336-BAC5-46F4-BE04-062A3E20D555}">
      <dgm:prSet/>
      <dgm:spPr/>
      <dgm:t>
        <a:bodyPr/>
        <a:lstStyle/>
        <a:p>
          <a:endParaRPr lang="en-US"/>
        </a:p>
      </dgm:t>
    </dgm:pt>
    <dgm:pt modelId="{F4408A21-1F38-4AAD-8ABE-B9F3157B61FB}">
      <dgm:prSet phldrT="[Text]" phldr="0"/>
      <dgm:spPr/>
      <dgm:t>
        <a:bodyPr/>
        <a:lstStyle/>
        <a:p>
          <a:pPr rtl="0"/>
          <a:r>
            <a:rPr lang="en-US"/>
            <a:t>Computer is the Target</a:t>
          </a:r>
          <a:endParaRPr lang="en-US">
            <a:latin typeface="Calibri Light" panose="020F0302020204030204"/>
          </a:endParaRPr>
        </a:p>
      </dgm:t>
    </dgm:pt>
    <dgm:pt modelId="{83012358-872F-4B92-B9F4-5D78EA8F0464}" type="parTrans" cxnId="{1C34D098-F14D-483E-A57B-687F453E8E17}">
      <dgm:prSet/>
      <dgm:spPr/>
      <dgm:t>
        <a:bodyPr/>
        <a:lstStyle/>
        <a:p>
          <a:endParaRPr lang="en-US"/>
        </a:p>
      </dgm:t>
    </dgm:pt>
    <dgm:pt modelId="{DFD755DB-281A-456F-8781-92CE41A39B9A}" type="sibTrans" cxnId="{1C34D098-F14D-483E-A57B-687F453E8E17}">
      <dgm:prSet/>
      <dgm:spPr/>
      <dgm:t>
        <a:bodyPr/>
        <a:lstStyle/>
        <a:p>
          <a:endParaRPr lang="en-US"/>
        </a:p>
      </dgm:t>
    </dgm:pt>
    <dgm:pt modelId="{BC4E1780-B47B-4682-8FA6-677C9AB17625}">
      <dgm:prSet phldrT="[Text]" phldr="0"/>
      <dgm:spPr/>
      <dgm:t>
        <a:bodyPr/>
        <a:lstStyle/>
        <a:p>
          <a:pPr rtl="0"/>
          <a:r>
            <a:rPr lang="en-US"/>
            <a:t>Computer is the Tool</a:t>
          </a:r>
        </a:p>
      </dgm:t>
    </dgm:pt>
    <dgm:pt modelId="{B70C632F-1CC5-4BD4-BD39-5BDF7C5E382E}" type="parTrans" cxnId="{C5B7AAC7-F7B5-4E22-BFD5-23473BB8CA71}">
      <dgm:prSet/>
      <dgm:spPr/>
      <dgm:t>
        <a:bodyPr/>
        <a:lstStyle/>
        <a:p>
          <a:endParaRPr lang="en-US"/>
        </a:p>
      </dgm:t>
    </dgm:pt>
    <dgm:pt modelId="{2C521FC1-72A0-4AAE-8609-0C3D32C5E47D}" type="sibTrans" cxnId="{C5B7AAC7-F7B5-4E22-BFD5-23473BB8CA71}">
      <dgm:prSet/>
      <dgm:spPr/>
      <dgm:t>
        <a:bodyPr/>
        <a:lstStyle/>
        <a:p>
          <a:endParaRPr lang="en-US"/>
        </a:p>
      </dgm:t>
    </dgm:pt>
    <dgm:pt modelId="{2C7E2B90-0BE4-42C9-8F71-F991DA5ABD90}">
      <dgm:prSet phldrT="[Text]" phldr="0"/>
      <dgm:spPr/>
      <dgm:t>
        <a:bodyPr/>
        <a:lstStyle/>
        <a:p>
          <a:pPr rtl="0"/>
          <a:r>
            <a:rPr lang="en-US" sz="1400" dirty="0"/>
            <a:t>Attack the System </a:t>
          </a:r>
          <a:endParaRPr lang="en-US" sz="1400" dirty="0">
            <a:latin typeface="Calibri Light" panose="020F0302020204030204"/>
          </a:endParaRPr>
        </a:p>
      </dgm:t>
    </dgm:pt>
    <dgm:pt modelId="{F899AC8D-B37A-4258-9334-9CB182AC0B8F}" type="parTrans" cxnId="{B1488848-2BD7-45D3-A20B-3E10C07B3326}">
      <dgm:prSet/>
      <dgm:spPr/>
    </dgm:pt>
    <dgm:pt modelId="{850161C0-5501-48CA-9B41-81F98EDCE0B2}" type="sibTrans" cxnId="{B1488848-2BD7-45D3-A20B-3E10C07B3326}">
      <dgm:prSet/>
      <dgm:spPr/>
    </dgm:pt>
    <dgm:pt modelId="{B7E786DE-59CF-4A78-904E-AF9B837C7261}">
      <dgm:prSet phldrT="[Text]" phldr="0"/>
      <dgm:spPr/>
      <dgm:t>
        <a:bodyPr/>
        <a:lstStyle/>
        <a:p>
          <a:pPr rtl="0"/>
          <a:r>
            <a:rPr lang="en-US" sz="1400" dirty="0"/>
            <a:t>Hacking, Malware</a:t>
          </a:r>
          <a:r>
            <a:rPr lang="en-US" sz="1400" dirty="0">
              <a:latin typeface="Calibri Light" panose="020F0302020204030204"/>
            </a:rPr>
            <a:t>, </a:t>
          </a:r>
          <a:r>
            <a:rPr lang="en-US" sz="1400" dirty="0"/>
            <a:t>Ransomware</a:t>
          </a:r>
          <a:r>
            <a:rPr lang="en-US" sz="1400" dirty="0">
              <a:latin typeface="Calibri Light" panose="020F0302020204030204"/>
            </a:rPr>
            <a:t> </a:t>
          </a:r>
          <a:endParaRPr lang="en-US" dirty="0"/>
        </a:p>
      </dgm:t>
    </dgm:pt>
    <dgm:pt modelId="{B3BA8E2A-336E-4042-B8C9-871C213DF212}" type="parTrans" cxnId="{D5EBBE43-B519-4CFE-A495-A674DE22FADB}">
      <dgm:prSet/>
      <dgm:spPr/>
    </dgm:pt>
    <dgm:pt modelId="{4E645CAB-74C5-4107-BAD7-79FCC8679465}" type="sibTrans" cxnId="{D5EBBE43-B519-4CFE-A495-A674DE22FADB}">
      <dgm:prSet/>
      <dgm:spPr/>
    </dgm:pt>
    <dgm:pt modelId="{008EA55A-252E-474D-BF25-EE5F32B532C0}">
      <dgm:prSet phldrT="[Text]" phldr="0"/>
      <dgm:spPr/>
      <dgm:t>
        <a:bodyPr/>
        <a:lstStyle/>
        <a:p>
          <a:pPr rtl="0"/>
          <a:r>
            <a:rPr lang="en-US" sz="1400" dirty="0"/>
            <a:t>Use the System</a:t>
          </a:r>
          <a:endParaRPr lang="en-US" sz="1400" dirty="0">
            <a:latin typeface="Calibri Light" panose="020F0302020204030204"/>
          </a:endParaRPr>
        </a:p>
      </dgm:t>
    </dgm:pt>
    <dgm:pt modelId="{1C10A995-6478-423B-8537-36E11E9B65A5}" type="parTrans" cxnId="{976C2738-D4BC-4C97-945F-8A5451172C77}">
      <dgm:prSet/>
      <dgm:spPr/>
    </dgm:pt>
    <dgm:pt modelId="{93918E2C-BDBF-4170-BF55-8E24E7535115}" type="sibTrans" cxnId="{976C2738-D4BC-4C97-945F-8A5451172C77}">
      <dgm:prSet/>
      <dgm:spPr/>
    </dgm:pt>
    <dgm:pt modelId="{CC041EA6-34BF-4246-B955-1341FEB3A722}">
      <dgm:prSet phldrT="[Text]" phldr="0"/>
      <dgm:spPr/>
      <dgm:t>
        <a:bodyPr/>
        <a:lstStyle/>
        <a:p>
          <a:pPr rtl="0"/>
          <a:r>
            <a:rPr lang="en-US" sz="1400" dirty="0"/>
            <a:t>Fraud, Phishing,</a:t>
          </a:r>
          <a:r>
            <a:rPr lang="en-US" sz="1400" dirty="0">
              <a:latin typeface="Calibri Light" panose="020F0302020204030204"/>
            </a:rPr>
            <a:t> </a:t>
          </a:r>
          <a:r>
            <a:rPr lang="en-US" sz="1400" dirty="0"/>
            <a:t>Identity Theft</a:t>
          </a:r>
        </a:p>
      </dgm:t>
    </dgm:pt>
    <dgm:pt modelId="{450E1C1F-F95D-4D76-9ED2-03DF9923629D}" type="parTrans" cxnId="{A1808E3B-F59A-491B-9C1C-36FF26535291}">
      <dgm:prSet/>
      <dgm:spPr/>
    </dgm:pt>
    <dgm:pt modelId="{4B3D85E4-A37F-430C-954F-E81B81968ADB}" type="sibTrans" cxnId="{A1808E3B-F59A-491B-9C1C-36FF26535291}">
      <dgm:prSet/>
      <dgm:spPr/>
    </dgm:pt>
    <dgm:pt modelId="{3C0914F3-73EB-40D5-8BD1-31B970E525D8}" type="pres">
      <dgm:prSet presAssocID="{EC5EBF06-444B-4FE4-9A6A-BCCAB73E5FC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5A4C015-9D22-4761-B0DA-EBD658BFF13F}" type="pres">
      <dgm:prSet presAssocID="{1A3A9EBE-CE71-4F78-8169-C7D3EB982CF1}" presName="hierRoot1" presStyleCnt="0"/>
      <dgm:spPr/>
    </dgm:pt>
    <dgm:pt modelId="{5F187BE6-E6EB-4D3C-8AB2-0B44F28879BE}" type="pres">
      <dgm:prSet presAssocID="{1A3A9EBE-CE71-4F78-8169-C7D3EB982CF1}" presName="composite" presStyleCnt="0"/>
      <dgm:spPr/>
    </dgm:pt>
    <dgm:pt modelId="{92FEC435-C0D0-454B-B854-52670123DB8A}" type="pres">
      <dgm:prSet presAssocID="{1A3A9EBE-CE71-4F78-8169-C7D3EB982CF1}" presName="background" presStyleLbl="node0" presStyleIdx="0" presStyleCnt="1"/>
      <dgm:spPr/>
    </dgm:pt>
    <dgm:pt modelId="{E11524D4-4EF4-4E4F-88F3-AA672834AABE}" type="pres">
      <dgm:prSet presAssocID="{1A3A9EBE-CE71-4F78-8169-C7D3EB982CF1}" presName="text" presStyleLbl="fgAcc0" presStyleIdx="0" presStyleCnt="1">
        <dgm:presLayoutVars>
          <dgm:chPref val="3"/>
        </dgm:presLayoutVars>
      </dgm:prSet>
      <dgm:spPr/>
    </dgm:pt>
    <dgm:pt modelId="{FB1FC324-4764-4C4B-91A0-964294856C06}" type="pres">
      <dgm:prSet presAssocID="{1A3A9EBE-CE71-4F78-8169-C7D3EB982CF1}" presName="hierChild2" presStyleCnt="0"/>
      <dgm:spPr/>
    </dgm:pt>
    <dgm:pt modelId="{B3886DFC-88D5-4E53-BF11-4B4F69DADD70}" type="pres">
      <dgm:prSet presAssocID="{83012358-872F-4B92-B9F4-5D78EA8F0464}" presName="Name10" presStyleLbl="parChTrans1D2" presStyleIdx="0" presStyleCnt="2"/>
      <dgm:spPr/>
    </dgm:pt>
    <dgm:pt modelId="{1ECFC288-2F86-4C17-AC26-0D0D3E273667}" type="pres">
      <dgm:prSet presAssocID="{F4408A21-1F38-4AAD-8ABE-B9F3157B61FB}" presName="hierRoot2" presStyleCnt="0"/>
      <dgm:spPr/>
    </dgm:pt>
    <dgm:pt modelId="{A7AB5843-F5D7-45CF-B0C0-9D75C5959DF3}" type="pres">
      <dgm:prSet presAssocID="{F4408A21-1F38-4AAD-8ABE-B9F3157B61FB}" presName="composite2" presStyleCnt="0"/>
      <dgm:spPr/>
    </dgm:pt>
    <dgm:pt modelId="{FB318C04-3694-482A-BFD6-88C61D747ECF}" type="pres">
      <dgm:prSet presAssocID="{F4408A21-1F38-4AAD-8ABE-B9F3157B61FB}" presName="background2" presStyleLbl="node2" presStyleIdx="0" presStyleCnt="2"/>
      <dgm:spPr/>
    </dgm:pt>
    <dgm:pt modelId="{19DAA1CD-403F-4418-A21A-AB9E0B14ED7C}" type="pres">
      <dgm:prSet presAssocID="{F4408A21-1F38-4AAD-8ABE-B9F3157B61FB}" presName="text2" presStyleLbl="fgAcc2" presStyleIdx="0" presStyleCnt="2">
        <dgm:presLayoutVars>
          <dgm:chPref val="3"/>
        </dgm:presLayoutVars>
      </dgm:prSet>
      <dgm:spPr/>
    </dgm:pt>
    <dgm:pt modelId="{CEC8866E-27FF-4CE9-B20B-18A706344295}" type="pres">
      <dgm:prSet presAssocID="{F4408A21-1F38-4AAD-8ABE-B9F3157B61FB}" presName="hierChild3" presStyleCnt="0"/>
      <dgm:spPr/>
    </dgm:pt>
    <dgm:pt modelId="{7CFC63D3-C213-4D06-A517-C0625AD538A8}" type="pres">
      <dgm:prSet presAssocID="{F899AC8D-B37A-4258-9334-9CB182AC0B8F}" presName="Name17" presStyleLbl="parChTrans1D3" presStyleIdx="0" presStyleCnt="4"/>
      <dgm:spPr/>
    </dgm:pt>
    <dgm:pt modelId="{A148C150-5C13-4253-B322-23359CE1B754}" type="pres">
      <dgm:prSet presAssocID="{2C7E2B90-0BE4-42C9-8F71-F991DA5ABD90}" presName="hierRoot3" presStyleCnt="0"/>
      <dgm:spPr/>
    </dgm:pt>
    <dgm:pt modelId="{696A76B9-FC02-488E-AD3F-02EC7EB5C141}" type="pres">
      <dgm:prSet presAssocID="{2C7E2B90-0BE4-42C9-8F71-F991DA5ABD90}" presName="composite3" presStyleCnt="0"/>
      <dgm:spPr/>
    </dgm:pt>
    <dgm:pt modelId="{C6874B75-EDDD-4220-A97F-784F820DF5E7}" type="pres">
      <dgm:prSet presAssocID="{2C7E2B90-0BE4-42C9-8F71-F991DA5ABD90}" presName="background3" presStyleLbl="node3" presStyleIdx="0" presStyleCnt="4"/>
      <dgm:spPr/>
    </dgm:pt>
    <dgm:pt modelId="{9D12659C-72AA-4584-938D-80C8CD1DF7FC}" type="pres">
      <dgm:prSet presAssocID="{2C7E2B90-0BE4-42C9-8F71-F991DA5ABD90}" presName="text3" presStyleLbl="fgAcc3" presStyleIdx="0" presStyleCnt="4">
        <dgm:presLayoutVars>
          <dgm:chPref val="3"/>
        </dgm:presLayoutVars>
      </dgm:prSet>
      <dgm:spPr/>
    </dgm:pt>
    <dgm:pt modelId="{ACC09B6F-F0A7-4DF7-9FCA-3EC5BE6AAD79}" type="pres">
      <dgm:prSet presAssocID="{2C7E2B90-0BE4-42C9-8F71-F991DA5ABD90}" presName="hierChild4" presStyleCnt="0"/>
      <dgm:spPr/>
    </dgm:pt>
    <dgm:pt modelId="{975E1284-EE06-41B9-B9A6-148FD5C0077E}" type="pres">
      <dgm:prSet presAssocID="{B3BA8E2A-336E-4042-B8C9-871C213DF212}" presName="Name17" presStyleLbl="parChTrans1D3" presStyleIdx="1" presStyleCnt="4"/>
      <dgm:spPr/>
    </dgm:pt>
    <dgm:pt modelId="{5A1E16E1-CF99-4702-88FB-155DFB76E012}" type="pres">
      <dgm:prSet presAssocID="{B7E786DE-59CF-4A78-904E-AF9B837C7261}" presName="hierRoot3" presStyleCnt="0"/>
      <dgm:spPr/>
    </dgm:pt>
    <dgm:pt modelId="{EDEF9B1A-945F-42B7-B238-D0C033B373A4}" type="pres">
      <dgm:prSet presAssocID="{B7E786DE-59CF-4A78-904E-AF9B837C7261}" presName="composite3" presStyleCnt="0"/>
      <dgm:spPr/>
    </dgm:pt>
    <dgm:pt modelId="{F7FC626A-A7AB-4B5A-B204-B230397061AF}" type="pres">
      <dgm:prSet presAssocID="{B7E786DE-59CF-4A78-904E-AF9B837C7261}" presName="background3" presStyleLbl="node3" presStyleIdx="1" presStyleCnt="4"/>
      <dgm:spPr/>
    </dgm:pt>
    <dgm:pt modelId="{B62BDDCA-34E5-447C-96C0-CCEA9FCCCE1C}" type="pres">
      <dgm:prSet presAssocID="{B7E786DE-59CF-4A78-904E-AF9B837C7261}" presName="text3" presStyleLbl="fgAcc3" presStyleIdx="1" presStyleCnt="4">
        <dgm:presLayoutVars>
          <dgm:chPref val="3"/>
        </dgm:presLayoutVars>
      </dgm:prSet>
      <dgm:spPr/>
    </dgm:pt>
    <dgm:pt modelId="{40765CF5-B564-42BC-81BB-D62208134FBF}" type="pres">
      <dgm:prSet presAssocID="{B7E786DE-59CF-4A78-904E-AF9B837C7261}" presName="hierChild4" presStyleCnt="0"/>
      <dgm:spPr/>
    </dgm:pt>
    <dgm:pt modelId="{A7FEFC41-B0B3-49F4-BF19-38C0221CA308}" type="pres">
      <dgm:prSet presAssocID="{B70C632F-1CC5-4BD4-BD39-5BDF7C5E382E}" presName="Name10" presStyleLbl="parChTrans1D2" presStyleIdx="1" presStyleCnt="2"/>
      <dgm:spPr/>
    </dgm:pt>
    <dgm:pt modelId="{E702A27B-DC01-4CC9-A644-9986C3370484}" type="pres">
      <dgm:prSet presAssocID="{BC4E1780-B47B-4682-8FA6-677C9AB17625}" presName="hierRoot2" presStyleCnt="0"/>
      <dgm:spPr/>
    </dgm:pt>
    <dgm:pt modelId="{98FF7B14-FA73-42F5-9C2A-F2392BE4D8AE}" type="pres">
      <dgm:prSet presAssocID="{BC4E1780-B47B-4682-8FA6-677C9AB17625}" presName="composite2" presStyleCnt="0"/>
      <dgm:spPr/>
    </dgm:pt>
    <dgm:pt modelId="{7FDDAFED-FAE4-449E-A463-0DE6DB8F2EBF}" type="pres">
      <dgm:prSet presAssocID="{BC4E1780-B47B-4682-8FA6-677C9AB17625}" presName="background2" presStyleLbl="node2" presStyleIdx="1" presStyleCnt="2"/>
      <dgm:spPr/>
    </dgm:pt>
    <dgm:pt modelId="{5E382DE1-EE2D-4CEF-8FE3-24837B730A81}" type="pres">
      <dgm:prSet presAssocID="{BC4E1780-B47B-4682-8FA6-677C9AB17625}" presName="text2" presStyleLbl="fgAcc2" presStyleIdx="1" presStyleCnt="2">
        <dgm:presLayoutVars>
          <dgm:chPref val="3"/>
        </dgm:presLayoutVars>
      </dgm:prSet>
      <dgm:spPr/>
    </dgm:pt>
    <dgm:pt modelId="{4040C774-3C7E-4315-B3AC-134E7B6D93F4}" type="pres">
      <dgm:prSet presAssocID="{BC4E1780-B47B-4682-8FA6-677C9AB17625}" presName="hierChild3" presStyleCnt="0"/>
      <dgm:spPr/>
    </dgm:pt>
    <dgm:pt modelId="{7ACC6A70-ED26-4E79-BF5A-9BA572099AE3}" type="pres">
      <dgm:prSet presAssocID="{1C10A995-6478-423B-8537-36E11E9B65A5}" presName="Name17" presStyleLbl="parChTrans1D3" presStyleIdx="2" presStyleCnt="4"/>
      <dgm:spPr/>
    </dgm:pt>
    <dgm:pt modelId="{751B1F22-0280-408E-A272-954AB960E787}" type="pres">
      <dgm:prSet presAssocID="{008EA55A-252E-474D-BF25-EE5F32B532C0}" presName="hierRoot3" presStyleCnt="0"/>
      <dgm:spPr/>
    </dgm:pt>
    <dgm:pt modelId="{7B436029-24C9-4BFC-8FBD-08EB51E85244}" type="pres">
      <dgm:prSet presAssocID="{008EA55A-252E-474D-BF25-EE5F32B532C0}" presName="composite3" presStyleCnt="0"/>
      <dgm:spPr/>
    </dgm:pt>
    <dgm:pt modelId="{FD17100E-98DA-4557-8106-9E0D04DED4AD}" type="pres">
      <dgm:prSet presAssocID="{008EA55A-252E-474D-BF25-EE5F32B532C0}" presName="background3" presStyleLbl="node3" presStyleIdx="2" presStyleCnt="4"/>
      <dgm:spPr/>
    </dgm:pt>
    <dgm:pt modelId="{3CF480A2-F97F-474D-BA5E-FAEE9202B1FA}" type="pres">
      <dgm:prSet presAssocID="{008EA55A-252E-474D-BF25-EE5F32B532C0}" presName="text3" presStyleLbl="fgAcc3" presStyleIdx="2" presStyleCnt="4">
        <dgm:presLayoutVars>
          <dgm:chPref val="3"/>
        </dgm:presLayoutVars>
      </dgm:prSet>
      <dgm:spPr/>
    </dgm:pt>
    <dgm:pt modelId="{3FB4021A-CDC6-4A1D-9BB6-5A4CC462A12D}" type="pres">
      <dgm:prSet presAssocID="{008EA55A-252E-474D-BF25-EE5F32B532C0}" presName="hierChild4" presStyleCnt="0"/>
      <dgm:spPr/>
    </dgm:pt>
    <dgm:pt modelId="{BFAAEAB1-37C6-4E20-89D8-A95D0B414A48}" type="pres">
      <dgm:prSet presAssocID="{450E1C1F-F95D-4D76-9ED2-03DF9923629D}" presName="Name17" presStyleLbl="parChTrans1D3" presStyleIdx="3" presStyleCnt="4"/>
      <dgm:spPr/>
    </dgm:pt>
    <dgm:pt modelId="{EDE4E99D-7937-49C9-86CE-4E59231ED715}" type="pres">
      <dgm:prSet presAssocID="{CC041EA6-34BF-4246-B955-1341FEB3A722}" presName="hierRoot3" presStyleCnt="0"/>
      <dgm:spPr/>
    </dgm:pt>
    <dgm:pt modelId="{79075855-D35F-4409-AAD2-E1C85022A557}" type="pres">
      <dgm:prSet presAssocID="{CC041EA6-34BF-4246-B955-1341FEB3A722}" presName="composite3" presStyleCnt="0"/>
      <dgm:spPr/>
    </dgm:pt>
    <dgm:pt modelId="{81BBB033-E90C-41E1-898D-80612B7BB155}" type="pres">
      <dgm:prSet presAssocID="{CC041EA6-34BF-4246-B955-1341FEB3A722}" presName="background3" presStyleLbl="node3" presStyleIdx="3" presStyleCnt="4"/>
      <dgm:spPr/>
    </dgm:pt>
    <dgm:pt modelId="{50AB2682-BEDC-462E-A96F-13678C679631}" type="pres">
      <dgm:prSet presAssocID="{CC041EA6-34BF-4246-B955-1341FEB3A722}" presName="text3" presStyleLbl="fgAcc3" presStyleIdx="3" presStyleCnt="4">
        <dgm:presLayoutVars>
          <dgm:chPref val="3"/>
        </dgm:presLayoutVars>
      </dgm:prSet>
      <dgm:spPr/>
    </dgm:pt>
    <dgm:pt modelId="{C4057766-8AAF-428E-93A0-74C59C1E8780}" type="pres">
      <dgm:prSet presAssocID="{CC041EA6-34BF-4246-B955-1341FEB3A722}" presName="hierChild4" presStyleCnt="0"/>
      <dgm:spPr/>
    </dgm:pt>
  </dgm:ptLst>
  <dgm:cxnLst>
    <dgm:cxn modelId="{31B76D04-D047-41F4-A70E-5EDFA0C97DCE}" type="presOf" srcId="{2C7E2B90-0BE4-42C9-8F71-F991DA5ABD90}" destId="{9D12659C-72AA-4584-938D-80C8CD1DF7FC}" srcOrd="0" destOrd="0" presId="urn:microsoft.com/office/officeart/2005/8/layout/hierarchy1"/>
    <dgm:cxn modelId="{09EE0A0E-A9E9-4E74-BDB2-D01EE469E371}" type="presOf" srcId="{BC4E1780-B47B-4682-8FA6-677C9AB17625}" destId="{5E382DE1-EE2D-4CEF-8FE3-24837B730A81}" srcOrd="0" destOrd="0" presId="urn:microsoft.com/office/officeart/2005/8/layout/hierarchy1"/>
    <dgm:cxn modelId="{DAB6D336-BAC5-46F4-BE04-062A3E20D555}" srcId="{EC5EBF06-444B-4FE4-9A6A-BCCAB73E5FC7}" destId="{1A3A9EBE-CE71-4F78-8169-C7D3EB982CF1}" srcOrd="0" destOrd="0" parTransId="{AFB2F6C1-8E1A-4D2C-A908-054F8D770708}" sibTransId="{3C0758E2-8518-4415-A98B-DB5B9B871B9B}"/>
    <dgm:cxn modelId="{976C2738-D4BC-4C97-945F-8A5451172C77}" srcId="{BC4E1780-B47B-4682-8FA6-677C9AB17625}" destId="{008EA55A-252E-474D-BF25-EE5F32B532C0}" srcOrd="0" destOrd="0" parTransId="{1C10A995-6478-423B-8537-36E11E9B65A5}" sibTransId="{93918E2C-BDBF-4170-BF55-8E24E7535115}"/>
    <dgm:cxn modelId="{A1808E3B-F59A-491B-9C1C-36FF26535291}" srcId="{BC4E1780-B47B-4682-8FA6-677C9AB17625}" destId="{CC041EA6-34BF-4246-B955-1341FEB3A722}" srcOrd="1" destOrd="0" parTransId="{450E1C1F-F95D-4D76-9ED2-03DF9923629D}" sibTransId="{4B3D85E4-A37F-430C-954F-E81B81968ADB}"/>
    <dgm:cxn modelId="{B08AEE3F-5E0A-4810-B953-4106E0DCEF07}" type="presOf" srcId="{EC5EBF06-444B-4FE4-9A6A-BCCAB73E5FC7}" destId="{3C0914F3-73EB-40D5-8BD1-31B970E525D8}" srcOrd="0" destOrd="0" presId="urn:microsoft.com/office/officeart/2005/8/layout/hierarchy1"/>
    <dgm:cxn modelId="{D5EBBE43-B519-4CFE-A495-A674DE22FADB}" srcId="{F4408A21-1F38-4AAD-8ABE-B9F3157B61FB}" destId="{B7E786DE-59CF-4A78-904E-AF9B837C7261}" srcOrd="1" destOrd="0" parTransId="{B3BA8E2A-336E-4042-B8C9-871C213DF212}" sibTransId="{4E645CAB-74C5-4107-BAD7-79FCC8679465}"/>
    <dgm:cxn modelId="{7FA0CF46-185F-4B92-8631-C08966711196}" type="presOf" srcId="{1A3A9EBE-CE71-4F78-8169-C7D3EB982CF1}" destId="{E11524D4-4EF4-4E4F-88F3-AA672834AABE}" srcOrd="0" destOrd="0" presId="urn:microsoft.com/office/officeart/2005/8/layout/hierarchy1"/>
    <dgm:cxn modelId="{B1488848-2BD7-45D3-A20B-3E10C07B3326}" srcId="{F4408A21-1F38-4AAD-8ABE-B9F3157B61FB}" destId="{2C7E2B90-0BE4-42C9-8F71-F991DA5ABD90}" srcOrd="0" destOrd="0" parTransId="{F899AC8D-B37A-4258-9334-9CB182AC0B8F}" sibTransId="{850161C0-5501-48CA-9B41-81F98EDCE0B2}"/>
    <dgm:cxn modelId="{E949DF6A-D2DD-4A0B-BDF8-35D45F076EE0}" type="presOf" srcId="{F899AC8D-B37A-4258-9334-9CB182AC0B8F}" destId="{7CFC63D3-C213-4D06-A517-C0625AD538A8}" srcOrd="0" destOrd="0" presId="urn:microsoft.com/office/officeart/2005/8/layout/hierarchy1"/>
    <dgm:cxn modelId="{87C8F051-9BA6-42DF-8603-F5A4207F5C72}" type="presOf" srcId="{450E1C1F-F95D-4D76-9ED2-03DF9923629D}" destId="{BFAAEAB1-37C6-4E20-89D8-A95D0B414A48}" srcOrd="0" destOrd="0" presId="urn:microsoft.com/office/officeart/2005/8/layout/hierarchy1"/>
    <dgm:cxn modelId="{38532D56-481C-4ADA-A8D5-537ABAA8CCDD}" type="presOf" srcId="{CC041EA6-34BF-4246-B955-1341FEB3A722}" destId="{50AB2682-BEDC-462E-A96F-13678C679631}" srcOrd="0" destOrd="0" presId="urn:microsoft.com/office/officeart/2005/8/layout/hierarchy1"/>
    <dgm:cxn modelId="{6C99A57E-4006-495A-8ECC-6A1A5DF55152}" type="presOf" srcId="{B3BA8E2A-336E-4042-B8C9-871C213DF212}" destId="{975E1284-EE06-41B9-B9A6-148FD5C0077E}" srcOrd="0" destOrd="0" presId="urn:microsoft.com/office/officeart/2005/8/layout/hierarchy1"/>
    <dgm:cxn modelId="{12282188-FD8B-4820-B423-FEA3D8D4A2EF}" type="presOf" srcId="{F4408A21-1F38-4AAD-8ABE-B9F3157B61FB}" destId="{19DAA1CD-403F-4418-A21A-AB9E0B14ED7C}" srcOrd="0" destOrd="0" presId="urn:microsoft.com/office/officeart/2005/8/layout/hierarchy1"/>
    <dgm:cxn modelId="{15CF8A8C-824B-4DE6-8837-C4A98E8A206A}" type="presOf" srcId="{B7E786DE-59CF-4A78-904E-AF9B837C7261}" destId="{B62BDDCA-34E5-447C-96C0-CCEA9FCCCE1C}" srcOrd="0" destOrd="0" presId="urn:microsoft.com/office/officeart/2005/8/layout/hierarchy1"/>
    <dgm:cxn modelId="{6A400698-74AE-4082-A62F-B1B53FE69D7B}" type="presOf" srcId="{008EA55A-252E-474D-BF25-EE5F32B532C0}" destId="{3CF480A2-F97F-474D-BA5E-FAEE9202B1FA}" srcOrd="0" destOrd="0" presId="urn:microsoft.com/office/officeart/2005/8/layout/hierarchy1"/>
    <dgm:cxn modelId="{1C34D098-F14D-483E-A57B-687F453E8E17}" srcId="{1A3A9EBE-CE71-4F78-8169-C7D3EB982CF1}" destId="{F4408A21-1F38-4AAD-8ABE-B9F3157B61FB}" srcOrd="0" destOrd="0" parTransId="{83012358-872F-4B92-B9F4-5D78EA8F0464}" sibTransId="{DFD755DB-281A-456F-8781-92CE41A39B9A}"/>
    <dgm:cxn modelId="{6C1FBFA6-95EA-4F13-8BBE-357BE9F19285}" type="presOf" srcId="{83012358-872F-4B92-B9F4-5D78EA8F0464}" destId="{B3886DFC-88D5-4E53-BF11-4B4F69DADD70}" srcOrd="0" destOrd="0" presId="urn:microsoft.com/office/officeart/2005/8/layout/hierarchy1"/>
    <dgm:cxn modelId="{C5B7AAC7-F7B5-4E22-BFD5-23473BB8CA71}" srcId="{1A3A9EBE-CE71-4F78-8169-C7D3EB982CF1}" destId="{BC4E1780-B47B-4682-8FA6-677C9AB17625}" srcOrd="1" destOrd="0" parTransId="{B70C632F-1CC5-4BD4-BD39-5BDF7C5E382E}" sibTransId="{2C521FC1-72A0-4AAE-8609-0C3D32C5E47D}"/>
    <dgm:cxn modelId="{834802F6-AD8B-4B68-83F7-41EF61E0E537}" type="presOf" srcId="{B70C632F-1CC5-4BD4-BD39-5BDF7C5E382E}" destId="{A7FEFC41-B0B3-49F4-BF19-38C0221CA308}" srcOrd="0" destOrd="0" presId="urn:microsoft.com/office/officeart/2005/8/layout/hierarchy1"/>
    <dgm:cxn modelId="{9047C4F7-6C19-4C69-BAE6-8986761135D9}" type="presOf" srcId="{1C10A995-6478-423B-8537-36E11E9B65A5}" destId="{7ACC6A70-ED26-4E79-BF5A-9BA572099AE3}" srcOrd="0" destOrd="0" presId="urn:microsoft.com/office/officeart/2005/8/layout/hierarchy1"/>
    <dgm:cxn modelId="{96B8888A-8943-47D2-ABF5-CAF595D18881}" type="presParOf" srcId="{3C0914F3-73EB-40D5-8BD1-31B970E525D8}" destId="{85A4C015-9D22-4761-B0DA-EBD658BFF13F}" srcOrd="0" destOrd="0" presId="urn:microsoft.com/office/officeart/2005/8/layout/hierarchy1"/>
    <dgm:cxn modelId="{F57E2348-57FA-42AF-BEF1-A269B87EC21E}" type="presParOf" srcId="{85A4C015-9D22-4761-B0DA-EBD658BFF13F}" destId="{5F187BE6-E6EB-4D3C-8AB2-0B44F28879BE}" srcOrd="0" destOrd="0" presId="urn:microsoft.com/office/officeart/2005/8/layout/hierarchy1"/>
    <dgm:cxn modelId="{94B11F87-44B5-4C25-93D3-1C48B8762189}" type="presParOf" srcId="{5F187BE6-E6EB-4D3C-8AB2-0B44F28879BE}" destId="{92FEC435-C0D0-454B-B854-52670123DB8A}" srcOrd="0" destOrd="0" presId="urn:microsoft.com/office/officeart/2005/8/layout/hierarchy1"/>
    <dgm:cxn modelId="{A0D9BCAE-C47C-4E3A-9861-8107C89A143A}" type="presParOf" srcId="{5F187BE6-E6EB-4D3C-8AB2-0B44F28879BE}" destId="{E11524D4-4EF4-4E4F-88F3-AA672834AABE}" srcOrd="1" destOrd="0" presId="urn:microsoft.com/office/officeart/2005/8/layout/hierarchy1"/>
    <dgm:cxn modelId="{F2A4077B-6E76-4AF8-9F45-674D55C4EE8D}" type="presParOf" srcId="{85A4C015-9D22-4761-B0DA-EBD658BFF13F}" destId="{FB1FC324-4764-4C4B-91A0-964294856C06}" srcOrd="1" destOrd="0" presId="urn:microsoft.com/office/officeart/2005/8/layout/hierarchy1"/>
    <dgm:cxn modelId="{0EC79394-3F36-4EA7-8D37-3F4C44557B39}" type="presParOf" srcId="{FB1FC324-4764-4C4B-91A0-964294856C06}" destId="{B3886DFC-88D5-4E53-BF11-4B4F69DADD70}" srcOrd="0" destOrd="0" presId="urn:microsoft.com/office/officeart/2005/8/layout/hierarchy1"/>
    <dgm:cxn modelId="{60A6F917-E081-4DFE-A366-2B6DB99F1661}" type="presParOf" srcId="{FB1FC324-4764-4C4B-91A0-964294856C06}" destId="{1ECFC288-2F86-4C17-AC26-0D0D3E273667}" srcOrd="1" destOrd="0" presId="urn:microsoft.com/office/officeart/2005/8/layout/hierarchy1"/>
    <dgm:cxn modelId="{74A02C46-3AC0-4523-BC61-EDB5E7DD6FDC}" type="presParOf" srcId="{1ECFC288-2F86-4C17-AC26-0D0D3E273667}" destId="{A7AB5843-F5D7-45CF-B0C0-9D75C5959DF3}" srcOrd="0" destOrd="0" presId="urn:microsoft.com/office/officeart/2005/8/layout/hierarchy1"/>
    <dgm:cxn modelId="{8EFFC0C5-DBE0-49CF-A2BA-4932336BE12B}" type="presParOf" srcId="{A7AB5843-F5D7-45CF-B0C0-9D75C5959DF3}" destId="{FB318C04-3694-482A-BFD6-88C61D747ECF}" srcOrd="0" destOrd="0" presId="urn:microsoft.com/office/officeart/2005/8/layout/hierarchy1"/>
    <dgm:cxn modelId="{3EAAE45C-16CE-4225-9395-C12E84BD5E5B}" type="presParOf" srcId="{A7AB5843-F5D7-45CF-B0C0-9D75C5959DF3}" destId="{19DAA1CD-403F-4418-A21A-AB9E0B14ED7C}" srcOrd="1" destOrd="0" presId="urn:microsoft.com/office/officeart/2005/8/layout/hierarchy1"/>
    <dgm:cxn modelId="{2CB03609-606B-42BB-B521-1D97777243FA}" type="presParOf" srcId="{1ECFC288-2F86-4C17-AC26-0D0D3E273667}" destId="{CEC8866E-27FF-4CE9-B20B-18A706344295}" srcOrd="1" destOrd="0" presId="urn:microsoft.com/office/officeart/2005/8/layout/hierarchy1"/>
    <dgm:cxn modelId="{6DEDA4B9-961D-4147-9273-DEC9EAF4314A}" type="presParOf" srcId="{CEC8866E-27FF-4CE9-B20B-18A706344295}" destId="{7CFC63D3-C213-4D06-A517-C0625AD538A8}" srcOrd="0" destOrd="0" presId="urn:microsoft.com/office/officeart/2005/8/layout/hierarchy1"/>
    <dgm:cxn modelId="{EB3776FD-7042-460B-81FD-ED23CC5046F0}" type="presParOf" srcId="{CEC8866E-27FF-4CE9-B20B-18A706344295}" destId="{A148C150-5C13-4253-B322-23359CE1B754}" srcOrd="1" destOrd="0" presId="urn:microsoft.com/office/officeart/2005/8/layout/hierarchy1"/>
    <dgm:cxn modelId="{CA13376F-9257-4F58-B7E2-DFE4EDE7FE18}" type="presParOf" srcId="{A148C150-5C13-4253-B322-23359CE1B754}" destId="{696A76B9-FC02-488E-AD3F-02EC7EB5C141}" srcOrd="0" destOrd="0" presId="urn:microsoft.com/office/officeart/2005/8/layout/hierarchy1"/>
    <dgm:cxn modelId="{590FB23B-5872-4224-BF8C-90472D7BA578}" type="presParOf" srcId="{696A76B9-FC02-488E-AD3F-02EC7EB5C141}" destId="{C6874B75-EDDD-4220-A97F-784F820DF5E7}" srcOrd="0" destOrd="0" presId="urn:microsoft.com/office/officeart/2005/8/layout/hierarchy1"/>
    <dgm:cxn modelId="{DEFD80E3-0519-4BE4-9A28-1BB32B85D4C6}" type="presParOf" srcId="{696A76B9-FC02-488E-AD3F-02EC7EB5C141}" destId="{9D12659C-72AA-4584-938D-80C8CD1DF7FC}" srcOrd="1" destOrd="0" presId="urn:microsoft.com/office/officeart/2005/8/layout/hierarchy1"/>
    <dgm:cxn modelId="{B70D6A4D-8936-455D-A170-2A486264FF11}" type="presParOf" srcId="{A148C150-5C13-4253-B322-23359CE1B754}" destId="{ACC09B6F-F0A7-4DF7-9FCA-3EC5BE6AAD79}" srcOrd="1" destOrd="0" presId="urn:microsoft.com/office/officeart/2005/8/layout/hierarchy1"/>
    <dgm:cxn modelId="{114AD5E6-1A11-4DD9-B330-22272F29A600}" type="presParOf" srcId="{CEC8866E-27FF-4CE9-B20B-18A706344295}" destId="{975E1284-EE06-41B9-B9A6-148FD5C0077E}" srcOrd="2" destOrd="0" presId="urn:microsoft.com/office/officeart/2005/8/layout/hierarchy1"/>
    <dgm:cxn modelId="{1DDA08C7-5A93-48C9-8F7D-A4E7AE92FEDF}" type="presParOf" srcId="{CEC8866E-27FF-4CE9-B20B-18A706344295}" destId="{5A1E16E1-CF99-4702-88FB-155DFB76E012}" srcOrd="3" destOrd="0" presId="urn:microsoft.com/office/officeart/2005/8/layout/hierarchy1"/>
    <dgm:cxn modelId="{07088864-C1AE-4A18-AC8A-288CBE812BAE}" type="presParOf" srcId="{5A1E16E1-CF99-4702-88FB-155DFB76E012}" destId="{EDEF9B1A-945F-42B7-B238-D0C033B373A4}" srcOrd="0" destOrd="0" presId="urn:microsoft.com/office/officeart/2005/8/layout/hierarchy1"/>
    <dgm:cxn modelId="{AC73037B-267D-4B4D-8612-7B8DCCC00EEB}" type="presParOf" srcId="{EDEF9B1A-945F-42B7-B238-D0C033B373A4}" destId="{F7FC626A-A7AB-4B5A-B204-B230397061AF}" srcOrd="0" destOrd="0" presId="urn:microsoft.com/office/officeart/2005/8/layout/hierarchy1"/>
    <dgm:cxn modelId="{8406CB6D-1A29-4526-A521-DAA2089558C8}" type="presParOf" srcId="{EDEF9B1A-945F-42B7-B238-D0C033B373A4}" destId="{B62BDDCA-34E5-447C-96C0-CCEA9FCCCE1C}" srcOrd="1" destOrd="0" presId="urn:microsoft.com/office/officeart/2005/8/layout/hierarchy1"/>
    <dgm:cxn modelId="{5B60317B-A2AB-4018-A9E8-3F48A7EF1607}" type="presParOf" srcId="{5A1E16E1-CF99-4702-88FB-155DFB76E012}" destId="{40765CF5-B564-42BC-81BB-D62208134FBF}" srcOrd="1" destOrd="0" presId="urn:microsoft.com/office/officeart/2005/8/layout/hierarchy1"/>
    <dgm:cxn modelId="{7191870C-C4EA-4967-9BC7-2B9062B6E9B4}" type="presParOf" srcId="{FB1FC324-4764-4C4B-91A0-964294856C06}" destId="{A7FEFC41-B0B3-49F4-BF19-38C0221CA308}" srcOrd="2" destOrd="0" presId="urn:microsoft.com/office/officeart/2005/8/layout/hierarchy1"/>
    <dgm:cxn modelId="{B878B55C-2BD1-4B76-94C4-FB27CB262D37}" type="presParOf" srcId="{FB1FC324-4764-4C4B-91A0-964294856C06}" destId="{E702A27B-DC01-4CC9-A644-9986C3370484}" srcOrd="3" destOrd="0" presId="urn:microsoft.com/office/officeart/2005/8/layout/hierarchy1"/>
    <dgm:cxn modelId="{A8B74A01-E751-4E8A-BF79-744138B27A2D}" type="presParOf" srcId="{E702A27B-DC01-4CC9-A644-9986C3370484}" destId="{98FF7B14-FA73-42F5-9C2A-F2392BE4D8AE}" srcOrd="0" destOrd="0" presId="urn:microsoft.com/office/officeart/2005/8/layout/hierarchy1"/>
    <dgm:cxn modelId="{F7486B6D-8637-42F7-8A14-58AD2E5FEEA0}" type="presParOf" srcId="{98FF7B14-FA73-42F5-9C2A-F2392BE4D8AE}" destId="{7FDDAFED-FAE4-449E-A463-0DE6DB8F2EBF}" srcOrd="0" destOrd="0" presId="urn:microsoft.com/office/officeart/2005/8/layout/hierarchy1"/>
    <dgm:cxn modelId="{3DCF0971-FFEC-4C32-B541-9D349D26E90B}" type="presParOf" srcId="{98FF7B14-FA73-42F5-9C2A-F2392BE4D8AE}" destId="{5E382DE1-EE2D-4CEF-8FE3-24837B730A81}" srcOrd="1" destOrd="0" presId="urn:microsoft.com/office/officeart/2005/8/layout/hierarchy1"/>
    <dgm:cxn modelId="{D8BFEE95-C576-4B04-B1E7-88E7220BAF11}" type="presParOf" srcId="{E702A27B-DC01-4CC9-A644-9986C3370484}" destId="{4040C774-3C7E-4315-B3AC-134E7B6D93F4}" srcOrd="1" destOrd="0" presId="urn:microsoft.com/office/officeart/2005/8/layout/hierarchy1"/>
    <dgm:cxn modelId="{7C11A161-D7D3-486A-BC50-6C3973217C0D}" type="presParOf" srcId="{4040C774-3C7E-4315-B3AC-134E7B6D93F4}" destId="{7ACC6A70-ED26-4E79-BF5A-9BA572099AE3}" srcOrd="0" destOrd="0" presId="urn:microsoft.com/office/officeart/2005/8/layout/hierarchy1"/>
    <dgm:cxn modelId="{C6BDE439-E628-4B08-8ABB-249CB0E1BC68}" type="presParOf" srcId="{4040C774-3C7E-4315-B3AC-134E7B6D93F4}" destId="{751B1F22-0280-408E-A272-954AB960E787}" srcOrd="1" destOrd="0" presId="urn:microsoft.com/office/officeart/2005/8/layout/hierarchy1"/>
    <dgm:cxn modelId="{DBD8D7F5-EF95-4572-ADE0-1E751083839F}" type="presParOf" srcId="{751B1F22-0280-408E-A272-954AB960E787}" destId="{7B436029-24C9-4BFC-8FBD-08EB51E85244}" srcOrd="0" destOrd="0" presId="urn:microsoft.com/office/officeart/2005/8/layout/hierarchy1"/>
    <dgm:cxn modelId="{BC6C071E-15E4-4094-A659-7F42A6C7E05C}" type="presParOf" srcId="{7B436029-24C9-4BFC-8FBD-08EB51E85244}" destId="{FD17100E-98DA-4557-8106-9E0D04DED4AD}" srcOrd="0" destOrd="0" presId="urn:microsoft.com/office/officeart/2005/8/layout/hierarchy1"/>
    <dgm:cxn modelId="{34B90006-261D-4B33-9713-C3A366B764E0}" type="presParOf" srcId="{7B436029-24C9-4BFC-8FBD-08EB51E85244}" destId="{3CF480A2-F97F-474D-BA5E-FAEE9202B1FA}" srcOrd="1" destOrd="0" presId="urn:microsoft.com/office/officeart/2005/8/layout/hierarchy1"/>
    <dgm:cxn modelId="{997AADD0-F9E6-441A-B8D7-E029889C09E7}" type="presParOf" srcId="{751B1F22-0280-408E-A272-954AB960E787}" destId="{3FB4021A-CDC6-4A1D-9BB6-5A4CC462A12D}" srcOrd="1" destOrd="0" presId="urn:microsoft.com/office/officeart/2005/8/layout/hierarchy1"/>
    <dgm:cxn modelId="{A7F2AC3C-1D3B-4690-B819-6F7D5DCF6167}" type="presParOf" srcId="{4040C774-3C7E-4315-B3AC-134E7B6D93F4}" destId="{BFAAEAB1-37C6-4E20-89D8-A95D0B414A48}" srcOrd="2" destOrd="0" presId="urn:microsoft.com/office/officeart/2005/8/layout/hierarchy1"/>
    <dgm:cxn modelId="{0030DCDC-AAA7-4063-A817-54F27D65B25C}" type="presParOf" srcId="{4040C774-3C7E-4315-B3AC-134E7B6D93F4}" destId="{EDE4E99D-7937-49C9-86CE-4E59231ED715}" srcOrd="3" destOrd="0" presId="urn:microsoft.com/office/officeart/2005/8/layout/hierarchy1"/>
    <dgm:cxn modelId="{CDF0F1C3-3ECC-4D57-8EF9-60D4E340ECDD}" type="presParOf" srcId="{EDE4E99D-7937-49C9-86CE-4E59231ED715}" destId="{79075855-D35F-4409-AAD2-E1C85022A557}" srcOrd="0" destOrd="0" presId="urn:microsoft.com/office/officeart/2005/8/layout/hierarchy1"/>
    <dgm:cxn modelId="{8885E0A5-DCF6-4A59-9607-1CD22ED03A8D}" type="presParOf" srcId="{79075855-D35F-4409-AAD2-E1C85022A557}" destId="{81BBB033-E90C-41E1-898D-80612B7BB155}" srcOrd="0" destOrd="0" presId="urn:microsoft.com/office/officeart/2005/8/layout/hierarchy1"/>
    <dgm:cxn modelId="{B1BED16A-FB82-4E7B-AD12-8AF3FC41930D}" type="presParOf" srcId="{79075855-D35F-4409-AAD2-E1C85022A557}" destId="{50AB2682-BEDC-462E-A96F-13678C679631}" srcOrd="1" destOrd="0" presId="urn:microsoft.com/office/officeart/2005/8/layout/hierarchy1"/>
    <dgm:cxn modelId="{3702E093-A5BC-4DBB-A231-37EE10812B69}" type="presParOf" srcId="{EDE4E99D-7937-49C9-86CE-4E59231ED715}" destId="{C4057766-8AAF-428E-93A0-74C59C1E878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AEAB1-37C6-4E20-89D8-A95D0B414A48}">
      <dsp:nvSpPr>
        <dsp:cNvPr id="0" name=""/>
        <dsp:cNvSpPr/>
      </dsp:nvSpPr>
      <dsp:spPr>
        <a:xfrm>
          <a:off x="8169906" y="2999759"/>
          <a:ext cx="1173581" cy="558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613"/>
              </a:lnTo>
              <a:lnTo>
                <a:pt x="1173581" y="380613"/>
              </a:lnTo>
              <a:lnTo>
                <a:pt x="1173581" y="558518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CC6A70-ED26-4E79-BF5A-9BA572099AE3}">
      <dsp:nvSpPr>
        <dsp:cNvPr id="0" name=""/>
        <dsp:cNvSpPr/>
      </dsp:nvSpPr>
      <dsp:spPr>
        <a:xfrm>
          <a:off x="6996324" y="2999759"/>
          <a:ext cx="1173581" cy="558518"/>
        </a:xfrm>
        <a:custGeom>
          <a:avLst/>
          <a:gdLst/>
          <a:ahLst/>
          <a:cxnLst/>
          <a:rect l="0" t="0" r="0" b="0"/>
          <a:pathLst>
            <a:path>
              <a:moveTo>
                <a:pt x="1173581" y="0"/>
              </a:moveTo>
              <a:lnTo>
                <a:pt x="1173581" y="380613"/>
              </a:lnTo>
              <a:lnTo>
                <a:pt x="0" y="380613"/>
              </a:lnTo>
              <a:lnTo>
                <a:pt x="0" y="558518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FEFC41-B0B3-49F4-BF19-38C0221CA308}">
      <dsp:nvSpPr>
        <dsp:cNvPr id="0" name=""/>
        <dsp:cNvSpPr/>
      </dsp:nvSpPr>
      <dsp:spPr>
        <a:xfrm>
          <a:off x="5822742" y="1221783"/>
          <a:ext cx="2347163" cy="558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613"/>
              </a:lnTo>
              <a:lnTo>
                <a:pt x="2347163" y="380613"/>
              </a:lnTo>
              <a:lnTo>
                <a:pt x="2347163" y="558518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5E1284-EE06-41B9-B9A6-148FD5C0077E}">
      <dsp:nvSpPr>
        <dsp:cNvPr id="0" name=""/>
        <dsp:cNvSpPr/>
      </dsp:nvSpPr>
      <dsp:spPr>
        <a:xfrm>
          <a:off x="3475579" y="2999759"/>
          <a:ext cx="1173581" cy="558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613"/>
              </a:lnTo>
              <a:lnTo>
                <a:pt x="1173581" y="380613"/>
              </a:lnTo>
              <a:lnTo>
                <a:pt x="1173581" y="558518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FC63D3-C213-4D06-A517-C0625AD538A8}">
      <dsp:nvSpPr>
        <dsp:cNvPr id="0" name=""/>
        <dsp:cNvSpPr/>
      </dsp:nvSpPr>
      <dsp:spPr>
        <a:xfrm>
          <a:off x="2301997" y="2999759"/>
          <a:ext cx="1173581" cy="558518"/>
        </a:xfrm>
        <a:custGeom>
          <a:avLst/>
          <a:gdLst/>
          <a:ahLst/>
          <a:cxnLst/>
          <a:rect l="0" t="0" r="0" b="0"/>
          <a:pathLst>
            <a:path>
              <a:moveTo>
                <a:pt x="1173581" y="0"/>
              </a:moveTo>
              <a:lnTo>
                <a:pt x="1173581" y="380613"/>
              </a:lnTo>
              <a:lnTo>
                <a:pt x="0" y="380613"/>
              </a:lnTo>
              <a:lnTo>
                <a:pt x="0" y="558518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886DFC-88D5-4E53-BF11-4B4F69DADD70}">
      <dsp:nvSpPr>
        <dsp:cNvPr id="0" name=""/>
        <dsp:cNvSpPr/>
      </dsp:nvSpPr>
      <dsp:spPr>
        <a:xfrm>
          <a:off x="3475579" y="1221783"/>
          <a:ext cx="2347163" cy="558518"/>
        </a:xfrm>
        <a:custGeom>
          <a:avLst/>
          <a:gdLst/>
          <a:ahLst/>
          <a:cxnLst/>
          <a:rect l="0" t="0" r="0" b="0"/>
          <a:pathLst>
            <a:path>
              <a:moveTo>
                <a:pt x="2347163" y="0"/>
              </a:moveTo>
              <a:lnTo>
                <a:pt x="2347163" y="380613"/>
              </a:lnTo>
              <a:lnTo>
                <a:pt x="0" y="380613"/>
              </a:lnTo>
              <a:lnTo>
                <a:pt x="0" y="558518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FEC435-C0D0-454B-B854-52670123DB8A}">
      <dsp:nvSpPr>
        <dsp:cNvPr id="0" name=""/>
        <dsp:cNvSpPr/>
      </dsp:nvSpPr>
      <dsp:spPr>
        <a:xfrm>
          <a:off x="4862539" y="2325"/>
          <a:ext cx="1920406" cy="1219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1524D4-4EF4-4E4F-88F3-AA672834AABE}">
      <dsp:nvSpPr>
        <dsp:cNvPr id="0" name=""/>
        <dsp:cNvSpPr/>
      </dsp:nvSpPr>
      <dsp:spPr>
        <a:xfrm>
          <a:off x="5075918" y="205035"/>
          <a:ext cx="1920406" cy="1219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COMPUTER CRIME</a:t>
          </a:r>
        </a:p>
      </dsp:txBody>
      <dsp:txXfrm>
        <a:off x="5111635" y="240752"/>
        <a:ext cx="1848972" cy="1148024"/>
      </dsp:txXfrm>
    </dsp:sp>
    <dsp:sp modelId="{FB318C04-3694-482A-BFD6-88C61D747ECF}">
      <dsp:nvSpPr>
        <dsp:cNvPr id="0" name=""/>
        <dsp:cNvSpPr/>
      </dsp:nvSpPr>
      <dsp:spPr>
        <a:xfrm>
          <a:off x="2515376" y="1780301"/>
          <a:ext cx="1920406" cy="1219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DAA1CD-403F-4418-A21A-AB9E0B14ED7C}">
      <dsp:nvSpPr>
        <dsp:cNvPr id="0" name=""/>
        <dsp:cNvSpPr/>
      </dsp:nvSpPr>
      <dsp:spPr>
        <a:xfrm>
          <a:off x="2728754" y="1983011"/>
          <a:ext cx="1920406" cy="1219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Computer is the Target</a:t>
          </a:r>
          <a:endParaRPr lang="en-US" sz="2300" kern="1200">
            <a:latin typeface="Calibri Light" panose="020F0302020204030204"/>
          </a:endParaRPr>
        </a:p>
      </dsp:txBody>
      <dsp:txXfrm>
        <a:off x="2764471" y="2018728"/>
        <a:ext cx="1848972" cy="1148024"/>
      </dsp:txXfrm>
    </dsp:sp>
    <dsp:sp modelId="{C6874B75-EDDD-4220-A97F-784F820DF5E7}">
      <dsp:nvSpPr>
        <dsp:cNvPr id="0" name=""/>
        <dsp:cNvSpPr/>
      </dsp:nvSpPr>
      <dsp:spPr>
        <a:xfrm>
          <a:off x="1341794" y="3558277"/>
          <a:ext cx="1920406" cy="1219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12659C-72AA-4584-938D-80C8CD1DF7FC}">
      <dsp:nvSpPr>
        <dsp:cNvPr id="0" name=""/>
        <dsp:cNvSpPr/>
      </dsp:nvSpPr>
      <dsp:spPr>
        <a:xfrm>
          <a:off x="1555173" y="3760987"/>
          <a:ext cx="1920406" cy="1219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Attack the System </a:t>
          </a:r>
          <a:endParaRPr lang="en-US" sz="2300" kern="1200" dirty="0">
            <a:latin typeface="Calibri Light" panose="020F0302020204030204"/>
          </a:endParaRPr>
        </a:p>
      </dsp:txBody>
      <dsp:txXfrm>
        <a:off x="1590890" y="3796704"/>
        <a:ext cx="1848972" cy="1148024"/>
      </dsp:txXfrm>
    </dsp:sp>
    <dsp:sp modelId="{F7FC626A-A7AB-4B5A-B204-B230397061AF}">
      <dsp:nvSpPr>
        <dsp:cNvPr id="0" name=""/>
        <dsp:cNvSpPr/>
      </dsp:nvSpPr>
      <dsp:spPr>
        <a:xfrm>
          <a:off x="3688957" y="3558277"/>
          <a:ext cx="1920406" cy="1219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2BDDCA-34E5-447C-96C0-CCEA9FCCCE1C}">
      <dsp:nvSpPr>
        <dsp:cNvPr id="0" name=""/>
        <dsp:cNvSpPr/>
      </dsp:nvSpPr>
      <dsp:spPr>
        <a:xfrm>
          <a:off x="3902336" y="3760987"/>
          <a:ext cx="1920406" cy="1219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Hacking, Malware</a:t>
          </a:r>
          <a:r>
            <a:rPr lang="en-US" sz="2300" kern="1200" dirty="0">
              <a:latin typeface="Calibri Light" panose="020F0302020204030204"/>
            </a:rPr>
            <a:t>, </a:t>
          </a:r>
          <a:r>
            <a:rPr lang="en-US" sz="2300" kern="1200" dirty="0"/>
            <a:t>Ransomware</a:t>
          </a:r>
          <a:r>
            <a:rPr lang="en-US" sz="2300" kern="1200" dirty="0">
              <a:latin typeface="Calibri Light" panose="020F0302020204030204"/>
            </a:rPr>
            <a:t> </a:t>
          </a:r>
          <a:endParaRPr lang="en-US" sz="2300" kern="1200" dirty="0"/>
        </a:p>
      </dsp:txBody>
      <dsp:txXfrm>
        <a:off x="3938053" y="3796704"/>
        <a:ext cx="1848972" cy="1148024"/>
      </dsp:txXfrm>
    </dsp:sp>
    <dsp:sp modelId="{7FDDAFED-FAE4-449E-A463-0DE6DB8F2EBF}">
      <dsp:nvSpPr>
        <dsp:cNvPr id="0" name=""/>
        <dsp:cNvSpPr/>
      </dsp:nvSpPr>
      <dsp:spPr>
        <a:xfrm>
          <a:off x="7209702" y="1780301"/>
          <a:ext cx="1920406" cy="1219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382DE1-EE2D-4CEF-8FE3-24837B730A81}">
      <dsp:nvSpPr>
        <dsp:cNvPr id="0" name=""/>
        <dsp:cNvSpPr/>
      </dsp:nvSpPr>
      <dsp:spPr>
        <a:xfrm>
          <a:off x="7423081" y="1983011"/>
          <a:ext cx="1920406" cy="1219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Computer is the Tool</a:t>
          </a:r>
        </a:p>
      </dsp:txBody>
      <dsp:txXfrm>
        <a:off x="7458798" y="2018728"/>
        <a:ext cx="1848972" cy="1148024"/>
      </dsp:txXfrm>
    </dsp:sp>
    <dsp:sp modelId="{FD17100E-98DA-4557-8106-9E0D04DED4AD}">
      <dsp:nvSpPr>
        <dsp:cNvPr id="0" name=""/>
        <dsp:cNvSpPr/>
      </dsp:nvSpPr>
      <dsp:spPr>
        <a:xfrm>
          <a:off x="6036121" y="3558277"/>
          <a:ext cx="1920406" cy="1219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F480A2-F97F-474D-BA5E-FAEE9202B1FA}">
      <dsp:nvSpPr>
        <dsp:cNvPr id="0" name=""/>
        <dsp:cNvSpPr/>
      </dsp:nvSpPr>
      <dsp:spPr>
        <a:xfrm>
          <a:off x="6249499" y="3760987"/>
          <a:ext cx="1920406" cy="1219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 the System</a:t>
          </a:r>
          <a:endParaRPr lang="en-US" sz="2300" kern="1200" dirty="0">
            <a:latin typeface="Calibri Light" panose="020F0302020204030204"/>
          </a:endParaRPr>
        </a:p>
      </dsp:txBody>
      <dsp:txXfrm>
        <a:off x="6285216" y="3796704"/>
        <a:ext cx="1848972" cy="1148024"/>
      </dsp:txXfrm>
    </dsp:sp>
    <dsp:sp modelId="{81BBB033-E90C-41E1-898D-80612B7BB155}">
      <dsp:nvSpPr>
        <dsp:cNvPr id="0" name=""/>
        <dsp:cNvSpPr/>
      </dsp:nvSpPr>
      <dsp:spPr>
        <a:xfrm>
          <a:off x="8383284" y="3558277"/>
          <a:ext cx="1920406" cy="1219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AB2682-BEDC-462E-A96F-13678C679631}">
      <dsp:nvSpPr>
        <dsp:cNvPr id="0" name=""/>
        <dsp:cNvSpPr/>
      </dsp:nvSpPr>
      <dsp:spPr>
        <a:xfrm>
          <a:off x="8596663" y="3760987"/>
          <a:ext cx="1920406" cy="1219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Fraud, Phishing,</a:t>
          </a:r>
          <a:r>
            <a:rPr lang="en-US" sz="2300" kern="1200" dirty="0">
              <a:latin typeface="Calibri Light" panose="020F0302020204030204"/>
            </a:rPr>
            <a:t> </a:t>
          </a:r>
          <a:r>
            <a:rPr lang="en-US" sz="2300" kern="1200" dirty="0"/>
            <a:t>Identity Theft</a:t>
          </a:r>
        </a:p>
      </dsp:txBody>
      <dsp:txXfrm>
        <a:off x="8632380" y="3796704"/>
        <a:ext cx="1848972" cy="1148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0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2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46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09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8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26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62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92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76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9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FA31A-512E-4245-9DFD-3B6BE7D63AE9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88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IN" sz="6600"/>
              <a:t>Digital Forensics (</a:t>
            </a:r>
            <a:r>
              <a:rPr lang="en-US" sz="6600"/>
              <a:t>20CP411T</a:t>
            </a:r>
            <a:r>
              <a:rPr lang="en-IN" sz="6600"/>
              <a:t>)</a:t>
            </a:r>
            <a:endParaRPr lang="en-US" sz="6600">
              <a:ea typeface="Calibri Light"/>
              <a:cs typeface="Calibri Light"/>
            </a:endParaRPr>
          </a:p>
          <a:p>
            <a:pPr algn="l"/>
            <a:r>
              <a:rPr lang="en-IN" sz="6600">
                <a:ea typeface="Calibri Light"/>
                <a:cs typeface="Calibri Light"/>
              </a:rPr>
              <a:t>UNIT 1 – Lecture 3</a:t>
            </a:r>
            <a:endParaRPr lang="en-US" sz="6600">
              <a:ea typeface="Calibri Light"/>
              <a:cs typeface="Calibri Light"/>
            </a:endParaRPr>
          </a:p>
          <a:p>
            <a:pPr algn="l"/>
            <a:endParaRPr lang="en-IN" sz="660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>
                <a:ea typeface="+mn-lt"/>
                <a:cs typeface="+mn-lt"/>
              </a:rPr>
              <a:t>Computer Crimes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5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0E1B7-3538-60BC-B775-7E788641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Learning Outcomes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482A8-060A-36F1-BA9E-4F4097A34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After this lecture, students will be able to: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Define a computer crime.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Differentiate between categories of computer crimes.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Explain how computers are used in criminal activities.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Identify common types of computer crimes.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Understand the impact of computer crimes on individuals, organizations, and society.</a:t>
            </a:r>
            <a:endParaRPr lang="en-US"/>
          </a:p>
          <a:p>
            <a:pPr marL="0" indent="0">
              <a:buNone/>
            </a:pP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930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D16A9-0724-ABBF-3349-7AF9555FA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Computer Crime??????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3E4-31B8-17F0-1BD8-885E13F5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US" sz="2200"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200">
                <a:solidFill>
                  <a:srgbClr val="FF0000"/>
                </a:solidFill>
                <a:ea typeface="+mn-lt"/>
                <a:cs typeface="+mn-lt"/>
              </a:rPr>
              <a:t>"Can every cybercrime be considered a computer crime? What about stealing money through a fake phone call without using a computer?"</a:t>
            </a:r>
          </a:p>
          <a:p>
            <a:pPr marL="0" indent="0" algn="ctr">
              <a:buNone/>
            </a:pPr>
            <a:endParaRPr lang="en-US" sz="3200" dirty="0">
              <a:solidFill>
                <a:schemeClr val="accent6">
                  <a:lumMod val="49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3200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"By the end of today's lecture, you'll be able to answer this correctly."</a:t>
            </a:r>
            <a:endParaRPr lang="en-US">
              <a:solidFill>
                <a:schemeClr val="accent6">
                  <a:lumMod val="49000"/>
                </a:schemeClr>
              </a:solidFill>
            </a:endParaRPr>
          </a:p>
          <a:p>
            <a:pPr marL="0" indent="0" algn="ctr">
              <a:buNone/>
            </a:pPr>
            <a:endParaRPr lang="en-US" sz="3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33266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47047-FDFA-1297-65F7-892388A6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What is a Computer Crime?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202B-3A53-84DE-CE6D-A5074B6EC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A computer crime (also called a cybercrime) is any unlawful act in which a computer, digital device, or computer network is used either as the target of the crime or as the tool to commit the crime.</a:t>
            </a:r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A computer may be </a:t>
            </a:r>
            <a:r>
              <a:rPr lang="en-US" sz="2400" b="1">
                <a:ea typeface="+mn-lt"/>
                <a:cs typeface="+mn-lt"/>
              </a:rPr>
              <a:t>attacked</a:t>
            </a:r>
            <a:r>
              <a:rPr lang="en-US" sz="2400">
                <a:ea typeface="+mn-lt"/>
                <a:cs typeface="+mn-lt"/>
              </a:rPr>
              <a:t> (target) or </a:t>
            </a:r>
            <a:r>
              <a:rPr lang="en-US" sz="2400" b="1">
                <a:ea typeface="+mn-lt"/>
                <a:cs typeface="+mn-lt"/>
              </a:rPr>
              <a:t>used to commit</a:t>
            </a:r>
            <a:r>
              <a:rPr lang="en-US" sz="2400">
                <a:ea typeface="+mn-lt"/>
                <a:cs typeface="+mn-lt"/>
              </a:rPr>
              <a:t> a crime (tool).</a:t>
            </a:r>
          </a:p>
        </p:txBody>
      </p:sp>
    </p:spTree>
    <p:extLst>
      <p:ext uri="{BB962C8B-B14F-4D97-AF65-F5344CB8AC3E}">
        <p14:creationId xmlns:p14="http://schemas.microsoft.com/office/powerpoint/2010/main" val="275846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10B25-2AF9-F94C-84C8-F1FF6FFA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Two Ways a Computer is Involved</a:t>
            </a:r>
            <a:endParaRPr lang="en-US"/>
          </a:p>
        </p:txBody>
      </p:sp>
      <p:sp>
        <p:nvSpPr>
          <p:cNvPr id="1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4" name="Content Placeholder 123">
            <a:extLst>
              <a:ext uri="{FF2B5EF4-FFF2-40B4-BE49-F238E27FC236}">
                <a16:creationId xmlns:a16="http://schemas.microsoft.com/office/drawing/2014/main" id="{081EB918-26CA-C88A-543D-5C61CE12E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044119"/>
              </p:ext>
            </p:extLst>
          </p:nvPr>
        </p:nvGraphicFramePr>
        <p:xfrm>
          <a:off x="86266" y="1781031"/>
          <a:ext cx="11858864" cy="4982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5179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DF65C-646E-0BE3-B5AC-3422961D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Two Ways a Computer is Involved</a:t>
            </a:r>
            <a:endParaRPr lang="en-US" sz="54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D5B20B-42F0-A1AF-A383-CE81F91D2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593039"/>
              </p:ext>
            </p:extLst>
          </p:nvPr>
        </p:nvGraphicFramePr>
        <p:xfrm>
          <a:off x="399142" y="2286000"/>
          <a:ext cx="11342941" cy="416206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73642">
                  <a:extLst>
                    <a:ext uri="{9D8B030D-6E8A-4147-A177-3AD203B41FA5}">
                      <a16:colId xmlns:a16="http://schemas.microsoft.com/office/drawing/2014/main" val="2121793348"/>
                    </a:ext>
                  </a:extLst>
                </a:gridCol>
                <a:gridCol w="5569299">
                  <a:extLst>
                    <a:ext uri="{9D8B030D-6E8A-4147-A177-3AD203B41FA5}">
                      <a16:colId xmlns:a16="http://schemas.microsoft.com/office/drawing/2014/main" val="47126724"/>
                    </a:ext>
                  </a:extLst>
                </a:gridCol>
              </a:tblGrid>
              <a:tr h="681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Computer as the Target</a:t>
                      </a:r>
                      <a:endParaRPr lang="en-US" sz="2800"/>
                    </a:p>
                  </a:txBody>
                  <a:tcPr marL="123997" marR="123997" marT="61998" marB="61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Computer as the Tool</a:t>
                      </a:r>
                      <a:endParaRPr lang="en-US" sz="2800"/>
                    </a:p>
                  </a:txBody>
                  <a:tcPr marL="123997" marR="123997" marT="61998" marB="61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595828"/>
                  </a:ext>
                </a:extLst>
              </a:tr>
              <a:tr h="116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The attacker aims to damage, steal, or disrupt a computer system.</a:t>
                      </a:r>
                    </a:p>
                  </a:txBody>
                  <a:tcPr marL="123997" marR="123997" marT="61998" marB="61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The attacker uses a computer to commit another crime.</a:t>
                      </a:r>
                    </a:p>
                  </a:txBody>
                  <a:tcPr marL="123997" marR="123997" marT="61998" marB="61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610757"/>
                  </a:ext>
                </a:extLst>
              </a:tr>
              <a:tr h="116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Example: Hacking a university server.</a:t>
                      </a:r>
                    </a:p>
                  </a:txBody>
                  <a:tcPr marL="123997" marR="123997" marT="61998" marB="61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Example: Sending phishing emails to steal banking credentials.</a:t>
                      </a:r>
                    </a:p>
                  </a:txBody>
                  <a:tcPr marL="123997" marR="123997" marT="61998" marB="61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3247"/>
                  </a:ext>
                </a:extLst>
              </a:tr>
              <a:tr h="116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Goal: Attack the system.</a:t>
                      </a:r>
                    </a:p>
                  </a:txBody>
                  <a:tcPr marL="123997" marR="123997" marT="61998" marB="61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Goal: Commit another offence using the system.</a:t>
                      </a:r>
                    </a:p>
                  </a:txBody>
                  <a:tcPr marL="123997" marR="123997" marT="61998" marB="61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575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199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C73F2-63CB-0D78-3F97-0FD0D460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Major Types of Computer Crimes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3DC39-46A7-0C37-552B-62C4A34F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>
                <a:ea typeface="+mn-lt"/>
                <a:cs typeface="+mn-lt"/>
              </a:rPr>
              <a:t>Computer crimes take many forms. </a:t>
            </a:r>
            <a:endParaRPr lang="en-US" sz="2400">
              <a:ea typeface="+mn-lt"/>
              <a:cs typeface="+mn-lt"/>
            </a:endParaRPr>
          </a:p>
          <a:p>
            <a:r>
              <a:rPr lang="en-US" sz="3200">
                <a:ea typeface="+mn-lt"/>
                <a:cs typeface="+mn-lt"/>
              </a:rPr>
              <a:t>Some aim to steal money, others target personal information, while some disrupt services or damage computer systems. </a:t>
            </a:r>
            <a:endParaRPr lang="en-US" sz="2400">
              <a:ea typeface="+mn-lt"/>
              <a:cs typeface="+mn-lt"/>
            </a:endParaRPr>
          </a:p>
          <a:p>
            <a:r>
              <a:rPr lang="en-US" sz="3200">
                <a:ea typeface="+mn-lt"/>
                <a:cs typeface="+mn-lt"/>
              </a:rPr>
              <a:t>Understanding these categories helps investigators recognize the nature and impact of different cyber incidents.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1106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AD4FF-AD60-CFFC-EC60-277DB345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Types of Computer Crimes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21C39FD-DAC4-EA67-ED48-3F90F19C3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005117"/>
              </p:ext>
            </p:extLst>
          </p:nvPr>
        </p:nvGraphicFramePr>
        <p:xfrm>
          <a:off x="232228" y="2075542"/>
          <a:ext cx="11536344" cy="47259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76340">
                  <a:extLst>
                    <a:ext uri="{9D8B030D-6E8A-4147-A177-3AD203B41FA5}">
                      <a16:colId xmlns:a16="http://schemas.microsoft.com/office/drawing/2014/main" val="1049939709"/>
                    </a:ext>
                  </a:extLst>
                </a:gridCol>
                <a:gridCol w="4336747">
                  <a:extLst>
                    <a:ext uri="{9D8B030D-6E8A-4147-A177-3AD203B41FA5}">
                      <a16:colId xmlns:a16="http://schemas.microsoft.com/office/drawing/2014/main" val="1811695525"/>
                    </a:ext>
                  </a:extLst>
                </a:gridCol>
                <a:gridCol w="4123257">
                  <a:extLst>
                    <a:ext uri="{9D8B030D-6E8A-4147-A177-3AD203B41FA5}">
                      <a16:colId xmlns:a16="http://schemas.microsoft.com/office/drawing/2014/main" val="646934246"/>
                    </a:ext>
                  </a:extLst>
                </a:gridCol>
              </a:tblGrid>
              <a:tr h="610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Category</a:t>
                      </a:r>
                      <a:endParaRPr lang="en-US" sz="2400"/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Description</a:t>
                      </a:r>
                      <a:endParaRPr lang="en-US" sz="2400"/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Example</a:t>
                      </a:r>
                      <a:endParaRPr lang="en-US" sz="2400"/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12070"/>
                  </a:ext>
                </a:extLst>
              </a:tr>
              <a:tr h="985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💰 </a:t>
                      </a:r>
                      <a:r>
                        <a:rPr lang="en-US" sz="2400" b="1"/>
                        <a:t>Financial Crimes</a:t>
                      </a:r>
                      <a:endParaRPr lang="en-US" sz="2400"/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Crimes committed to obtain financial gain through digital means.</a:t>
                      </a:r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Online banking fraud, credit card fraud</a:t>
                      </a:r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094759"/>
                  </a:ext>
                </a:extLst>
              </a:tr>
              <a:tr h="985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🔓 </a:t>
                      </a:r>
                      <a:r>
                        <a:rPr lang="en-US" sz="2400" b="1"/>
                        <a:t>Unauthorized Access (Hacking)</a:t>
                      </a:r>
                      <a:endParaRPr lang="en-US" sz="2400"/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Accessing a computer or network without permission.</a:t>
                      </a:r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Breaking into a university server</a:t>
                      </a:r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255228"/>
                  </a:ext>
                </a:extLst>
              </a:tr>
              <a:tr h="985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🦠 </a:t>
                      </a:r>
                      <a:r>
                        <a:rPr lang="en-US" sz="2400" b="1"/>
                        <a:t>Malware Attacks</a:t>
                      </a:r>
                      <a:endParaRPr lang="en-US" sz="2400"/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Using malicious software to damage or disrupt systems.</a:t>
                      </a:r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Ransomware, viruses, worms</a:t>
                      </a:r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175917"/>
                  </a:ext>
                </a:extLst>
              </a:tr>
              <a:tr h="985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👤 </a:t>
                      </a:r>
                      <a:r>
                        <a:rPr lang="en-US" sz="2400" b="1"/>
                        <a:t>Identity Theft</a:t>
                      </a:r>
                      <a:endParaRPr lang="en-US" sz="2400"/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Misusing another person's personal information.</a:t>
                      </a:r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Fake social media profile, stolen credentials</a:t>
                      </a:r>
                    </a:p>
                  </a:txBody>
                  <a:tcPr marL="62089" marR="62089" marT="31045" marB="310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434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0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24E7E-E0EB-35A1-CC7A-9975258B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Types of Computer Crimes</a:t>
            </a:r>
            <a:endParaRPr lang="en-US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B8F7A28-2049-5388-F329-E65C54E17F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288423"/>
              </p:ext>
            </p:extLst>
          </p:nvPr>
        </p:nvGraphicFramePr>
        <p:xfrm>
          <a:off x="660400" y="2329542"/>
          <a:ext cx="11059901" cy="43157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37665">
                  <a:extLst>
                    <a:ext uri="{9D8B030D-6E8A-4147-A177-3AD203B41FA5}">
                      <a16:colId xmlns:a16="http://schemas.microsoft.com/office/drawing/2014/main" val="2240057178"/>
                    </a:ext>
                  </a:extLst>
                </a:gridCol>
                <a:gridCol w="4173610">
                  <a:extLst>
                    <a:ext uri="{9D8B030D-6E8A-4147-A177-3AD203B41FA5}">
                      <a16:colId xmlns:a16="http://schemas.microsoft.com/office/drawing/2014/main" val="2518748593"/>
                    </a:ext>
                  </a:extLst>
                </a:gridCol>
                <a:gridCol w="3948626">
                  <a:extLst>
                    <a:ext uri="{9D8B030D-6E8A-4147-A177-3AD203B41FA5}">
                      <a16:colId xmlns:a16="http://schemas.microsoft.com/office/drawing/2014/main" val="2417198940"/>
                    </a:ext>
                  </a:extLst>
                </a:gridCol>
              </a:tblGrid>
              <a:tr h="1056996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📧 </a:t>
                      </a: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Email &amp; Internet Crimes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Crimes carried out using email or web services.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Phishing, email spoofing, spam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60377"/>
                  </a:ext>
                </a:extLst>
              </a:tr>
              <a:tr h="1056996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👥 </a:t>
                      </a: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Crimes Against Individuals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Targeting people through digital platforms.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Cyberbullying, cyberstalking, online harassment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645188"/>
                  </a:ext>
                </a:extLst>
              </a:tr>
              <a:tr h="1056996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🏢 </a:t>
                      </a: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Crimes Against Organizations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Attacks on businesses or institutions.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Data breaches, insider attacks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748539"/>
                  </a:ext>
                </a:extLst>
              </a:tr>
              <a:tr h="1056996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🌐 </a:t>
                      </a: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Crimes Against Society &amp; Government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Crimes affecting public services or national interests.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Attacks on public infrastructure, government portals</a:t>
                      </a:r>
                      <a:endParaRPr lang="en-US" sz="24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 marL="47522" marR="47522" marT="23752" marB="237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135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21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B488A-42A4-8D00-DFA8-FA22316BE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Financial Computer Crimes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93A68-DBAA-F5F2-B891-50138C07A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Financial computer crimes involve the use of computers, mobile devices, or the Internet to </a:t>
            </a:r>
            <a:r>
              <a:rPr lang="en-US" sz="2400" b="1">
                <a:ea typeface="+mn-lt"/>
                <a:cs typeface="+mn-lt"/>
              </a:rPr>
              <a:t>steal money, financial information, or valuable digital assets</a:t>
            </a:r>
            <a:r>
              <a:rPr lang="en-US" sz="2400">
                <a:ea typeface="+mn-lt"/>
                <a:cs typeface="+mn-lt"/>
              </a:rPr>
              <a:t>. These crimes affect individuals, businesses, banks, and governments, causing significant economic losses every year.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Unlike traditional bank robberies, modern financial crimes are often committed remotely, allowing criminals to target victims across different cities or even countries.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2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1291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65424-A409-C1F1-256E-CB670D37D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400">
                <a:ea typeface="+mj-lt"/>
                <a:cs typeface="+mj-lt"/>
              </a:rPr>
              <a:t>Common Types of Financial Computer Crimes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06968C-6FAB-AB3D-5890-D8B9F0EA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2609"/>
              </p:ext>
            </p:extLst>
          </p:nvPr>
        </p:nvGraphicFramePr>
        <p:xfrm>
          <a:off x="838200" y="1825625"/>
          <a:ext cx="10515600" cy="4206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606911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5729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9811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Crime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Description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Example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478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💳 </a:t>
                      </a:r>
                      <a:r>
                        <a:rPr lang="en-US" sz="2000" b="1"/>
                        <a:t>Credit/Debit Card Fraud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Unauthorized use of payment card information.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Card details stolen and used for online purchases.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240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📱 </a:t>
                      </a:r>
                      <a:r>
                        <a:rPr lang="en-US" sz="2000" b="1"/>
                        <a:t>UPI &amp; Online Banking Fraud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Fraud involving digital payment platforms.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Fake payment requests or unauthorized fund transfers.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08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🎣 </a:t>
                      </a:r>
                      <a:r>
                        <a:rPr lang="en-US" sz="2000" b="1"/>
                        <a:t>Phishing Attacks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Fake emails, SMS, or websites designed to steal banking credentials.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Victim enters login details on a fake banking website.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84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🛒 </a:t>
                      </a:r>
                      <a:r>
                        <a:rPr lang="en-US" sz="2000" b="1"/>
                        <a:t>Online Shopping Fraud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Fake e-commerce websites or sellers deceive customers.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Customer pays but never receives the product.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14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💰 </a:t>
                      </a:r>
                      <a:r>
                        <a:rPr lang="en-US" sz="2000" b="1"/>
                        <a:t>Cryptocurrency Fraud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Fraud involving fake crypto investments or exchanges.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Fake investment scheme promising unrealistic returns.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554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029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0E684-E353-B9D1-B076-04A29E7A1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Crimes Against Individuals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4D1D-F976-1628-AA4F-74FEAC192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Computer crimes are not limited to stealing money. Many cybercriminals target individuals by stealing their identity, invading their privacy, harassing them online, or manipulating personal information.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These crimes can cause emotional distress, financial loss, reputational damage, and privacy violations.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Unlike financial crimes, the primary victim here is an individual rather than an organization.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3727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A9A44-630C-8F33-F1F5-9BC1C9AA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Common Crimes Against Individuals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9B611F-D32E-70A5-2824-3B929A3AF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878422"/>
              </p:ext>
            </p:extLst>
          </p:nvPr>
        </p:nvGraphicFramePr>
        <p:xfrm>
          <a:off x="159657" y="1923142"/>
          <a:ext cx="11865447" cy="48378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55149">
                  <a:extLst>
                    <a:ext uri="{9D8B030D-6E8A-4147-A177-3AD203B41FA5}">
                      <a16:colId xmlns:a16="http://schemas.microsoft.com/office/drawing/2014/main" val="2697674348"/>
                    </a:ext>
                  </a:extLst>
                </a:gridCol>
                <a:gridCol w="3955149">
                  <a:extLst>
                    <a:ext uri="{9D8B030D-6E8A-4147-A177-3AD203B41FA5}">
                      <a16:colId xmlns:a16="http://schemas.microsoft.com/office/drawing/2014/main" val="1819210688"/>
                    </a:ext>
                  </a:extLst>
                </a:gridCol>
                <a:gridCol w="3955149">
                  <a:extLst>
                    <a:ext uri="{9D8B030D-6E8A-4147-A177-3AD203B41FA5}">
                      <a16:colId xmlns:a16="http://schemas.microsoft.com/office/drawing/2014/main" val="763608002"/>
                    </a:ext>
                  </a:extLst>
                </a:gridCol>
              </a:tblGrid>
              <a:tr h="397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Crime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Description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Example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900702"/>
                  </a:ext>
                </a:extLst>
              </a:tr>
              <a:tr h="1004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👤 </a:t>
                      </a:r>
                      <a:r>
                        <a:rPr lang="en-US" sz="2000" b="1"/>
                        <a:t>Identity Theft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Using another person's personal information without permission.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Creating a fake social media account using someone else's name and photos.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722221"/>
                  </a:ext>
                </a:extLst>
              </a:tr>
              <a:tr h="1004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📱 </a:t>
                      </a:r>
                      <a:r>
                        <a:rPr lang="en-US" sz="2000" b="1"/>
                        <a:t>Cyberstalking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Repeatedly monitoring or threatening someone through digital platforms.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Sending unwanted messages and tracking a person's online activities.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04198"/>
                  </a:ext>
                </a:extLst>
              </a:tr>
              <a:tr h="711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💬 </a:t>
                      </a:r>
                      <a:r>
                        <a:rPr lang="en-US" sz="2000" b="1"/>
                        <a:t>Cyberbullying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Using electronic communication to harass, insult, or intimidate others.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Posting offensive comments or spreading rumors on social media.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528865"/>
                  </a:ext>
                </a:extLst>
              </a:tr>
              <a:tr h="1004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📷 </a:t>
                      </a:r>
                      <a:r>
                        <a:rPr lang="en-US" sz="2000" b="1"/>
                        <a:t>Privacy Violation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Accessing or sharing someone's private information without consent.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Leaking personal photos or confidential documents online.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40514"/>
                  </a:ext>
                </a:extLst>
              </a:tr>
              <a:tr h="711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📧 </a:t>
                      </a:r>
                      <a:r>
                        <a:rPr lang="en-US" sz="2000" b="1"/>
                        <a:t>Email Account Hacking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Gaining unauthorized access to another person's email account.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Changing passwords and impersonating the account owner.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970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554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F2E29-F876-F1EB-0764-5BEA4ED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Crimes Against Organizations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F6DE-C030-EB15-49A6-B4F99249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Organizations rely heavily on digital technologies to manage their daily operations. Customer databases, financial records, intellectual property, employee information, and business communications are all stored electronically.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Cybercriminals often target organizations because they possess </a:t>
            </a:r>
            <a:r>
              <a:rPr lang="en-US" b="1">
                <a:ea typeface="+mn-lt"/>
                <a:cs typeface="+mn-lt"/>
              </a:rPr>
              <a:t>valuable data, financial resources, and critical services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These attacks can lead to </a:t>
            </a:r>
            <a:r>
              <a:rPr lang="en-US" b="1">
                <a:ea typeface="+mn-lt"/>
                <a:cs typeface="+mn-lt"/>
              </a:rPr>
              <a:t>financial losses, operational disruption, legal consequences, and reputational damage.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Organizations are attractive targets because compromising one organization can affect thousands or even millions of customers.</a:t>
            </a:r>
            <a:endParaRPr lang="en-US" b="1" dirty="0">
              <a:ea typeface="Calibri"/>
              <a:cs typeface="Calibri"/>
            </a:endParaRPr>
          </a:p>
          <a:p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687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EF39D-092A-4BE8-BAE4-13C00427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Common Crimes Against Organizations</a:t>
            </a:r>
            <a:endParaRPr lang="en-US" sz="5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8304B1-76D7-03F0-BF3F-86C232D60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508287"/>
              </p:ext>
            </p:extLst>
          </p:nvPr>
        </p:nvGraphicFramePr>
        <p:xfrm>
          <a:off x="224971" y="2010228"/>
          <a:ext cx="11609922" cy="47828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02015">
                  <a:extLst>
                    <a:ext uri="{9D8B030D-6E8A-4147-A177-3AD203B41FA5}">
                      <a16:colId xmlns:a16="http://schemas.microsoft.com/office/drawing/2014/main" val="2757251453"/>
                    </a:ext>
                  </a:extLst>
                </a:gridCol>
                <a:gridCol w="3924961">
                  <a:extLst>
                    <a:ext uri="{9D8B030D-6E8A-4147-A177-3AD203B41FA5}">
                      <a16:colId xmlns:a16="http://schemas.microsoft.com/office/drawing/2014/main" val="2505334714"/>
                    </a:ext>
                  </a:extLst>
                </a:gridCol>
                <a:gridCol w="3882946">
                  <a:extLst>
                    <a:ext uri="{9D8B030D-6E8A-4147-A177-3AD203B41FA5}">
                      <a16:colId xmlns:a16="http://schemas.microsoft.com/office/drawing/2014/main" val="3454064731"/>
                    </a:ext>
                  </a:extLst>
                </a:gridCol>
              </a:tblGrid>
              <a:tr h="412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Crime</a:t>
                      </a:r>
                      <a:endParaRPr lang="en-US" sz="2000"/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Description</a:t>
                      </a:r>
                      <a:endParaRPr lang="en-US" sz="2000"/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Real-Life Example</a:t>
                      </a:r>
                      <a:endParaRPr lang="en-US" sz="2000"/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489875"/>
                  </a:ext>
                </a:extLst>
              </a:tr>
              <a:tr h="710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🗄 </a:t>
                      </a:r>
                      <a:r>
                        <a:rPr lang="en-US" sz="2000" b="1"/>
                        <a:t>Data Breach</a:t>
                      </a:r>
                      <a:endParaRPr lang="en-US" sz="2000"/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Unauthorized access to confidential organizational data.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Customer database stolen from an e-commerce company.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653138"/>
                  </a:ext>
                </a:extLst>
              </a:tr>
              <a:tr h="963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👨‍💼 </a:t>
                      </a:r>
                      <a:r>
                        <a:rPr lang="en-US" sz="2000" b="1"/>
                        <a:t>Insider Threat</a:t>
                      </a:r>
                      <a:endParaRPr lang="en-US" sz="2000"/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Employees misuse authorized access for personal gain or revenge.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Employee copies confidential client information before resigning.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22136"/>
                  </a:ext>
                </a:extLst>
              </a:tr>
              <a:tr h="963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🔐 </a:t>
                      </a:r>
                      <a:r>
                        <a:rPr lang="en-US" sz="2000" b="1"/>
                        <a:t>Ransomware Attack</a:t>
                      </a:r>
                      <a:endParaRPr lang="en-US" sz="2000"/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Criminals encrypt company files and demand payment for recovery.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Hospital systems become inaccessible after a ransomware attack.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533984"/>
                  </a:ext>
                </a:extLst>
              </a:tr>
              <a:tr h="710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💻 </a:t>
                      </a:r>
                      <a:r>
                        <a:rPr lang="en-US" sz="2000" b="1"/>
                        <a:t>Intellectual Property Theft</a:t>
                      </a:r>
                      <a:endParaRPr lang="en-US" sz="2000"/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Theft of proprietary software, research, or product designs.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Software source code copied to a competitor.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238286"/>
                  </a:ext>
                </a:extLst>
              </a:tr>
              <a:tr h="963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🌐 </a:t>
                      </a:r>
                      <a:r>
                        <a:rPr lang="en-US" sz="2000" b="1"/>
                        <a:t>Denial-of-Service (DoS/DDoS) Attack</a:t>
                      </a:r>
                      <a:endParaRPr lang="en-US" sz="2000"/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Flooding a server with excessive requests to make services unavailable.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Online shopping website becomes unavailable during a festival sale.</a:t>
                      </a:r>
                    </a:p>
                  </a:txBody>
                  <a:tcPr marL="78351" marR="78351" marT="39175" marB="391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797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901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F070F-A791-DDA4-3BBE-62296BA5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400">
                <a:ea typeface="+mj-lt"/>
                <a:cs typeface="+mj-lt"/>
              </a:rPr>
              <a:t>Crimes Against Society and Government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E7EAE-CD83-36A0-F0DE-B69189289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Some computer crimes have consequences that extend far beyond a single person or organization. They disrupt </a:t>
            </a:r>
            <a:r>
              <a:rPr lang="en-US" b="1">
                <a:ea typeface="+mn-lt"/>
                <a:cs typeface="+mn-lt"/>
              </a:rPr>
              <a:t>essential public services</a:t>
            </a:r>
            <a:r>
              <a:rPr lang="en-US">
                <a:ea typeface="+mn-lt"/>
                <a:cs typeface="+mn-lt"/>
              </a:rPr>
              <a:t>, affect </a:t>
            </a:r>
            <a:r>
              <a:rPr lang="en-US" b="1">
                <a:ea typeface="+mn-lt"/>
                <a:cs typeface="+mn-lt"/>
              </a:rPr>
              <a:t>millions of citizens</a:t>
            </a:r>
            <a:r>
              <a:rPr lang="en-US">
                <a:ea typeface="+mn-lt"/>
                <a:cs typeface="+mn-lt"/>
              </a:rPr>
              <a:t>, and may even threaten </a:t>
            </a:r>
            <a:r>
              <a:rPr lang="en-US" b="1">
                <a:ea typeface="+mn-lt"/>
                <a:cs typeface="+mn-lt"/>
              </a:rPr>
              <a:t>national security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These crimes target systems that society depends on every day, such as electricity, transportation, healthcare, banking, communication, and government services.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When public digital infrastructure is attacked, the impact is experienced by society as a whole.</a:t>
            </a:r>
            <a:endParaRPr lang="en-US" dirty="0">
              <a:ea typeface="Calibri"/>
              <a:cs typeface="Calibri"/>
            </a:endParaRPr>
          </a:p>
          <a:p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275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91FAF-63A4-77CA-4E91-91D79A87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>
                <a:ea typeface="+mj-lt"/>
                <a:cs typeface="+mj-lt"/>
              </a:rPr>
              <a:t>Common Crimes Against Society &amp; Government</a:t>
            </a:r>
            <a:endParaRPr lang="en-US" sz="42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0B320D8-1227-C59D-E329-1A6C80426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192685"/>
              </p:ext>
            </p:extLst>
          </p:nvPr>
        </p:nvGraphicFramePr>
        <p:xfrm>
          <a:off x="181428" y="2046514"/>
          <a:ext cx="11865515" cy="487764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33224">
                  <a:extLst>
                    <a:ext uri="{9D8B030D-6E8A-4147-A177-3AD203B41FA5}">
                      <a16:colId xmlns:a16="http://schemas.microsoft.com/office/drawing/2014/main" val="2246638477"/>
                    </a:ext>
                  </a:extLst>
                </a:gridCol>
                <a:gridCol w="820387">
                  <a:extLst>
                    <a:ext uri="{9D8B030D-6E8A-4147-A177-3AD203B41FA5}">
                      <a16:colId xmlns:a16="http://schemas.microsoft.com/office/drawing/2014/main" val="550295068"/>
                    </a:ext>
                  </a:extLst>
                </a:gridCol>
                <a:gridCol w="3673362">
                  <a:extLst>
                    <a:ext uri="{9D8B030D-6E8A-4147-A177-3AD203B41FA5}">
                      <a16:colId xmlns:a16="http://schemas.microsoft.com/office/drawing/2014/main" val="1432972590"/>
                    </a:ext>
                  </a:extLst>
                </a:gridCol>
                <a:gridCol w="3638542">
                  <a:extLst>
                    <a:ext uri="{9D8B030D-6E8A-4147-A177-3AD203B41FA5}">
                      <a16:colId xmlns:a16="http://schemas.microsoft.com/office/drawing/2014/main" val="3297132728"/>
                    </a:ext>
                  </a:extLst>
                </a:gridCol>
              </a:tblGrid>
              <a:tr h="458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Crime</a:t>
                      </a:r>
                      <a:endParaRPr lang="en-US" sz="2000"/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 dirty="0"/>
                    </a:p>
                  </a:txBody>
                  <a:tcPr marL="76532" marR="76532" marT="38266" marB="38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Description</a:t>
                      </a:r>
                      <a:endParaRPr lang="en-US" sz="2000"/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Example</a:t>
                      </a:r>
                      <a:endParaRPr lang="en-US" sz="2000"/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228301"/>
                  </a:ext>
                </a:extLst>
              </a:tr>
              <a:tr h="772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🏛 </a:t>
                      </a:r>
                      <a:r>
                        <a:rPr lang="en-US" sz="2000" b="1"/>
                        <a:t>Attack on Government Systems</a:t>
                      </a:r>
                      <a:endParaRPr lang="en-US" sz="2000"/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 dirty="0"/>
                    </a:p>
                  </a:txBody>
                  <a:tcPr marL="76532" marR="76532" marT="38266" marB="38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Unauthorized access to government websites or databases.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Defacing a government website or accessing citizen records.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438698"/>
                  </a:ext>
                </a:extLst>
              </a:tr>
              <a:tr h="772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⚡ </a:t>
                      </a:r>
                      <a:r>
                        <a:rPr lang="en-US" sz="2000" b="1"/>
                        <a:t>Critical Infrastructure Attack</a:t>
                      </a:r>
                      <a:endParaRPr lang="en-US" sz="2000"/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 dirty="0"/>
                    </a:p>
                  </a:txBody>
                  <a:tcPr marL="76532" marR="76532" marT="38266" marB="38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Cyberattack targeting essential public services.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Attack on a power grid or water treatment system.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825621"/>
                  </a:ext>
                </a:extLst>
              </a:tr>
              <a:tr h="772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🚆 </a:t>
                      </a:r>
                      <a:r>
                        <a:rPr lang="en-US" sz="2000" b="1"/>
                        <a:t>Transportation System Attack</a:t>
                      </a:r>
                      <a:endParaRPr lang="en-US" sz="2000"/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 dirty="0"/>
                    </a:p>
                  </a:txBody>
                  <a:tcPr marL="76532" marR="76532" marT="38266" marB="38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Disruption of transportation services through cyber means.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Railway reservation or airport system outage.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782457"/>
                  </a:ext>
                </a:extLst>
              </a:tr>
              <a:tr h="772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🌐 </a:t>
                      </a:r>
                      <a:r>
                        <a:rPr lang="en-US" sz="2000" b="1"/>
                        <a:t>Distributed Denial-of-Service (DDoS)</a:t>
                      </a:r>
                      <a:endParaRPr lang="en-US" sz="2000"/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 dirty="0"/>
                    </a:p>
                  </a:txBody>
                  <a:tcPr marL="76532" marR="76532" marT="38266" marB="38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Large-scale attack making public services unavailable.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Government portal inaccessible during tax filing season.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532241"/>
                  </a:ext>
                </a:extLst>
              </a:tr>
              <a:tr h="1110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📢 </a:t>
                      </a:r>
                      <a:r>
                        <a:rPr lang="en-US" sz="2000" b="1"/>
                        <a:t>Misinformation &amp; Fake News Campaigns</a:t>
                      </a:r>
                      <a:endParaRPr lang="en-US" sz="2000"/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 dirty="0"/>
                    </a:p>
                  </a:txBody>
                  <a:tcPr marL="76532" marR="76532" marT="38266" marB="38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Using digital platforms to spread false information and create public panic.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Fake emergency messages circulated on social media.</a:t>
                      </a:r>
                    </a:p>
                  </a:txBody>
                  <a:tcPr marL="76532" marR="76532" marT="38266" marB="38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60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160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B94FE-D3E7-7D5B-16F2-E2E229B1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000">
                <a:latin typeface="Calibri"/>
                <a:ea typeface="Calibri"/>
                <a:cs typeface="Calibri"/>
              </a:rPr>
              <a:t>Case Study 1: WannaCry Ransomware Attack (2017)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CFBD-47BE-AEF3-64BE-CBE808D5D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What Happened?</a:t>
            </a:r>
            <a:endParaRPr lang="en-US" sz="2200">
              <a:ea typeface="Calibri"/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The WannaCry ransomware spread rapidly across the world. </a:t>
            </a:r>
            <a:endParaRPr lang="en-US" sz="2200">
              <a:ea typeface="Calibri"/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It encrypted files on infected computers and demanded a ransom payment. </a:t>
            </a:r>
            <a:endParaRPr lang="en-US" sz="2200">
              <a:ea typeface="Calibri"/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The attack affected organizations in more than </a:t>
            </a:r>
            <a:r>
              <a:rPr lang="en-US" sz="2200" b="1">
                <a:ea typeface="+mn-lt"/>
                <a:cs typeface="+mn-lt"/>
              </a:rPr>
              <a:t>150 countries</a:t>
            </a:r>
            <a:r>
              <a:rPr lang="en-US" sz="2200">
                <a:ea typeface="+mn-lt"/>
                <a:cs typeface="+mn-lt"/>
              </a:rPr>
              <a:t>.</a:t>
            </a:r>
            <a:endParaRPr lang="en-US" sz="22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b="1"/>
              <a:t>Major Impact</a:t>
            </a:r>
            <a:endParaRPr lang="en-US" sz="2200">
              <a:ea typeface="Calibri"/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Hospitals canceled medical appointments.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Businesses suspended operations.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Government organizations experienced service disruptions.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Thousands of computers became inaccessible.</a:t>
            </a:r>
            <a:endParaRPr lang="en-US" sz="2200"/>
          </a:p>
          <a:p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3004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BE63B-83A8-10D4-D2D1-FBC34F11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Case Study 1:WannaCryRansomwareAttack (2017)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5573-CE59-BB1B-C436-F895701C6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/>
              <a:t>Lesson Learned</a:t>
            </a:r>
            <a:endParaRPr lang="en-US" sz="2200">
              <a:ea typeface="Calibri" panose="020F0502020204030204"/>
              <a:cs typeface="Calibri" panose="020F0502020204030204"/>
            </a:endParaRPr>
          </a:p>
          <a:p>
            <a:r>
              <a:rPr lang="en-US" sz="2200">
                <a:ea typeface="+mn-lt"/>
                <a:cs typeface="+mn-lt"/>
              </a:rPr>
              <a:t>Regular software updates and security patches are critical.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Backups help organizations recover more quickly.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Digital Forensics helps investigators understand how the malware spread and assess its impact.</a:t>
            </a:r>
            <a:endParaRPr lang="en-US" sz="2200"/>
          </a:p>
          <a:p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9973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1F6C5-7BC5-1583-17CA-15338CA5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Case Study 2: Bangladesh Bank SWIFT Heist (2016)</a:t>
            </a:r>
            <a:endParaRPr lang="en-US" sz="5400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4C93A-CD5F-8BB5-277E-FCF14D9E7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What Happened?</a:t>
            </a:r>
            <a:endParaRPr lang="en-US" sz="2200">
              <a:ea typeface="Calibri" panose="020F0502020204030204"/>
              <a:cs typeface="Calibri" panose="020F0502020204030204"/>
            </a:endParaRPr>
          </a:p>
          <a:p>
            <a:r>
              <a:rPr lang="en-US" sz="2200">
                <a:ea typeface="+mn-lt"/>
                <a:cs typeface="+mn-lt"/>
              </a:rPr>
              <a:t>Cybercriminals gained unauthorized access to the bank's systems and attempted to transfer nearly </a:t>
            </a:r>
            <a:r>
              <a:rPr lang="en-US" sz="2200" b="1">
                <a:ea typeface="+mn-lt"/>
                <a:cs typeface="+mn-lt"/>
              </a:rPr>
              <a:t>$1 billion</a:t>
            </a:r>
            <a:r>
              <a:rPr lang="en-US" sz="2200">
                <a:ea typeface="+mn-lt"/>
                <a:cs typeface="+mn-lt"/>
              </a:rPr>
              <a:t> through the SWIFT international payment network.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Although most transactions were blocked, approximately </a:t>
            </a:r>
            <a:r>
              <a:rPr lang="en-US" sz="2200" b="1">
                <a:ea typeface="+mn-lt"/>
                <a:cs typeface="+mn-lt"/>
              </a:rPr>
              <a:t>$81 million</a:t>
            </a:r>
            <a:r>
              <a:rPr lang="en-US" sz="2200">
                <a:ea typeface="+mn-lt"/>
                <a:cs typeface="+mn-lt"/>
              </a:rPr>
              <a:t> was successfully transferred.</a:t>
            </a:r>
            <a:endParaRPr lang="en-US" sz="2200"/>
          </a:p>
          <a:p>
            <a:pPr marL="0" indent="0">
              <a:buNone/>
            </a:pPr>
            <a:r>
              <a:rPr lang="en-US" sz="2200" b="1"/>
              <a:t>Major Impact</a:t>
            </a:r>
            <a:endParaRPr lang="en-US" sz="2200">
              <a:ea typeface="Calibri"/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Significant financial loss.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International banking investigation.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Increased focus on cybersecurity within the banking sector.</a:t>
            </a:r>
            <a:endParaRPr lang="en-US" sz="2200"/>
          </a:p>
          <a:p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0532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41E23-2E7A-B0E3-3312-4EB17E57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083F34-32F3-E8D9-BDC2-DD1DF9DEE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8DD87-EA58-806B-94C0-D2D33AE5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Case Study 2: Bangladesh Bank SWIFT Heist (2016)</a:t>
            </a:r>
            <a:endParaRPr lang="en-US" sz="5400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9EB08856-DB64-A6C7-CCE3-519C9D2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0A1C-3FBA-BECA-F96C-AABEBE2DA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b="1"/>
              <a:t>Lesson Learned</a:t>
            </a:r>
            <a:endParaRPr lang="en-US"/>
          </a:p>
          <a:p>
            <a:pPr>
              <a:buFont typeface="Arial"/>
            </a:pPr>
            <a:r>
              <a:rPr lang="en-US" sz="2200">
                <a:ea typeface="+mn-lt"/>
                <a:cs typeface="+mn-lt"/>
              </a:rPr>
              <a:t>Financial institutions require strong security controls. 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200">
                <a:ea typeface="+mn-lt"/>
                <a:cs typeface="+mn-lt"/>
              </a:rPr>
              <a:t>Continuous monitoring and investigation are essential. 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200">
                <a:ea typeface="+mn-lt"/>
                <a:cs typeface="+mn-lt"/>
              </a:rPr>
              <a:t>Digital Forensics helps reconstruct the sequence of events and identify weaknesses.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2200" b="1" dirty="0">
              <a:ea typeface="Calibri"/>
              <a:cs typeface="Calibri"/>
            </a:endParaRPr>
          </a:p>
          <a:p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1529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13AFF2-47CB-BC87-2D80-0157BD8A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>
                <a:ea typeface="Calibri Light"/>
                <a:cs typeface="Calibri Light"/>
              </a:rPr>
              <a:t>Case Study 3: Colonial Pipeline Attack (2021)</a:t>
            </a:r>
          </a:p>
          <a:p>
            <a:endParaRPr lang="en-US" sz="5400" dirty="0">
              <a:ea typeface="Calibri Light"/>
              <a:cs typeface="Calibri Light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0E74B-EADA-C51B-66F5-FD8425FC6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600" b="1">
                <a:ea typeface="Calibri"/>
                <a:cs typeface="Calibri"/>
              </a:rPr>
              <a:t>What Happened?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 dirty="0">
                <a:ea typeface="Calibri"/>
                <a:cs typeface="Calibri"/>
              </a:rPr>
              <a:t>A ransomware attack disrupted the operations of a major fuel pipeline </a:t>
            </a:r>
            <a:r>
              <a:rPr lang="en-US" sz="2600" dirty="0" err="1">
                <a:ea typeface="Calibri"/>
                <a:cs typeface="Calibri"/>
              </a:rPr>
              <a:t>inthe</a:t>
            </a:r>
            <a:r>
              <a:rPr lang="en-US" sz="2600" dirty="0">
                <a:ea typeface="Calibri"/>
                <a:cs typeface="Calibri"/>
              </a:rPr>
              <a:t> United States.</a:t>
            </a:r>
          </a:p>
          <a:p>
            <a:r>
              <a:rPr lang="en-US" sz="2600" b="1">
                <a:ea typeface="Calibri"/>
                <a:cs typeface="Calibri"/>
              </a:rPr>
              <a:t>Major Impact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>
                <a:ea typeface="Calibri"/>
                <a:cs typeface="Calibri"/>
              </a:rPr>
              <a:t>Temporary fuel shortages. </a:t>
            </a:r>
          </a:p>
          <a:p>
            <a:r>
              <a:rPr lang="en-US" sz="2600">
                <a:ea typeface="Calibri"/>
                <a:cs typeface="Calibri"/>
              </a:rPr>
              <a:t>Panic buying at fuel stations. </a:t>
            </a:r>
          </a:p>
          <a:p>
            <a:r>
              <a:rPr lang="en-US" sz="2600">
                <a:ea typeface="Calibri"/>
                <a:cs typeface="Calibri"/>
              </a:rPr>
              <a:t>Economic disruption across several states. </a:t>
            </a:r>
          </a:p>
          <a:p>
            <a:r>
              <a:rPr lang="en-US" sz="2600" b="1">
                <a:ea typeface="Calibri"/>
                <a:cs typeface="Calibri"/>
              </a:rPr>
              <a:t>Lesson Learned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>
                <a:ea typeface="Calibri"/>
                <a:cs typeface="Calibri"/>
              </a:rPr>
              <a:t>Cyberattacks can affect critical infrastructure. </a:t>
            </a:r>
          </a:p>
          <a:p>
            <a:r>
              <a:rPr lang="en-US" sz="2600">
                <a:ea typeface="Calibri"/>
                <a:cs typeface="Calibri"/>
              </a:rPr>
              <a:t>Organizations must prepare incident response and recovery plans. </a:t>
            </a:r>
          </a:p>
          <a:p>
            <a:r>
              <a:rPr lang="en-US" sz="2600">
                <a:ea typeface="Calibri"/>
                <a:cs typeface="Calibri"/>
              </a:rPr>
              <a:t>Digital Forensics supports investigation and future risk reduction.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2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A26FD-F417-CEC0-E4DF-A5B0FF29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Emerging Trends in Computer Crimes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3D62C-4F51-58A0-354D-1BE2BA813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Introduction</a:t>
            </a:r>
            <a:endParaRPr lang="en-US" sz="2200" dirty="0">
              <a:ea typeface="Calibri"/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As technology advances, criminals also adopt new techniques. Modern computer crimes are becoming </a:t>
            </a:r>
            <a:r>
              <a:rPr lang="en-US" sz="2200" b="1">
                <a:ea typeface="+mn-lt"/>
                <a:cs typeface="+mn-lt"/>
              </a:rPr>
              <a:t>more sophisticated, automated, and difficult to detect</a:t>
            </a:r>
            <a:r>
              <a:rPr lang="en-US" sz="2200">
                <a:ea typeface="+mn-lt"/>
                <a:cs typeface="+mn-lt"/>
              </a:rPr>
              <a:t>. Understanding these trends helps investigators, organizations, and individuals prepare for future cyber threats.</a:t>
            </a:r>
            <a:endParaRPr lang="en-US"/>
          </a:p>
          <a:p>
            <a:r>
              <a:rPr lang="en-US" sz="2200" b="1">
                <a:ea typeface="+mn-lt"/>
                <a:cs typeface="+mn-lt"/>
              </a:rPr>
              <a:t>Cybercriminals continuously adapt to new technologies, making cybersecurity and digital forensics increasingly important.</a:t>
            </a:r>
            <a:endParaRPr lang="en-US"/>
          </a:p>
          <a:p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2913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1F5AE-78B6-1D71-6DD4-9DD38324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Current Trends in Computer Crimes</a:t>
            </a:r>
            <a:endParaRPr lang="en-US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9BA9D3-9DB9-A6B4-8B93-5C4B7C57DC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078274"/>
              </p:ext>
            </p:extLst>
          </p:nvPr>
        </p:nvGraphicFramePr>
        <p:xfrm>
          <a:off x="116114" y="1937657"/>
          <a:ext cx="11984126" cy="50314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24489">
                  <a:extLst>
                    <a:ext uri="{9D8B030D-6E8A-4147-A177-3AD203B41FA5}">
                      <a16:colId xmlns:a16="http://schemas.microsoft.com/office/drawing/2014/main" val="205163406"/>
                    </a:ext>
                  </a:extLst>
                </a:gridCol>
                <a:gridCol w="4020684">
                  <a:extLst>
                    <a:ext uri="{9D8B030D-6E8A-4147-A177-3AD203B41FA5}">
                      <a16:colId xmlns:a16="http://schemas.microsoft.com/office/drawing/2014/main" val="360013683"/>
                    </a:ext>
                  </a:extLst>
                </a:gridCol>
                <a:gridCol w="4038953">
                  <a:extLst>
                    <a:ext uri="{9D8B030D-6E8A-4147-A177-3AD203B41FA5}">
                      <a16:colId xmlns:a16="http://schemas.microsoft.com/office/drawing/2014/main" val="2522279822"/>
                    </a:ext>
                  </a:extLst>
                </a:gridCol>
              </a:tblGrid>
              <a:tr h="393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Trend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Description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Example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52235"/>
                  </a:ext>
                </a:extLst>
              </a:tr>
              <a:tr h="925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🤖 </a:t>
                      </a:r>
                      <a:r>
                        <a:rPr lang="en-US" sz="2000" b="1"/>
                        <a:t>AI-Enabled Scams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Criminals use Artificial Intelligence to create convincing scams.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AI-generated voice calls pretending to be family members or bank officials.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335942"/>
                  </a:ext>
                </a:extLst>
              </a:tr>
              <a:tr h="647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🎭 </a:t>
                      </a:r>
                      <a:r>
                        <a:rPr lang="en-US" sz="2000" b="1"/>
                        <a:t>Deepfake Technology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AI-generated fake images, audio, or videos used to deceive people.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Fake video of a public figure making false statements.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52744"/>
                  </a:ext>
                </a:extLst>
              </a:tr>
              <a:tr h="647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📱 </a:t>
                      </a:r>
                      <a:r>
                        <a:rPr lang="en-US" sz="2000" b="1"/>
                        <a:t>Mobile &amp; UPI Frauds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Attacks targeting smartphones and digital payment applications.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Fake QR codes and fraudulent payment requests.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541977"/>
                  </a:ext>
                </a:extLst>
              </a:tr>
              <a:tr h="647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🌐 </a:t>
                      </a:r>
                      <a:r>
                        <a:rPr lang="en-US" sz="2000" b="1"/>
                        <a:t>IoT Device Attacks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Smart devices connected to the Internet become attack targets.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Compromised smart cameras or home automation devices.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678879"/>
                  </a:ext>
                </a:extLst>
              </a:tr>
              <a:tr h="647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☁️ </a:t>
                      </a:r>
                      <a:r>
                        <a:rPr lang="en-US" sz="2000" b="1"/>
                        <a:t>Cloud Service Attacks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Criminals target cloud storage and online services.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Unauthorized access to cloud-hosted business data.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888296"/>
                  </a:ext>
                </a:extLst>
              </a:tr>
              <a:tr h="925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🧠 </a:t>
                      </a:r>
                      <a:r>
                        <a:rPr lang="en-US" sz="2000" b="1"/>
                        <a:t>Social Engineering</a:t>
                      </a:r>
                      <a:endParaRPr lang="en-US" sz="2000"/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Manipulating people instead of exploiting technology.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Fake tech support calls asking users to reveal passwords or OTPs.</a:t>
                      </a:r>
                    </a:p>
                  </a:txBody>
                  <a:tcPr marL="72060" marR="72060" marT="36030" marB="360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72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896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7E8D8-1D25-E27E-E00E-989007C5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3665003" cy="1481328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Summary and Review</a:t>
            </a:r>
            <a:endParaRPr lang="en-US" sz="5000"/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3F60-A452-91AB-6F1B-E2ED25EDA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193" y="2660904"/>
            <a:ext cx="2794147" cy="354787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200">
                <a:ea typeface="+mn-lt"/>
                <a:cs typeface="+mn-lt"/>
              </a:rPr>
              <a:t>"Every computer crime leaves behind digital traces. The challenge is not only to detect the crime but also to collect and preserve those traces in a way that they become reliable evidence in a court of law. That is the essence of Digital Forensics.</a:t>
            </a:r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9C4EC-DDEA-8534-6E78-D72117764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11" b="-2"/>
          <a:stretch>
            <a:fillRect/>
          </a:stretch>
        </p:blipFill>
        <p:spPr>
          <a:xfrm>
            <a:off x="3929163" y="406220"/>
            <a:ext cx="8223938" cy="552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9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7b7e3b-dde7-4727-849a-7c2a62b59c83" xsi:nil="true"/>
    <lcf76f155ced4ddcb4097134ff3c332f xmlns="3b805ea8-0214-4864-9a31-ee483b0ece1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01F7F5CF4DBF4EA0504CCC478097C3" ma:contentTypeVersion="11" ma:contentTypeDescription="Create a new document." ma:contentTypeScope="" ma:versionID="d1a6c8fad79f6b9067ca1a810cb82cc9">
  <xsd:schema xmlns:xsd="http://www.w3.org/2001/XMLSchema" xmlns:xs="http://www.w3.org/2001/XMLSchema" xmlns:p="http://schemas.microsoft.com/office/2006/metadata/properties" xmlns:ns2="3b805ea8-0214-4864-9a31-ee483b0ece1a" xmlns:ns3="8d7b7e3b-dde7-4727-849a-7c2a62b59c83" targetNamespace="http://schemas.microsoft.com/office/2006/metadata/properties" ma:root="true" ma:fieldsID="24004d47fdb8cf45c9841aead0c9fc70" ns2:_="" ns3:_="">
    <xsd:import namespace="3b805ea8-0214-4864-9a31-ee483b0ece1a"/>
    <xsd:import namespace="8d7b7e3b-dde7-4727-849a-7c2a62b59c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05ea8-0214-4864-9a31-ee483b0ece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758f2a0-2f59-4fb4-8e15-936a66a297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b7e3b-dde7-4727-849a-7c2a62b59c8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7e45844-0a51-418c-9de4-f62949a74234}" ma:internalName="TaxCatchAll" ma:showField="CatchAllData" ma:web="8d7b7e3b-dde7-4727-849a-7c2a62b59c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32D4B8-BF9B-42D1-AFAD-07ECB4DA796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5F62FCA-B078-4026-80DE-C94CF9DC85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5DD52E-5FE0-459F-B3FE-474DAC359C76}"/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560</Words>
  <Application>Microsoft Office PowerPoint</Application>
  <PresentationFormat>Widescreen</PresentationFormat>
  <Paragraphs>58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Digital Forensics (20CP411T) UNIT 1 – Lecture 3 </vt:lpstr>
      <vt:lpstr>Learning Outcomes</vt:lpstr>
      <vt:lpstr>Computer Crime??????</vt:lpstr>
      <vt:lpstr>What is a Computer Crime?</vt:lpstr>
      <vt:lpstr>Two Ways a Computer is Involved</vt:lpstr>
      <vt:lpstr>Two Ways a Computer is Involved</vt:lpstr>
      <vt:lpstr>Major Types of Computer Crimes</vt:lpstr>
      <vt:lpstr>Types of Computer Crimes</vt:lpstr>
      <vt:lpstr>Types of Computer Crimes</vt:lpstr>
      <vt:lpstr>Financial Computer Crimes</vt:lpstr>
      <vt:lpstr>Common Types of Financial Computer Crimes</vt:lpstr>
      <vt:lpstr>Crimes Against Individuals</vt:lpstr>
      <vt:lpstr>Common Crimes Against Individuals</vt:lpstr>
      <vt:lpstr>Crimes Against Organizations</vt:lpstr>
      <vt:lpstr>Common Crimes Against Organizations</vt:lpstr>
      <vt:lpstr>Crimes Against Society and Government</vt:lpstr>
      <vt:lpstr>Common Crimes Against Society &amp; Government</vt:lpstr>
      <vt:lpstr>Case Study 1: WannaCry Ransomware Attack (2017)</vt:lpstr>
      <vt:lpstr>Case Study 1:WannaCryRansomwareAttack (2017)</vt:lpstr>
      <vt:lpstr>Case Study 2: Bangladesh Bank SWIFT Heist (2016)</vt:lpstr>
      <vt:lpstr>Case Study 2: Bangladesh Bank SWIFT Heist (2016)</vt:lpstr>
      <vt:lpstr>Case Study 3: Colonial Pipeline Attack (2021) </vt:lpstr>
      <vt:lpstr>Emerging Trends in Computer Crimes</vt:lpstr>
      <vt:lpstr>Current Trends in Computer Crimes</vt:lpstr>
      <vt:lpstr>Summary and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(20CP411T)</dc:title>
  <dc:creator>Prarthana Mehta</dc:creator>
  <cp:lastModifiedBy>Nishant Doshi</cp:lastModifiedBy>
  <cp:revision>253</cp:revision>
  <dcterms:created xsi:type="dcterms:W3CDTF">2025-07-08T07:00:19Z</dcterms:created>
  <dcterms:modified xsi:type="dcterms:W3CDTF">2026-07-29T04:37:18Z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0x0101005C01F7F5CF4DBF4EA0504CCC478097C3</vt:lpwstr>
  </property>
  <property fmtid="{D5CDD505-2E9C-101B-9397-08002B2CF9AE}" pid="3" name="Order">
    <vt:r8>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