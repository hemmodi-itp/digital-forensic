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280" r:id="rId15"/>
    <p:sldId id="281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B31FA-2A0A-7E66-91C8-D0E9CD807192}" v="6" dt="2026-08-10T05:25:54.876"/>
    <p1510:client id="{C9C1473F-F768-4B27-CBE8-5B06D0EADC34}" v="51" dt="2026-08-10T11:04:21.078"/>
    <p1510:client id="{FE46B13B-84A7-81EE-8ED5-CEFB33757387}" v="183" dt="2026-08-10T13:12:12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t Das" userId="S::sujit.das@pdpu.ac.in::5531694e-1714-439d-a47e-7795b732b077" providerId="AD" clId="Web-{06DB31FA-2A0A-7E66-91C8-D0E9CD807192}"/>
    <pc:docChg chg="addSld delSld modSld">
      <pc:chgData name="Sujit Das" userId="S::sujit.das@pdpu.ac.in::5531694e-1714-439d-a47e-7795b732b077" providerId="AD" clId="Web-{06DB31FA-2A0A-7E66-91C8-D0E9CD807192}" dt="2026-08-10T05:25:54.876" v="6"/>
      <pc:docMkLst>
        <pc:docMk/>
      </pc:docMkLst>
      <pc:sldChg chg="del">
        <pc:chgData name="Sujit Das" userId="S::sujit.das@pdpu.ac.in::5531694e-1714-439d-a47e-7795b732b077" providerId="AD" clId="Web-{06DB31FA-2A0A-7E66-91C8-D0E9CD807192}" dt="2026-08-10T05:24:51.579" v="1"/>
        <pc:sldMkLst>
          <pc:docMk/>
          <pc:sldMk cId="4051154046" sldId="256"/>
        </pc:sldMkLst>
      </pc:sldChg>
      <pc:sldChg chg="del">
        <pc:chgData name="Sujit Das" userId="S::sujit.das@pdpu.ac.in::5531694e-1714-439d-a47e-7795b732b077" providerId="AD" clId="Web-{06DB31FA-2A0A-7E66-91C8-D0E9CD807192}" dt="2026-08-10T05:25:54.876" v="6"/>
        <pc:sldMkLst>
          <pc:docMk/>
          <pc:sldMk cId="3415373509" sldId="257"/>
        </pc:sldMkLst>
      </pc:sldChg>
      <pc:sldChg chg="addSp modSp add">
        <pc:chgData name="Sujit Das" userId="S::sujit.das@pdpu.ac.in::5531694e-1714-439d-a47e-7795b732b077" providerId="AD" clId="Web-{06DB31FA-2A0A-7E66-91C8-D0E9CD807192}" dt="2026-08-10T05:25:50.939" v="5" actId="20577"/>
        <pc:sldMkLst>
          <pc:docMk/>
          <pc:sldMk cId="3402872695" sldId="290"/>
        </pc:sldMkLst>
        <pc:spChg chg="mod">
          <ac:chgData name="Sujit Das" userId="S::sujit.das@pdpu.ac.in::5531694e-1714-439d-a47e-7795b732b077" providerId="AD" clId="Web-{06DB31FA-2A0A-7E66-91C8-D0E9CD807192}" dt="2026-08-10T05:25:14.251" v="4" actId="20577"/>
          <ac:spMkLst>
            <pc:docMk/>
            <pc:sldMk cId="3402872695" sldId="290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06DB31FA-2A0A-7E66-91C8-D0E9CD807192}" dt="2026-08-10T05:25:50.939" v="5" actId="20577"/>
          <ac:spMkLst>
            <pc:docMk/>
            <pc:sldMk cId="3402872695" sldId="290"/>
            <ac:spMk id="3" creationId="{00000000-0000-0000-0000-000000000000}"/>
          </ac:spMkLst>
        </pc:spChg>
        <pc:spChg chg="add">
          <ac:chgData name="Sujit Das" userId="S::sujit.das@pdpu.ac.in::5531694e-1714-439d-a47e-7795b732b077" providerId="AD" clId="Web-{06DB31FA-2A0A-7E66-91C8-D0E9CD807192}" dt="2026-08-10T05:25:09.251" v="2"/>
          <ac:spMkLst>
            <pc:docMk/>
            <pc:sldMk cId="3402872695" sldId="290"/>
            <ac:spMk id="8" creationId="{943CAA20-3569-4189-9E48-239A229A86CA}"/>
          </ac:spMkLst>
        </pc:spChg>
        <pc:spChg chg="add">
          <ac:chgData name="Sujit Das" userId="S::sujit.das@pdpu.ac.in::5531694e-1714-439d-a47e-7795b732b077" providerId="AD" clId="Web-{06DB31FA-2A0A-7E66-91C8-D0E9CD807192}" dt="2026-08-10T05:25:09.251" v="2"/>
          <ac:spMkLst>
            <pc:docMk/>
            <pc:sldMk cId="3402872695" sldId="290"/>
            <ac:spMk id="10" creationId="{DA542B6D-E775-4832-91DC-2D20F857813A}"/>
          </ac:spMkLst>
        </pc:spChg>
      </pc:sldChg>
    </pc:docChg>
  </pc:docChgLst>
  <pc:docChgLst>
    <pc:chgData name="Sujit Das" userId="S::sujit.das@pdpu.ac.in::5531694e-1714-439d-a47e-7795b732b077" providerId="AD" clId="Web-{FE46B13B-84A7-81EE-8ED5-CEFB33757387}"/>
    <pc:docChg chg="addSld delSld modSld sldOrd">
      <pc:chgData name="Sujit Das" userId="S::sujit.das@pdpu.ac.in::5531694e-1714-439d-a47e-7795b732b077" providerId="AD" clId="Web-{FE46B13B-84A7-81EE-8ED5-CEFB33757387}" dt="2026-08-10T13:12:12.051" v="201"/>
      <pc:docMkLst>
        <pc:docMk/>
      </pc:docMkLst>
      <pc:sldChg chg="del">
        <pc:chgData name="Sujit Das" userId="S::sujit.das@pdpu.ac.in::5531694e-1714-439d-a47e-7795b732b077" providerId="AD" clId="Web-{FE46B13B-84A7-81EE-8ED5-CEFB33757387}" dt="2026-08-10T11:17:22.092" v="4"/>
        <pc:sldMkLst>
          <pc:docMk/>
          <pc:sldMk cId="6874340" sldId="264"/>
        </pc:sldMkLst>
      </pc:sldChg>
      <pc:sldChg chg="del">
        <pc:chgData name="Sujit Das" userId="S::sujit.das@pdpu.ac.in::5531694e-1714-439d-a47e-7795b732b077" providerId="AD" clId="Web-{FE46B13B-84A7-81EE-8ED5-CEFB33757387}" dt="2026-08-10T11:17:29.905" v="5"/>
        <pc:sldMkLst>
          <pc:docMk/>
          <pc:sldMk cId="1872902735" sldId="265"/>
        </pc:sldMkLst>
      </pc:sldChg>
      <pc:sldChg chg="addSp modSp del mod setBg">
        <pc:chgData name="Sujit Das" userId="S::sujit.das@pdpu.ac.in::5531694e-1714-439d-a47e-7795b732b077" providerId="AD" clId="Web-{FE46B13B-84A7-81EE-8ED5-CEFB33757387}" dt="2026-08-10T12:03:11.444" v="7"/>
        <pc:sldMkLst>
          <pc:docMk/>
          <pc:sldMk cId="319869383" sldId="266"/>
        </pc:sldMkLst>
        <pc:spChg chg="mod">
          <ac:chgData name="Sujit Das" userId="S::sujit.das@pdpu.ac.in::5531694e-1714-439d-a47e-7795b732b077" providerId="AD" clId="Web-{FE46B13B-84A7-81EE-8ED5-CEFB33757387}" dt="2026-08-10T11:59:58.436" v="6"/>
          <ac:spMkLst>
            <pc:docMk/>
            <pc:sldMk cId="319869383" sldId="266"/>
            <ac:spMk id="2" creationId="{AEBA2911-26DF-6A1A-F30A-A5FF2B970DFB}"/>
          </ac:spMkLst>
        </pc:spChg>
        <pc:spChg chg="mod">
          <ac:chgData name="Sujit Das" userId="S::sujit.das@pdpu.ac.in::5531694e-1714-439d-a47e-7795b732b077" providerId="AD" clId="Web-{FE46B13B-84A7-81EE-8ED5-CEFB33757387}" dt="2026-08-10T11:59:58.436" v="6"/>
          <ac:spMkLst>
            <pc:docMk/>
            <pc:sldMk cId="319869383" sldId="266"/>
            <ac:spMk id="3" creationId="{8ACBC71D-E694-2395-CF12-295931E56C40}"/>
          </ac:spMkLst>
        </pc:spChg>
        <pc:spChg chg="add">
          <ac:chgData name="Sujit Das" userId="S::sujit.das@pdpu.ac.in::5531694e-1714-439d-a47e-7795b732b077" providerId="AD" clId="Web-{FE46B13B-84A7-81EE-8ED5-CEFB33757387}" dt="2026-08-10T11:59:58.436" v="6"/>
          <ac:spMkLst>
            <pc:docMk/>
            <pc:sldMk cId="319869383" sldId="266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1:59:58.436" v="6"/>
          <ac:spMkLst>
            <pc:docMk/>
            <pc:sldMk cId="319869383" sldId="266"/>
            <ac:spMk id="10" creationId="{DB17E863-922E-4C26-BD64-E8FD41D28661}"/>
          </ac:spMkLst>
        </pc:spChg>
      </pc:sldChg>
      <pc:sldChg chg="del">
        <pc:chgData name="Sujit Das" userId="S::sujit.das@pdpu.ac.in::5531694e-1714-439d-a47e-7795b732b077" providerId="AD" clId="Web-{FE46B13B-84A7-81EE-8ED5-CEFB33757387}" dt="2026-08-10T12:03:14.459" v="8"/>
        <pc:sldMkLst>
          <pc:docMk/>
          <pc:sldMk cId="2915779145" sldId="267"/>
        </pc:sldMkLst>
      </pc:sldChg>
      <pc:sldChg chg="modSp del">
        <pc:chgData name="Sujit Das" userId="S::sujit.das@pdpu.ac.in::5531694e-1714-439d-a47e-7795b732b077" providerId="AD" clId="Web-{FE46B13B-84A7-81EE-8ED5-CEFB33757387}" dt="2026-08-10T12:05:02.088" v="21"/>
        <pc:sldMkLst>
          <pc:docMk/>
          <pc:sldMk cId="1293751939" sldId="268"/>
        </pc:sldMkLst>
        <pc:spChg chg="mod">
          <ac:chgData name="Sujit Das" userId="S::sujit.das@pdpu.ac.in::5531694e-1714-439d-a47e-7795b732b077" providerId="AD" clId="Web-{FE46B13B-84A7-81EE-8ED5-CEFB33757387}" dt="2026-08-10T12:04:27.118" v="14" actId="20577"/>
          <ac:spMkLst>
            <pc:docMk/>
            <pc:sldMk cId="1293751939" sldId="268"/>
            <ac:spMk id="2" creationId="{2ED88383-8857-66D9-B45A-A79EE96A8375}"/>
          </ac:spMkLst>
        </pc:spChg>
      </pc:sldChg>
      <pc:sldChg chg="del">
        <pc:chgData name="Sujit Das" userId="S::sujit.das@pdpu.ac.in::5531694e-1714-439d-a47e-7795b732b077" providerId="AD" clId="Web-{FE46B13B-84A7-81EE-8ED5-CEFB33757387}" dt="2026-08-10T12:10:52.288" v="24"/>
        <pc:sldMkLst>
          <pc:docMk/>
          <pc:sldMk cId="1780602282" sldId="269"/>
        </pc:sldMkLst>
      </pc:sldChg>
      <pc:sldChg chg="addSp delSp modSp del">
        <pc:chgData name="Sujit Das" userId="S::sujit.das@pdpu.ac.in::5531694e-1714-439d-a47e-7795b732b077" providerId="AD" clId="Web-{FE46B13B-84A7-81EE-8ED5-CEFB33757387}" dt="2026-08-10T12:28:29.890" v="56"/>
        <pc:sldMkLst>
          <pc:docMk/>
          <pc:sldMk cId="3717300973" sldId="270"/>
        </pc:sldMkLst>
        <pc:spChg chg="mod">
          <ac:chgData name="Sujit Das" userId="S::sujit.das@pdpu.ac.in::5531694e-1714-439d-a47e-7795b732b077" providerId="AD" clId="Web-{FE46B13B-84A7-81EE-8ED5-CEFB33757387}" dt="2026-08-10T12:13:00.652" v="32" actId="20577"/>
          <ac:spMkLst>
            <pc:docMk/>
            <pc:sldMk cId="3717300973" sldId="270"/>
            <ac:spMk id="2" creationId="{4BAAEC60-4522-682F-37DC-B092353DC9EA}"/>
          </ac:spMkLst>
        </pc:spChg>
        <pc:spChg chg="del mod">
          <ac:chgData name="Sujit Das" userId="S::sujit.das@pdpu.ac.in::5531694e-1714-439d-a47e-7795b732b077" providerId="AD" clId="Web-{FE46B13B-84A7-81EE-8ED5-CEFB33757387}" dt="2026-08-10T12:13:04.168" v="33"/>
          <ac:spMkLst>
            <pc:docMk/>
            <pc:sldMk cId="3717300973" sldId="270"/>
            <ac:spMk id="3" creationId="{32A2E412-17FF-5FAD-2152-182E197354B5}"/>
          </ac:spMkLst>
        </pc:spChg>
        <pc:picChg chg="add mod ord">
          <ac:chgData name="Sujit Das" userId="S::sujit.das@pdpu.ac.in::5531694e-1714-439d-a47e-7795b732b077" providerId="AD" clId="Web-{FE46B13B-84A7-81EE-8ED5-CEFB33757387}" dt="2026-08-10T12:13:12.090" v="36" actId="14100"/>
          <ac:picMkLst>
            <pc:docMk/>
            <pc:sldMk cId="3717300973" sldId="270"/>
            <ac:picMk id="4" creationId="{87B576CE-660C-4229-0D48-BD964B5265E3}"/>
          </ac:picMkLst>
        </pc:picChg>
      </pc:sldChg>
      <pc:sldChg chg="del">
        <pc:chgData name="Sujit Das" userId="S::sujit.das@pdpu.ac.in::5531694e-1714-439d-a47e-7795b732b077" providerId="AD" clId="Web-{FE46B13B-84A7-81EE-8ED5-CEFB33757387}" dt="2026-08-10T12:13:21.309" v="37"/>
        <pc:sldMkLst>
          <pc:docMk/>
          <pc:sldMk cId="2048583511" sldId="271"/>
        </pc:sldMkLst>
      </pc:sldChg>
      <pc:sldChg chg="del">
        <pc:chgData name="Sujit Das" userId="S::sujit.das@pdpu.ac.in::5531694e-1714-439d-a47e-7795b732b077" providerId="AD" clId="Web-{FE46B13B-84A7-81EE-8ED5-CEFB33757387}" dt="2026-08-10T12:13:24.012" v="38"/>
        <pc:sldMkLst>
          <pc:docMk/>
          <pc:sldMk cId="699388050" sldId="272"/>
        </pc:sldMkLst>
      </pc:sldChg>
      <pc:sldChg chg="del">
        <pc:chgData name="Sujit Das" userId="S::sujit.das@pdpu.ac.in::5531694e-1714-439d-a47e-7795b732b077" providerId="AD" clId="Web-{FE46B13B-84A7-81EE-8ED5-CEFB33757387}" dt="2026-08-10T12:13:26.513" v="39"/>
        <pc:sldMkLst>
          <pc:docMk/>
          <pc:sldMk cId="655795699" sldId="273"/>
        </pc:sldMkLst>
      </pc:sldChg>
      <pc:sldChg chg="del">
        <pc:chgData name="Sujit Das" userId="S::sujit.das@pdpu.ac.in::5531694e-1714-439d-a47e-7795b732b077" providerId="AD" clId="Web-{FE46B13B-84A7-81EE-8ED5-CEFB33757387}" dt="2026-08-10T12:13:28.935" v="40"/>
        <pc:sldMkLst>
          <pc:docMk/>
          <pc:sldMk cId="2565115651" sldId="274"/>
        </pc:sldMkLst>
      </pc:sldChg>
      <pc:sldChg chg="del">
        <pc:chgData name="Sujit Das" userId="S::sujit.das@pdpu.ac.in::5531694e-1714-439d-a47e-7795b732b077" providerId="AD" clId="Web-{FE46B13B-84A7-81EE-8ED5-CEFB33757387}" dt="2026-08-10T12:13:30.888" v="41"/>
        <pc:sldMkLst>
          <pc:docMk/>
          <pc:sldMk cId="608325910" sldId="275"/>
        </pc:sldMkLst>
      </pc:sldChg>
      <pc:sldChg chg="del">
        <pc:chgData name="Sujit Das" userId="S::sujit.das@pdpu.ac.in::5531694e-1714-439d-a47e-7795b732b077" providerId="AD" clId="Web-{FE46B13B-84A7-81EE-8ED5-CEFB33757387}" dt="2026-08-10T12:13:49.482" v="42"/>
        <pc:sldMkLst>
          <pc:docMk/>
          <pc:sldMk cId="1347998457" sldId="276"/>
        </pc:sldMkLst>
      </pc:sldChg>
      <pc:sldChg chg="addSp modSp del mod setBg">
        <pc:chgData name="Sujit Das" userId="S::sujit.das@pdpu.ac.in::5531694e-1714-439d-a47e-7795b732b077" providerId="AD" clId="Web-{FE46B13B-84A7-81EE-8ED5-CEFB33757387}" dt="2026-08-10T12:38:48.382" v="68"/>
        <pc:sldMkLst>
          <pc:docMk/>
          <pc:sldMk cId="3255817589" sldId="277"/>
        </pc:sldMkLst>
        <pc:spChg chg="mod">
          <ac:chgData name="Sujit Das" userId="S::sujit.das@pdpu.ac.in::5531694e-1714-439d-a47e-7795b732b077" providerId="AD" clId="Web-{FE46B13B-84A7-81EE-8ED5-CEFB33757387}" dt="2026-08-10T12:15:01.110" v="43"/>
          <ac:spMkLst>
            <pc:docMk/>
            <pc:sldMk cId="3255817589" sldId="277"/>
            <ac:spMk id="2" creationId="{F9506630-D597-99E7-28F9-578F270B6267}"/>
          </ac:spMkLst>
        </pc:spChg>
        <pc:spChg chg="mod">
          <ac:chgData name="Sujit Das" userId="S::sujit.das@pdpu.ac.in::5531694e-1714-439d-a47e-7795b732b077" providerId="AD" clId="Web-{FE46B13B-84A7-81EE-8ED5-CEFB33757387}" dt="2026-08-10T12:15:01.110" v="43"/>
          <ac:spMkLst>
            <pc:docMk/>
            <pc:sldMk cId="3255817589" sldId="277"/>
            <ac:spMk id="3" creationId="{830E411C-0CD4-7FFC-297D-FAAC2EBB985A}"/>
          </ac:spMkLst>
        </pc:spChg>
        <pc:spChg chg="add">
          <ac:chgData name="Sujit Das" userId="S::sujit.das@pdpu.ac.in::5531694e-1714-439d-a47e-7795b732b077" providerId="AD" clId="Web-{FE46B13B-84A7-81EE-8ED5-CEFB33757387}" dt="2026-08-10T12:15:01.110" v="43"/>
          <ac:spMkLst>
            <pc:docMk/>
            <pc:sldMk cId="3255817589" sldId="277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01.110" v="43"/>
          <ac:spMkLst>
            <pc:docMk/>
            <pc:sldMk cId="3255817589" sldId="277"/>
            <ac:spMk id="10" creationId="{DB17E863-922E-4C26-BD64-E8FD41D28661}"/>
          </ac:spMkLst>
        </pc:spChg>
      </pc:sldChg>
      <pc:sldChg chg="addSp modSp del mod setBg">
        <pc:chgData name="Sujit Das" userId="S::sujit.das@pdpu.ac.in::5531694e-1714-439d-a47e-7795b732b077" providerId="AD" clId="Web-{FE46B13B-84A7-81EE-8ED5-CEFB33757387}" dt="2026-08-10T12:48:14.434" v="95"/>
        <pc:sldMkLst>
          <pc:docMk/>
          <pc:sldMk cId="3908039157" sldId="278"/>
        </pc:sldMkLst>
        <pc:spChg chg="mod">
          <ac:chgData name="Sujit Das" userId="S::sujit.das@pdpu.ac.in::5531694e-1714-439d-a47e-7795b732b077" providerId="AD" clId="Web-{FE46B13B-84A7-81EE-8ED5-CEFB33757387}" dt="2026-08-10T12:15:17.986" v="47"/>
          <ac:spMkLst>
            <pc:docMk/>
            <pc:sldMk cId="3908039157" sldId="278"/>
            <ac:spMk id="2" creationId="{F9506630-D597-99E7-28F9-578F270B6267}"/>
          </ac:spMkLst>
        </pc:spChg>
        <pc:spChg chg="mod">
          <ac:chgData name="Sujit Das" userId="S::sujit.das@pdpu.ac.in::5531694e-1714-439d-a47e-7795b732b077" providerId="AD" clId="Web-{FE46B13B-84A7-81EE-8ED5-CEFB33757387}" dt="2026-08-10T12:15:17.986" v="47"/>
          <ac:spMkLst>
            <pc:docMk/>
            <pc:sldMk cId="3908039157" sldId="278"/>
            <ac:spMk id="3" creationId="{830E411C-0CD4-7FFC-297D-FAAC2EBB985A}"/>
          </ac:spMkLst>
        </pc:spChg>
        <pc:spChg chg="add">
          <ac:chgData name="Sujit Das" userId="S::sujit.das@pdpu.ac.in::5531694e-1714-439d-a47e-7795b732b077" providerId="AD" clId="Web-{FE46B13B-84A7-81EE-8ED5-CEFB33757387}" dt="2026-08-10T12:15:17.986" v="47"/>
          <ac:spMkLst>
            <pc:docMk/>
            <pc:sldMk cId="3908039157" sldId="278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17.986" v="47"/>
          <ac:spMkLst>
            <pc:docMk/>
            <pc:sldMk cId="3908039157" sldId="278"/>
            <ac:spMk id="10" creationId="{DB17E863-922E-4C26-BD64-E8FD41D28661}"/>
          </ac:spMkLst>
        </pc:spChg>
      </pc:sldChg>
      <pc:sldChg chg="addSp modSp del mod setBg">
        <pc:chgData name="Sujit Das" userId="S::sujit.das@pdpu.ac.in::5531694e-1714-439d-a47e-7795b732b077" providerId="AD" clId="Web-{FE46B13B-84A7-81EE-8ED5-CEFB33757387}" dt="2026-08-10T12:48:16.059" v="96"/>
        <pc:sldMkLst>
          <pc:docMk/>
          <pc:sldMk cId="2236795714" sldId="279"/>
        </pc:sldMkLst>
        <pc:spChg chg="mod">
          <ac:chgData name="Sujit Das" userId="S::sujit.das@pdpu.ac.in::5531694e-1714-439d-a47e-7795b732b077" providerId="AD" clId="Web-{FE46B13B-84A7-81EE-8ED5-CEFB33757387}" dt="2026-08-10T12:15:21.798" v="48"/>
          <ac:spMkLst>
            <pc:docMk/>
            <pc:sldMk cId="2236795714" sldId="279"/>
            <ac:spMk id="2" creationId="{F9506630-D597-99E7-28F9-578F270B6267}"/>
          </ac:spMkLst>
        </pc:spChg>
        <pc:spChg chg="mod">
          <ac:chgData name="Sujit Das" userId="S::sujit.das@pdpu.ac.in::5531694e-1714-439d-a47e-7795b732b077" providerId="AD" clId="Web-{FE46B13B-84A7-81EE-8ED5-CEFB33757387}" dt="2026-08-10T12:15:21.798" v="48"/>
          <ac:spMkLst>
            <pc:docMk/>
            <pc:sldMk cId="2236795714" sldId="279"/>
            <ac:spMk id="3" creationId="{830E411C-0CD4-7FFC-297D-FAAC2EBB985A}"/>
          </ac:spMkLst>
        </pc:spChg>
        <pc:spChg chg="add">
          <ac:chgData name="Sujit Das" userId="S::sujit.das@pdpu.ac.in::5531694e-1714-439d-a47e-7795b732b077" providerId="AD" clId="Web-{FE46B13B-84A7-81EE-8ED5-CEFB33757387}" dt="2026-08-10T12:15:21.798" v="48"/>
          <ac:spMkLst>
            <pc:docMk/>
            <pc:sldMk cId="2236795714" sldId="279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21.798" v="48"/>
          <ac:spMkLst>
            <pc:docMk/>
            <pc:sldMk cId="2236795714" sldId="279"/>
            <ac:spMk id="10" creationId="{DB17E863-922E-4C26-BD64-E8FD41D28661}"/>
          </ac:spMkLst>
        </pc:spChg>
      </pc:sldChg>
      <pc:sldChg chg="addSp delSp modSp mod setBg">
        <pc:chgData name="Sujit Das" userId="S::sujit.das@pdpu.ac.in::5531694e-1714-439d-a47e-7795b732b077" providerId="AD" clId="Web-{FE46B13B-84A7-81EE-8ED5-CEFB33757387}" dt="2026-08-10T13:07:27.259" v="185" actId="20577"/>
        <pc:sldMkLst>
          <pc:docMk/>
          <pc:sldMk cId="748353444" sldId="280"/>
        </pc:sldMkLst>
        <pc:spChg chg="mod">
          <ac:chgData name="Sujit Das" userId="S::sujit.das@pdpu.ac.in::5531694e-1714-439d-a47e-7795b732b077" providerId="AD" clId="Web-{FE46B13B-84A7-81EE-8ED5-CEFB33757387}" dt="2026-08-10T13:07:27.259" v="185" actId="20577"/>
          <ac:spMkLst>
            <pc:docMk/>
            <pc:sldMk cId="748353444" sldId="280"/>
            <ac:spMk id="2" creationId="{71C65437-5D5A-EFFD-64C2-6E2B182EE08D}"/>
          </ac:spMkLst>
        </pc:spChg>
        <pc:spChg chg="del mod">
          <ac:chgData name="Sujit Das" userId="S::sujit.das@pdpu.ac.in::5531694e-1714-439d-a47e-7795b732b077" providerId="AD" clId="Web-{FE46B13B-84A7-81EE-8ED5-CEFB33757387}" dt="2026-08-10T13:06:57.117" v="176"/>
          <ac:spMkLst>
            <pc:docMk/>
            <pc:sldMk cId="748353444" sldId="280"/>
            <ac:spMk id="3" creationId="{C6477B2F-B827-3F04-9E6F-19C68A09ED87}"/>
          </ac:spMkLst>
        </pc:spChg>
        <pc:spChg chg="add del mod">
          <ac:chgData name="Sujit Das" userId="S::sujit.das@pdpu.ac.in::5531694e-1714-439d-a47e-7795b732b077" providerId="AD" clId="Web-{FE46B13B-84A7-81EE-8ED5-CEFB33757387}" dt="2026-08-10T13:06:40.835" v="174"/>
          <ac:spMkLst>
            <pc:docMk/>
            <pc:sldMk cId="748353444" sldId="280"/>
            <ac:spMk id="4" creationId="{E377CE57-05DB-5027-0A61-2D1FA9DB07D3}"/>
          </ac:spMkLst>
        </pc:spChg>
        <pc:spChg chg="add">
          <ac:chgData name="Sujit Das" userId="S::sujit.das@pdpu.ac.in::5531694e-1714-439d-a47e-7795b732b077" providerId="AD" clId="Web-{FE46B13B-84A7-81EE-8ED5-CEFB33757387}" dt="2026-08-10T12:15:26.627" v="49"/>
          <ac:spMkLst>
            <pc:docMk/>
            <pc:sldMk cId="748353444" sldId="280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26.627" v="49"/>
          <ac:spMkLst>
            <pc:docMk/>
            <pc:sldMk cId="748353444" sldId="280"/>
            <ac:spMk id="10" creationId="{DB17E863-922E-4C26-BD64-E8FD41D28661}"/>
          </ac:spMkLst>
        </pc:spChg>
        <pc:picChg chg="add mod ord">
          <ac:chgData name="Sujit Das" userId="S::sujit.das@pdpu.ac.in::5531694e-1714-439d-a47e-7795b732b077" providerId="AD" clId="Web-{FE46B13B-84A7-81EE-8ED5-CEFB33757387}" dt="2026-08-10T13:07:08.071" v="179" actId="14100"/>
          <ac:picMkLst>
            <pc:docMk/>
            <pc:sldMk cId="748353444" sldId="280"/>
            <ac:picMk id="5" creationId="{F71DCAF7-BA3A-CD4D-6D08-A3378C40F758}"/>
          </ac:picMkLst>
        </pc:picChg>
      </pc:sldChg>
      <pc:sldChg chg="addSp delSp modSp mod setBg">
        <pc:chgData name="Sujit Das" userId="S::sujit.das@pdpu.ac.in::5531694e-1714-439d-a47e-7795b732b077" providerId="AD" clId="Web-{FE46B13B-84A7-81EE-8ED5-CEFB33757387}" dt="2026-08-10T13:08:56.106" v="191" actId="14100"/>
        <pc:sldMkLst>
          <pc:docMk/>
          <pc:sldMk cId="3859853955" sldId="281"/>
        </pc:sldMkLst>
        <pc:spChg chg="mod">
          <ac:chgData name="Sujit Das" userId="S::sujit.das@pdpu.ac.in::5531694e-1714-439d-a47e-7795b732b077" providerId="AD" clId="Web-{FE46B13B-84A7-81EE-8ED5-CEFB33757387}" dt="2026-08-10T13:08:22.089" v="186" actId="20577"/>
          <ac:spMkLst>
            <pc:docMk/>
            <pc:sldMk cId="3859853955" sldId="281"/>
            <ac:spMk id="2" creationId="{71C65437-5D5A-EFFD-64C2-6E2B182EE08D}"/>
          </ac:spMkLst>
        </pc:spChg>
        <pc:spChg chg="del mod">
          <ac:chgData name="Sujit Das" userId="S::sujit.das@pdpu.ac.in::5531694e-1714-439d-a47e-7795b732b077" providerId="AD" clId="Web-{FE46B13B-84A7-81EE-8ED5-CEFB33757387}" dt="2026-08-10T13:08:40.309" v="188"/>
          <ac:spMkLst>
            <pc:docMk/>
            <pc:sldMk cId="3859853955" sldId="281"/>
            <ac:spMk id="3" creationId="{C6477B2F-B827-3F04-9E6F-19C68A09ED87}"/>
          </ac:spMkLst>
        </pc:spChg>
        <pc:spChg chg="add">
          <ac:chgData name="Sujit Das" userId="S::sujit.das@pdpu.ac.in::5531694e-1714-439d-a47e-7795b732b077" providerId="AD" clId="Web-{FE46B13B-84A7-81EE-8ED5-CEFB33757387}" dt="2026-08-10T12:15:31.611" v="50"/>
          <ac:spMkLst>
            <pc:docMk/>
            <pc:sldMk cId="3859853955" sldId="281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31.611" v="50"/>
          <ac:spMkLst>
            <pc:docMk/>
            <pc:sldMk cId="3859853955" sldId="281"/>
            <ac:spMk id="10" creationId="{DB17E863-922E-4C26-BD64-E8FD41D28661}"/>
          </ac:spMkLst>
        </pc:spChg>
        <pc:picChg chg="add mod ord">
          <ac:chgData name="Sujit Das" userId="S::sujit.das@pdpu.ac.in::5531694e-1714-439d-a47e-7795b732b077" providerId="AD" clId="Web-{FE46B13B-84A7-81EE-8ED5-CEFB33757387}" dt="2026-08-10T13:08:56.106" v="191" actId="14100"/>
          <ac:picMkLst>
            <pc:docMk/>
            <pc:sldMk cId="3859853955" sldId="281"/>
            <ac:picMk id="4" creationId="{2B83B6AC-BB34-34A7-64B2-3186B688B4AA}"/>
          </ac:picMkLst>
        </pc:picChg>
      </pc:sldChg>
      <pc:sldChg chg="addSp modSp del mod setBg">
        <pc:chgData name="Sujit Das" userId="S::sujit.das@pdpu.ac.in::5531694e-1714-439d-a47e-7795b732b077" providerId="AD" clId="Web-{FE46B13B-84A7-81EE-8ED5-CEFB33757387}" dt="2026-08-10T13:09:13.482" v="192"/>
        <pc:sldMkLst>
          <pc:docMk/>
          <pc:sldMk cId="2214650525" sldId="282"/>
        </pc:sldMkLst>
        <pc:spChg chg="mod">
          <ac:chgData name="Sujit Das" userId="S::sujit.das@pdpu.ac.in::5531694e-1714-439d-a47e-7795b732b077" providerId="AD" clId="Web-{FE46B13B-84A7-81EE-8ED5-CEFB33757387}" dt="2026-08-10T12:15:37.893" v="51"/>
          <ac:spMkLst>
            <pc:docMk/>
            <pc:sldMk cId="2214650525" sldId="282"/>
            <ac:spMk id="2" creationId="{71C65437-5D5A-EFFD-64C2-6E2B182EE08D}"/>
          </ac:spMkLst>
        </pc:spChg>
        <pc:spChg chg="mod">
          <ac:chgData name="Sujit Das" userId="S::sujit.das@pdpu.ac.in::5531694e-1714-439d-a47e-7795b732b077" providerId="AD" clId="Web-{FE46B13B-84A7-81EE-8ED5-CEFB33757387}" dt="2026-08-10T12:15:37.893" v="51"/>
          <ac:spMkLst>
            <pc:docMk/>
            <pc:sldMk cId="2214650525" sldId="282"/>
            <ac:spMk id="3" creationId="{C6477B2F-B827-3F04-9E6F-19C68A09ED87}"/>
          </ac:spMkLst>
        </pc:spChg>
        <pc:spChg chg="add">
          <ac:chgData name="Sujit Das" userId="S::sujit.das@pdpu.ac.in::5531694e-1714-439d-a47e-7795b732b077" providerId="AD" clId="Web-{FE46B13B-84A7-81EE-8ED5-CEFB33757387}" dt="2026-08-10T12:15:37.893" v="51"/>
          <ac:spMkLst>
            <pc:docMk/>
            <pc:sldMk cId="2214650525" sldId="282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37.893" v="51"/>
          <ac:spMkLst>
            <pc:docMk/>
            <pc:sldMk cId="2214650525" sldId="282"/>
            <ac:spMk id="10" creationId="{DB17E863-922E-4C26-BD64-E8FD41D28661}"/>
          </ac:spMkLst>
        </pc:spChg>
      </pc:sldChg>
      <pc:sldChg chg="addSp modSp del mod setBg">
        <pc:chgData name="Sujit Das" userId="S::sujit.das@pdpu.ac.in::5531694e-1714-439d-a47e-7795b732b077" providerId="AD" clId="Web-{FE46B13B-84A7-81EE-8ED5-CEFB33757387}" dt="2026-08-10T13:09:15.107" v="193"/>
        <pc:sldMkLst>
          <pc:docMk/>
          <pc:sldMk cId="3022444481" sldId="283"/>
        </pc:sldMkLst>
        <pc:spChg chg="mod">
          <ac:chgData name="Sujit Das" userId="S::sujit.das@pdpu.ac.in::5531694e-1714-439d-a47e-7795b732b077" providerId="AD" clId="Web-{FE46B13B-84A7-81EE-8ED5-CEFB33757387}" dt="2026-08-10T12:15:41.955" v="52"/>
          <ac:spMkLst>
            <pc:docMk/>
            <pc:sldMk cId="3022444481" sldId="283"/>
            <ac:spMk id="2" creationId="{71C65437-5D5A-EFFD-64C2-6E2B182EE08D}"/>
          </ac:spMkLst>
        </pc:spChg>
        <pc:spChg chg="mod">
          <ac:chgData name="Sujit Das" userId="S::sujit.das@pdpu.ac.in::5531694e-1714-439d-a47e-7795b732b077" providerId="AD" clId="Web-{FE46B13B-84A7-81EE-8ED5-CEFB33757387}" dt="2026-08-10T13:06:34.132" v="170" actId="20577"/>
          <ac:spMkLst>
            <pc:docMk/>
            <pc:sldMk cId="3022444481" sldId="283"/>
            <ac:spMk id="3" creationId="{C6477B2F-B827-3F04-9E6F-19C68A09ED87}"/>
          </ac:spMkLst>
        </pc:spChg>
        <pc:spChg chg="add">
          <ac:chgData name="Sujit Das" userId="S::sujit.das@pdpu.ac.in::5531694e-1714-439d-a47e-7795b732b077" providerId="AD" clId="Web-{FE46B13B-84A7-81EE-8ED5-CEFB33757387}" dt="2026-08-10T12:15:41.955" v="52"/>
          <ac:spMkLst>
            <pc:docMk/>
            <pc:sldMk cId="3022444481" sldId="283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41.955" v="52"/>
          <ac:spMkLst>
            <pc:docMk/>
            <pc:sldMk cId="3022444481" sldId="283"/>
            <ac:spMk id="10" creationId="{DB17E863-922E-4C26-BD64-E8FD41D28661}"/>
          </ac:spMkLst>
        </pc:spChg>
      </pc:sldChg>
      <pc:sldChg chg="addSp delSp modSp mod setBg">
        <pc:chgData name="Sujit Das" userId="S::sujit.das@pdpu.ac.in::5531694e-1714-439d-a47e-7795b732b077" providerId="AD" clId="Web-{FE46B13B-84A7-81EE-8ED5-CEFB33757387}" dt="2026-08-10T13:11:54.066" v="198" actId="14100"/>
        <pc:sldMkLst>
          <pc:docMk/>
          <pc:sldMk cId="1785204078" sldId="284"/>
        </pc:sldMkLst>
        <pc:spChg chg="mod">
          <ac:chgData name="Sujit Das" userId="S::sujit.das@pdpu.ac.in::5531694e-1714-439d-a47e-7795b732b077" providerId="AD" clId="Web-{FE46B13B-84A7-81EE-8ED5-CEFB33757387}" dt="2026-08-10T12:15:46.502" v="53"/>
          <ac:spMkLst>
            <pc:docMk/>
            <pc:sldMk cId="1785204078" sldId="284"/>
            <ac:spMk id="2" creationId="{89599060-3E1E-9A9C-34FF-FE1415AE8665}"/>
          </ac:spMkLst>
        </pc:spChg>
        <pc:spChg chg="del mod">
          <ac:chgData name="Sujit Das" userId="S::sujit.das@pdpu.ac.in::5531694e-1714-439d-a47e-7795b732b077" providerId="AD" clId="Web-{FE46B13B-84A7-81EE-8ED5-CEFB33757387}" dt="2026-08-10T13:11:43.988" v="195"/>
          <ac:spMkLst>
            <pc:docMk/>
            <pc:sldMk cId="1785204078" sldId="284"/>
            <ac:spMk id="3" creationId="{D366F52A-D2CD-491A-A3AF-5728A68B21C7}"/>
          </ac:spMkLst>
        </pc:spChg>
        <pc:spChg chg="add">
          <ac:chgData name="Sujit Das" userId="S::sujit.das@pdpu.ac.in::5531694e-1714-439d-a47e-7795b732b077" providerId="AD" clId="Web-{FE46B13B-84A7-81EE-8ED5-CEFB33757387}" dt="2026-08-10T12:15:46.502" v="53"/>
          <ac:spMkLst>
            <pc:docMk/>
            <pc:sldMk cId="1785204078" sldId="284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46.502" v="53"/>
          <ac:spMkLst>
            <pc:docMk/>
            <pc:sldMk cId="1785204078" sldId="284"/>
            <ac:spMk id="10" creationId="{DB17E863-922E-4C26-BD64-E8FD41D28661}"/>
          </ac:spMkLst>
        </pc:spChg>
        <pc:picChg chg="add mod ord">
          <ac:chgData name="Sujit Das" userId="S::sujit.das@pdpu.ac.in::5531694e-1714-439d-a47e-7795b732b077" providerId="AD" clId="Web-{FE46B13B-84A7-81EE-8ED5-CEFB33757387}" dt="2026-08-10T13:11:54.066" v="198" actId="14100"/>
          <ac:picMkLst>
            <pc:docMk/>
            <pc:sldMk cId="1785204078" sldId="284"/>
            <ac:picMk id="4" creationId="{EEA6450C-5A10-6DE5-5BAD-B27CA38DA885}"/>
          </ac:picMkLst>
        </pc:picChg>
      </pc:sldChg>
      <pc:sldChg chg="addSp modSp add del mod setBg">
        <pc:chgData name="Sujit Das" userId="S::sujit.das@pdpu.ac.in::5531694e-1714-439d-a47e-7795b732b077" providerId="AD" clId="Web-{FE46B13B-84A7-81EE-8ED5-CEFB33757387}" dt="2026-08-10T13:12:12.051" v="201"/>
        <pc:sldMkLst>
          <pc:docMk/>
          <pc:sldMk cId="418282729" sldId="285"/>
        </pc:sldMkLst>
        <pc:spChg chg="mod">
          <ac:chgData name="Sujit Das" userId="S::sujit.das@pdpu.ac.in::5531694e-1714-439d-a47e-7795b732b077" providerId="AD" clId="Web-{FE46B13B-84A7-81EE-8ED5-CEFB33757387}" dt="2026-08-10T12:15:51.643" v="54"/>
          <ac:spMkLst>
            <pc:docMk/>
            <pc:sldMk cId="418282729" sldId="285"/>
            <ac:spMk id="2" creationId="{89599060-3E1E-9A9C-34FF-FE1415AE8665}"/>
          </ac:spMkLst>
        </pc:spChg>
        <pc:spChg chg="mod">
          <ac:chgData name="Sujit Das" userId="S::sujit.das@pdpu.ac.in::5531694e-1714-439d-a47e-7795b732b077" providerId="AD" clId="Web-{FE46B13B-84A7-81EE-8ED5-CEFB33757387}" dt="2026-08-10T12:15:51.643" v="54"/>
          <ac:spMkLst>
            <pc:docMk/>
            <pc:sldMk cId="418282729" sldId="285"/>
            <ac:spMk id="3" creationId="{D366F52A-D2CD-491A-A3AF-5728A68B21C7}"/>
          </ac:spMkLst>
        </pc:spChg>
        <pc:spChg chg="add">
          <ac:chgData name="Sujit Das" userId="S::sujit.das@pdpu.ac.in::5531694e-1714-439d-a47e-7795b732b077" providerId="AD" clId="Web-{FE46B13B-84A7-81EE-8ED5-CEFB33757387}" dt="2026-08-10T12:15:51.643" v="54"/>
          <ac:spMkLst>
            <pc:docMk/>
            <pc:sldMk cId="418282729" sldId="285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51.643" v="54"/>
          <ac:spMkLst>
            <pc:docMk/>
            <pc:sldMk cId="418282729" sldId="285"/>
            <ac:spMk id="10" creationId="{DB17E863-922E-4C26-BD64-E8FD41D28661}"/>
          </ac:spMkLst>
        </pc:spChg>
      </pc:sldChg>
      <pc:sldChg chg="addSp delSp modSp del mod setBg">
        <pc:chgData name="Sujit Das" userId="S::sujit.das@pdpu.ac.in::5531694e-1714-439d-a47e-7795b732b077" providerId="AD" clId="Web-{FE46B13B-84A7-81EE-8ED5-CEFB33757387}" dt="2026-08-10T12:52:26.475" v="103"/>
        <pc:sldMkLst>
          <pc:docMk/>
          <pc:sldMk cId="1181701194" sldId="286"/>
        </pc:sldMkLst>
        <pc:spChg chg="mod">
          <ac:chgData name="Sujit Das" userId="S::sujit.das@pdpu.ac.in::5531694e-1714-439d-a47e-7795b732b077" providerId="AD" clId="Web-{FE46B13B-84A7-81EE-8ED5-CEFB33757387}" dt="2026-08-10T12:39:38.478" v="78" actId="14100"/>
          <ac:spMkLst>
            <pc:docMk/>
            <pc:sldMk cId="1181701194" sldId="286"/>
            <ac:spMk id="2" creationId="{F9506630-D597-99E7-28F9-578F270B6267}"/>
          </ac:spMkLst>
        </pc:spChg>
        <pc:spChg chg="del mod">
          <ac:chgData name="Sujit Das" userId="S::sujit.das@pdpu.ac.in::5531694e-1714-439d-a47e-7795b732b077" providerId="AD" clId="Web-{FE46B13B-84A7-81EE-8ED5-CEFB33757387}" dt="2026-08-10T12:38:59.523" v="71"/>
          <ac:spMkLst>
            <pc:docMk/>
            <pc:sldMk cId="1181701194" sldId="286"/>
            <ac:spMk id="3" creationId="{830E411C-0CD4-7FFC-297D-FAAC2EBB985A}"/>
          </ac:spMkLst>
        </pc:spChg>
        <pc:spChg chg="add">
          <ac:chgData name="Sujit Das" userId="S::sujit.das@pdpu.ac.in::5531694e-1714-439d-a47e-7795b732b077" providerId="AD" clId="Web-{FE46B13B-84A7-81EE-8ED5-CEFB33757387}" dt="2026-08-10T12:15:08.892" v="45"/>
          <ac:spMkLst>
            <pc:docMk/>
            <pc:sldMk cId="1181701194" sldId="286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08.892" v="45"/>
          <ac:spMkLst>
            <pc:docMk/>
            <pc:sldMk cId="1181701194" sldId="286"/>
            <ac:spMk id="10" creationId="{DB17E863-922E-4C26-BD64-E8FD41D28661}"/>
          </ac:spMkLst>
        </pc:spChg>
        <pc:picChg chg="add mod ord">
          <ac:chgData name="Sujit Das" userId="S::sujit.das@pdpu.ac.in::5531694e-1714-439d-a47e-7795b732b077" providerId="AD" clId="Web-{FE46B13B-84A7-81EE-8ED5-CEFB33757387}" dt="2026-08-10T12:39:44.431" v="80" actId="14100"/>
          <ac:picMkLst>
            <pc:docMk/>
            <pc:sldMk cId="1181701194" sldId="286"/>
            <ac:picMk id="4" creationId="{F33CFDEC-7777-FB28-5673-281E44559842}"/>
          </ac:picMkLst>
        </pc:picChg>
      </pc:sldChg>
      <pc:sldChg chg="addSp modSp del mod setBg">
        <pc:chgData name="Sujit Das" userId="S::sujit.das@pdpu.ac.in::5531694e-1714-439d-a47e-7795b732b077" providerId="AD" clId="Web-{FE46B13B-84A7-81EE-8ED5-CEFB33757387}" dt="2026-08-10T12:48:09.543" v="94"/>
        <pc:sldMkLst>
          <pc:docMk/>
          <pc:sldMk cId="188438469" sldId="288"/>
        </pc:sldMkLst>
        <pc:spChg chg="mod">
          <ac:chgData name="Sujit Das" userId="S::sujit.das@pdpu.ac.in::5531694e-1714-439d-a47e-7795b732b077" providerId="AD" clId="Web-{FE46B13B-84A7-81EE-8ED5-CEFB33757387}" dt="2026-08-10T12:15:13.486" v="46"/>
          <ac:spMkLst>
            <pc:docMk/>
            <pc:sldMk cId="188438469" sldId="288"/>
            <ac:spMk id="2" creationId="{F9506630-D597-99E7-28F9-578F270B6267}"/>
          </ac:spMkLst>
        </pc:spChg>
        <pc:spChg chg="mod">
          <ac:chgData name="Sujit Das" userId="S::sujit.das@pdpu.ac.in::5531694e-1714-439d-a47e-7795b732b077" providerId="AD" clId="Web-{FE46B13B-84A7-81EE-8ED5-CEFB33757387}" dt="2026-08-10T12:15:13.486" v="46"/>
          <ac:spMkLst>
            <pc:docMk/>
            <pc:sldMk cId="188438469" sldId="288"/>
            <ac:spMk id="3" creationId="{830E411C-0CD4-7FFC-297D-FAAC2EBB985A}"/>
          </ac:spMkLst>
        </pc:spChg>
        <pc:spChg chg="add">
          <ac:chgData name="Sujit Das" userId="S::sujit.das@pdpu.ac.in::5531694e-1714-439d-a47e-7795b732b077" providerId="AD" clId="Web-{FE46B13B-84A7-81EE-8ED5-CEFB33757387}" dt="2026-08-10T12:15:13.486" v="46"/>
          <ac:spMkLst>
            <pc:docMk/>
            <pc:sldMk cId="188438469" sldId="288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13.486" v="46"/>
          <ac:spMkLst>
            <pc:docMk/>
            <pc:sldMk cId="188438469" sldId="288"/>
            <ac:spMk id="10" creationId="{DB17E863-922E-4C26-BD64-E8FD41D28661}"/>
          </ac:spMkLst>
        </pc:spChg>
      </pc:sldChg>
      <pc:sldChg chg="addSp modSp del mod setBg">
        <pc:chgData name="Sujit Das" userId="S::sujit.das@pdpu.ac.in::5531694e-1714-439d-a47e-7795b732b077" providerId="AD" clId="Web-{FE46B13B-84A7-81EE-8ED5-CEFB33757387}" dt="2026-08-10T12:38:50.320" v="69"/>
        <pc:sldMkLst>
          <pc:docMk/>
          <pc:sldMk cId="3593331886" sldId="289"/>
        </pc:sldMkLst>
        <pc:spChg chg="mod">
          <ac:chgData name="Sujit Das" userId="S::sujit.das@pdpu.ac.in::5531694e-1714-439d-a47e-7795b732b077" providerId="AD" clId="Web-{FE46B13B-84A7-81EE-8ED5-CEFB33757387}" dt="2026-08-10T12:15:04.454" v="44"/>
          <ac:spMkLst>
            <pc:docMk/>
            <pc:sldMk cId="3593331886" sldId="289"/>
            <ac:spMk id="2" creationId="{F9506630-D597-99E7-28F9-578F270B6267}"/>
          </ac:spMkLst>
        </pc:spChg>
        <pc:spChg chg="mod">
          <ac:chgData name="Sujit Das" userId="S::sujit.das@pdpu.ac.in::5531694e-1714-439d-a47e-7795b732b077" providerId="AD" clId="Web-{FE46B13B-84A7-81EE-8ED5-CEFB33757387}" dt="2026-08-10T12:15:04.454" v="44"/>
          <ac:spMkLst>
            <pc:docMk/>
            <pc:sldMk cId="3593331886" sldId="289"/>
            <ac:spMk id="3" creationId="{830E411C-0CD4-7FFC-297D-FAAC2EBB985A}"/>
          </ac:spMkLst>
        </pc:spChg>
        <pc:spChg chg="add">
          <ac:chgData name="Sujit Das" userId="S::sujit.das@pdpu.ac.in::5531694e-1714-439d-a47e-7795b732b077" providerId="AD" clId="Web-{FE46B13B-84A7-81EE-8ED5-CEFB33757387}" dt="2026-08-10T12:15:04.454" v="44"/>
          <ac:spMkLst>
            <pc:docMk/>
            <pc:sldMk cId="3593331886" sldId="289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15:04.454" v="44"/>
          <ac:spMkLst>
            <pc:docMk/>
            <pc:sldMk cId="3593331886" sldId="289"/>
            <ac:spMk id="10" creationId="{DB17E863-922E-4C26-BD64-E8FD41D28661}"/>
          </ac:spMkLst>
        </pc:spChg>
      </pc:sldChg>
      <pc:sldChg chg="addSp delSp modSp">
        <pc:chgData name="Sujit Das" userId="S::sujit.das@pdpu.ac.in::5531694e-1714-439d-a47e-7795b732b077" providerId="AD" clId="Web-{FE46B13B-84A7-81EE-8ED5-CEFB33757387}" dt="2026-08-10T12:04:19.212" v="13"/>
        <pc:sldMkLst>
          <pc:docMk/>
          <pc:sldMk cId="2373579831" sldId="292"/>
        </pc:sldMkLst>
        <pc:spChg chg="add del mod">
          <ac:chgData name="Sujit Das" userId="S::sujit.das@pdpu.ac.in::5531694e-1714-439d-a47e-7795b732b077" providerId="AD" clId="Web-{FE46B13B-84A7-81EE-8ED5-CEFB33757387}" dt="2026-08-10T12:04:19.212" v="13"/>
          <ac:spMkLst>
            <pc:docMk/>
            <pc:sldMk cId="2373579831" sldId="292"/>
            <ac:spMk id="5" creationId="{4EB7494C-F5A2-7C88-1F0E-D65119D3A9A2}"/>
          </ac:spMkLst>
        </pc:spChg>
        <pc:picChg chg="add mod">
          <ac:chgData name="Sujit Das" userId="S::sujit.das@pdpu.ac.in::5531694e-1714-439d-a47e-7795b732b077" providerId="AD" clId="Web-{FE46B13B-84A7-81EE-8ED5-CEFB33757387}" dt="2026-08-10T11:16:41.326" v="3" actId="14100"/>
          <ac:picMkLst>
            <pc:docMk/>
            <pc:sldMk cId="2373579831" sldId="292"/>
            <ac:picMk id="4" creationId="{0E4FAE35-C19A-30CF-227A-1F4F43888A4D}"/>
          </ac:picMkLst>
        </pc:picChg>
        <pc:picChg chg="del">
          <ac:chgData name="Sujit Das" userId="S::sujit.das@pdpu.ac.in::5531694e-1714-439d-a47e-7795b732b077" providerId="AD" clId="Web-{FE46B13B-84A7-81EE-8ED5-CEFB33757387}" dt="2026-08-10T11:16:27.185" v="0"/>
          <ac:picMkLst>
            <pc:docMk/>
            <pc:sldMk cId="2373579831" sldId="292"/>
            <ac:picMk id="5" creationId="{1479694B-5E93-5181-774A-CE73EF9A3D50}"/>
          </ac:picMkLst>
        </pc:picChg>
      </pc:sldChg>
      <pc:sldChg chg="addSp modSp add ord replId">
        <pc:chgData name="Sujit Das" userId="S::sujit.das@pdpu.ac.in::5531694e-1714-439d-a47e-7795b732b077" providerId="AD" clId="Web-{FE46B13B-84A7-81EE-8ED5-CEFB33757387}" dt="2026-08-10T12:04:56.948" v="20"/>
        <pc:sldMkLst>
          <pc:docMk/>
          <pc:sldMk cId="763640670" sldId="293"/>
        </pc:sldMkLst>
        <pc:spChg chg="mod">
          <ac:chgData name="Sujit Das" userId="S::sujit.das@pdpu.ac.in::5531694e-1714-439d-a47e-7795b732b077" providerId="AD" clId="Web-{FE46B13B-84A7-81EE-8ED5-CEFB33757387}" dt="2026-08-10T12:04:33.134" v="16" actId="20577"/>
          <ac:spMkLst>
            <pc:docMk/>
            <pc:sldMk cId="763640670" sldId="293"/>
            <ac:spMk id="2" creationId="{CE384516-2D73-6A02-0031-F2D84B8FBB7D}"/>
          </ac:spMkLst>
        </pc:spChg>
        <pc:spChg chg="mod">
          <ac:chgData name="Sujit Das" userId="S::sujit.das@pdpu.ac.in::5531694e-1714-439d-a47e-7795b732b077" providerId="AD" clId="Web-{FE46B13B-84A7-81EE-8ED5-CEFB33757387}" dt="2026-08-10T12:04:50.557" v="19" actId="20577"/>
          <ac:spMkLst>
            <pc:docMk/>
            <pc:sldMk cId="763640670" sldId="293"/>
            <ac:spMk id="3" creationId="{D128E7D9-62D0-022E-0A88-ED336B5210B4}"/>
          </ac:spMkLst>
        </pc:spChg>
        <pc:graphicFrameChg chg="add">
          <ac:chgData name="Sujit Das" userId="S::sujit.das@pdpu.ac.in::5531694e-1714-439d-a47e-7795b732b077" providerId="AD" clId="Web-{FE46B13B-84A7-81EE-8ED5-CEFB33757387}" dt="2026-08-10T12:04:56.948" v="20"/>
          <ac:graphicFrameMkLst>
            <pc:docMk/>
            <pc:sldMk cId="763640670" sldId="293"/>
            <ac:graphicFrameMk id="5" creationId="{021C6C4D-0CBE-DEF7-9F7A-052397FA62B8}"/>
          </ac:graphicFrameMkLst>
        </pc:graphicFrameChg>
      </pc:sldChg>
      <pc:sldChg chg="addSp modSp add del ord replId">
        <pc:chgData name="Sujit Das" userId="S::sujit.das@pdpu.ac.in::5531694e-1714-439d-a47e-7795b732b077" providerId="AD" clId="Web-{FE46B13B-84A7-81EE-8ED5-CEFB33757387}" dt="2026-08-10T12:28:28.171" v="55"/>
        <pc:sldMkLst>
          <pc:docMk/>
          <pc:sldMk cId="2773652419" sldId="294"/>
        </pc:sldMkLst>
        <pc:spChg chg="mod">
          <ac:chgData name="Sujit Das" userId="S::sujit.das@pdpu.ac.in::5531694e-1714-439d-a47e-7795b732b077" providerId="AD" clId="Web-{FE46B13B-84A7-81EE-8ED5-CEFB33757387}" dt="2026-08-10T12:11:01.148" v="27" actId="20577"/>
          <ac:spMkLst>
            <pc:docMk/>
            <pc:sldMk cId="2773652419" sldId="294"/>
            <ac:spMk id="2" creationId="{3A137752-F045-30CA-179A-A66F212E2A7A}"/>
          </ac:spMkLst>
        </pc:spChg>
        <pc:spChg chg="mod">
          <ac:chgData name="Sujit Das" userId="S::sujit.das@pdpu.ac.in::5531694e-1714-439d-a47e-7795b732b077" providerId="AD" clId="Web-{FE46B13B-84A7-81EE-8ED5-CEFB33757387}" dt="2026-08-10T12:10:57.820" v="26" actId="20577"/>
          <ac:spMkLst>
            <pc:docMk/>
            <pc:sldMk cId="2773652419" sldId="294"/>
            <ac:spMk id="3" creationId="{2CD36CBB-6DB6-3050-D406-DACA5F3A03AB}"/>
          </ac:spMkLst>
        </pc:spChg>
        <pc:picChg chg="add mod">
          <ac:chgData name="Sujit Das" userId="S::sujit.das@pdpu.ac.in::5531694e-1714-439d-a47e-7795b732b077" providerId="AD" clId="Web-{FE46B13B-84A7-81EE-8ED5-CEFB33757387}" dt="2026-08-10T12:11:12.977" v="30" actId="14100"/>
          <ac:picMkLst>
            <pc:docMk/>
            <pc:sldMk cId="2773652419" sldId="294"/>
            <ac:picMk id="4" creationId="{274EFD65-E4B8-8DEA-C670-DB5DD5EF1DA0}"/>
          </ac:picMkLst>
        </pc:picChg>
      </pc:sldChg>
      <pc:sldChg chg="addSp delSp modSp new add del mod setBg">
        <pc:chgData name="Sujit Das" userId="S::sujit.das@pdpu.ac.in::5531694e-1714-439d-a47e-7795b732b077" providerId="AD" clId="Web-{FE46B13B-84A7-81EE-8ED5-CEFB33757387}" dt="2026-08-10T12:47:25.729" v="93" actId="14100"/>
        <pc:sldMkLst>
          <pc:docMk/>
          <pc:sldMk cId="2806562892" sldId="294"/>
        </pc:sldMkLst>
        <pc:spChg chg="mod">
          <ac:chgData name="Sujit Das" userId="S::sujit.das@pdpu.ac.in::5531694e-1714-439d-a47e-7795b732b077" providerId="AD" clId="Web-{FE46B13B-84A7-81EE-8ED5-CEFB33757387}" dt="2026-08-10T12:28:48.047" v="59" actId="20577"/>
          <ac:spMkLst>
            <pc:docMk/>
            <pc:sldMk cId="2806562892" sldId="294"/>
            <ac:spMk id="2" creationId="{80F303BF-1F14-94A9-21E5-C110B95FE826}"/>
          </ac:spMkLst>
        </pc:spChg>
        <pc:spChg chg="del mod">
          <ac:chgData name="Sujit Das" userId="S::sujit.das@pdpu.ac.in::5531694e-1714-439d-a47e-7795b732b077" providerId="AD" clId="Web-{FE46B13B-84A7-81EE-8ED5-CEFB33757387}" dt="2026-08-10T12:33:09.510" v="60"/>
          <ac:spMkLst>
            <pc:docMk/>
            <pc:sldMk cId="2806562892" sldId="294"/>
            <ac:spMk id="3" creationId="{19D65336-34F9-B7DC-5C92-CCEA56F826A8}"/>
          </ac:spMkLst>
        </pc:spChg>
        <pc:spChg chg="add del mod">
          <ac:chgData name="Sujit Das" userId="S::sujit.das@pdpu.ac.in::5531694e-1714-439d-a47e-7795b732b077" providerId="AD" clId="Web-{FE46B13B-84A7-81EE-8ED5-CEFB33757387}" dt="2026-08-10T12:47:14.119" v="90"/>
          <ac:spMkLst>
            <pc:docMk/>
            <pc:sldMk cId="2806562892" sldId="294"/>
            <ac:spMk id="6" creationId="{89692672-41CF-E505-B763-D4537A92F52B}"/>
          </ac:spMkLst>
        </pc:spChg>
        <pc:spChg chg="add">
          <ac:chgData name="Sujit Das" userId="S::sujit.das@pdpu.ac.in::5531694e-1714-439d-a47e-7795b732b077" providerId="AD" clId="Web-{FE46B13B-84A7-81EE-8ED5-CEFB33757387}" dt="2026-08-10T12:28:41.375" v="58"/>
          <ac:spMkLst>
            <pc:docMk/>
            <pc:sldMk cId="2806562892" sldId="294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28:41.375" v="58"/>
          <ac:spMkLst>
            <pc:docMk/>
            <pc:sldMk cId="2806562892" sldId="294"/>
            <ac:spMk id="10" creationId="{DB17E863-922E-4C26-BD64-E8FD41D28661}"/>
          </ac:spMkLst>
        </pc:spChg>
        <pc:picChg chg="add del mod ord">
          <ac:chgData name="Sujit Das" userId="S::sujit.das@pdpu.ac.in::5531694e-1714-439d-a47e-7795b732b077" providerId="AD" clId="Web-{FE46B13B-84A7-81EE-8ED5-CEFB33757387}" dt="2026-08-10T12:47:10.010" v="89"/>
          <ac:picMkLst>
            <pc:docMk/>
            <pc:sldMk cId="2806562892" sldId="294"/>
            <ac:picMk id="4" creationId="{F5567545-D7D2-2224-9547-AFFDEFC566AC}"/>
          </ac:picMkLst>
        </pc:picChg>
        <pc:picChg chg="add mod ord">
          <ac:chgData name="Sujit Das" userId="S::sujit.das@pdpu.ac.in::5531694e-1714-439d-a47e-7795b732b077" providerId="AD" clId="Web-{FE46B13B-84A7-81EE-8ED5-CEFB33757387}" dt="2026-08-10T12:47:25.729" v="93" actId="14100"/>
          <ac:picMkLst>
            <pc:docMk/>
            <pc:sldMk cId="2806562892" sldId="294"/>
            <ac:picMk id="7" creationId="{33C203AD-05A9-EFC1-78E4-4919A19FB5E4}"/>
          </ac:picMkLst>
        </pc:picChg>
      </pc:sldChg>
      <pc:sldChg chg="addSp delSp modSp new mod setBg">
        <pc:chgData name="Sujit Das" userId="S::sujit.das@pdpu.ac.in::5531694e-1714-439d-a47e-7795b732b077" providerId="AD" clId="Web-{FE46B13B-84A7-81EE-8ED5-CEFB33757387}" dt="2026-08-10T12:55:45.576" v="135" actId="14100"/>
        <pc:sldMkLst>
          <pc:docMk/>
          <pc:sldMk cId="495328088" sldId="295"/>
        </pc:sldMkLst>
        <pc:spChg chg="mod">
          <ac:chgData name="Sujit Das" userId="S::sujit.das@pdpu.ac.in::5531694e-1714-439d-a47e-7795b732b077" providerId="AD" clId="Web-{FE46B13B-84A7-81EE-8ED5-CEFB33757387}" dt="2026-08-10T12:52:21.522" v="102" actId="20577"/>
          <ac:spMkLst>
            <pc:docMk/>
            <pc:sldMk cId="495328088" sldId="295"/>
            <ac:spMk id="2" creationId="{C3D6B65A-7D0C-EA6E-D035-3C8FA5FB2850}"/>
          </ac:spMkLst>
        </pc:spChg>
        <pc:spChg chg="del mod">
          <ac:chgData name="Sujit Das" userId="S::sujit.das@pdpu.ac.in::5531694e-1714-439d-a47e-7795b732b077" providerId="AD" clId="Web-{FE46B13B-84A7-81EE-8ED5-CEFB33757387}" dt="2026-08-10T12:40:21.714" v="83"/>
          <ac:spMkLst>
            <pc:docMk/>
            <pc:sldMk cId="495328088" sldId="295"/>
            <ac:spMk id="3" creationId="{D19B1C4B-E49A-4A9E-9415-3B27F5D11C92}"/>
          </ac:spMkLst>
        </pc:spChg>
        <pc:spChg chg="add del mod">
          <ac:chgData name="Sujit Das" userId="S::sujit.das@pdpu.ac.in::5531694e-1714-439d-a47e-7795b732b077" providerId="AD" clId="Web-{FE46B13B-84A7-81EE-8ED5-CEFB33757387}" dt="2026-08-10T12:51:02.362" v="98"/>
          <ac:spMkLst>
            <pc:docMk/>
            <pc:sldMk cId="495328088" sldId="295"/>
            <ac:spMk id="6" creationId="{051F8CF8-52F5-3136-BD7D-AF19AF216EE6}"/>
          </ac:spMkLst>
        </pc:spChg>
        <pc:spChg chg="add">
          <ac:chgData name="Sujit Das" userId="S::sujit.das@pdpu.ac.in::5531694e-1714-439d-a47e-7795b732b077" providerId="AD" clId="Web-{FE46B13B-84A7-81EE-8ED5-CEFB33757387}" dt="2026-08-10T12:39:57.932" v="82"/>
          <ac:spMkLst>
            <pc:docMk/>
            <pc:sldMk cId="495328088" sldId="295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FE46B13B-84A7-81EE-8ED5-CEFB33757387}" dt="2026-08-10T12:39:57.932" v="82"/>
          <ac:spMkLst>
            <pc:docMk/>
            <pc:sldMk cId="495328088" sldId="295"/>
            <ac:spMk id="10" creationId="{DB17E863-922E-4C26-BD64-E8FD41D28661}"/>
          </ac:spMkLst>
        </pc:spChg>
        <pc:picChg chg="add del mod ord">
          <ac:chgData name="Sujit Das" userId="S::sujit.das@pdpu.ac.in::5531694e-1714-439d-a47e-7795b732b077" providerId="AD" clId="Web-{FE46B13B-84A7-81EE-8ED5-CEFB33757387}" dt="2026-08-10T12:50:51.518" v="97"/>
          <ac:picMkLst>
            <pc:docMk/>
            <pc:sldMk cId="495328088" sldId="295"/>
            <ac:picMk id="4" creationId="{723E839E-7CFF-DCB7-ED6A-0D32B54AC213}"/>
          </ac:picMkLst>
        </pc:picChg>
        <pc:picChg chg="add mod ord">
          <ac:chgData name="Sujit Das" userId="S::sujit.das@pdpu.ac.in::5531694e-1714-439d-a47e-7795b732b077" providerId="AD" clId="Web-{FE46B13B-84A7-81EE-8ED5-CEFB33757387}" dt="2026-08-10T12:55:45.576" v="135" actId="14100"/>
          <ac:picMkLst>
            <pc:docMk/>
            <pc:sldMk cId="495328088" sldId="295"/>
            <ac:picMk id="7" creationId="{F22EEFF8-01AC-858F-DEA9-E71931C82194}"/>
          </ac:picMkLst>
        </pc:picChg>
      </pc:sldChg>
      <pc:sldChg chg="addSp delSp modSp add replId">
        <pc:chgData name="Sujit Das" userId="S::sujit.das@pdpu.ac.in::5531694e-1714-439d-a47e-7795b732b077" providerId="AD" clId="Web-{FE46B13B-84A7-81EE-8ED5-CEFB33757387}" dt="2026-08-10T12:55:38.467" v="133" actId="14100"/>
        <pc:sldMkLst>
          <pc:docMk/>
          <pc:sldMk cId="2487868239" sldId="296"/>
        </pc:sldMkLst>
        <pc:spChg chg="mod">
          <ac:chgData name="Sujit Das" userId="S::sujit.das@pdpu.ac.in::5531694e-1714-439d-a47e-7795b732b077" providerId="AD" clId="Web-{FE46B13B-84A7-81EE-8ED5-CEFB33757387}" dt="2026-08-10T12:53:48.838" v="113" actId="20577"/>
          <ac:spMkLst>
            <pc:docMk/>
            <pc:sldMk cId="2487868239" sldId="296"/>
            <ac:spMk id="2" creationId="{9C8DC6D5-FF9E-2A97-ADF2-97D45738EB61}"/>
          </ac:spMkLst>
        </pc:spChg>
        <pc:spChg chg="add del mod">
          <ac:chgData name="Sujit Das" userId="S::sujit.das@pdpu.ac.in::5531694e-1714-439d-a47e-7795b732b077" providerId="AD" clId="Web-{FE46B13B-84A7-81EE-8ED5-CEFB33757387}" dt="2026-08-10T12:53:33.337" v="106"/>
          <ac:spMkLst>
            <pc:docMk/>
            <pc:sldMk cId="2487868239" sldId="296"/>
            <ac:spMk id="4" creationId="{C602DB67-BBE0-8F00-AF96-12AA3B7790D1}"/>
          </ac:spMkLst>
        </pc:spChg>
        <pc:picChg chg="add mod ord">
          <ac:chgData name="Sujit Das" userId="S::sujit.das@pdpu.ac.in::5531694e-1714-439d-a47e-7795b732b077" providerId="AD" clId="Web-{FE46B13B-84A7-81EE-8ED5-CEFB33757387}" dt="2026-08-10T12:55:38.467" v="133" actId="14100"/>
          <ac:picMkLst>
            <pc:docMk/>
            <pc:sldMk cId="2487868239" sldId="296"/>
            <ac:picMk id="5" creationId="{753CEC00-2561-3A81-AFE9-B24FD5BDD2D0}"/>
          </ac:picMkLst>
        </pc:picChg>
        <pc:picChg chg="del">
          <ac:chgData name="Sujit Das" userId="S::sujit.das@pdpu.ac.in::5531694e-1714-439d-a47e-7795b732b077" providerId="AD" clId="Web-{FE46B13B-84A7-81EE-8ED5-CEFB33757387}" dt="2026-08-10T12:53:30.368" v="105"/>
          <ac:picMkLst>
            <pc:docMk/>
            <pc:sldMk cId="2487868239" sldId="296"/>
            <ac:picMk id="7" creationId="{5107BDF4-345E-37F9-53A3-007961BC0E5D}"/>
          </ac:picMkLst>
        </pc:picChg>
      </pc:sldChg>
      <pc:sldChg chg="addSp delSp modSp add replId">
        <pc:chgData name="Sujit Das" userId="S::sujit.das@pdpu.ac.in::5531694e-1714-439d-a47e-7795b732b077" providerId="AD" clId="Web-{FE46B13B-84A7-81EE-8ED5-CEFB33757387}" dt="2026-08-10T12:55:22.060" v="128" actId="14100"/>
        <pc:sldMkLst>
          <pc:docMk/>
          <pc:sldMk cId="3999734661" sldId="297"/>
        </pc:sldMkLst>
        <pc:spChg chg="mod">
          <ac:chgData name="Sujit Das" userId="S::sujit.das@pdpu.ac.in::5531694e-1714-439d-a47e-7795b732b077" providerId="AD" clId="Web-{FE46B13B-84A7-81EE-8ED5-CEFB33757387}" dt="2026-08-10T12:55:16.591" v="127" actId="20577"/>
          <ac:spMkLst>
            <pc:docMk/>
            <pc:sldMk cId="3999734661" sldId="297"/>
            <ac:spMk id="2" creationId="{C0AD1175-2284-7317-9BD8-2A80406913BA}"/>
          </ac:spMkLst>
        </pc:spChg>
        <pc:spChg chg="add del mod">
          <ac:chgData name="Sujit Das" userId="S::sujit.das@pdpu.ac.in::5531694e-1714-439d-a47e-7795b732b077" providerId="AD" clId="Web-{FE46B13B-84A7-81EE-8ED5-CEFB33757387}" dt="2026-08-10T12:54:57.590" v="116"/>
          <ac:spMkLst>
            <pc:docMk/>
            <pc:sldMk cId="3999734661" sldId="297"/>
            <ac:spMk id="4" creationId="{8D5C6C50-95A2-043C-63C3-F218A5116413}"/>
          </ac:spMkLst>
        </pc:spChg>
        <pc:picChg chg="del">
          <ac:chgData name="Sujit Das" userId="S::sujit.das@pdpu.ac.in::5531694e-1714-439d-a47e-7795b732b077" providerId="AD" clId="Web-{FE46B13B-84A7-81EE-8ED5-CEFB33757387}" dt="2026-08-10T12:54:55.668" v="115"/>
          <ac:picMkLst>
            <pc:docMk/>
            <pc:sldMk cId="3999734661" sldId="297"/>
            <ac:picMk id="5" creationId="{EAE733D8-EEFB-AB2C-4C7D-B61580CAA154}"/>
          </ac:picMkLst>
        </pc:picChg>
        <pc:picChg chg="add mod ord">
          <ac:chgData name="Sujit Das" userId="S::sujit.das@pdpu.ac.in::5531694e-1714-439d-a47e-7795b732b077" providerId="AD" clId="Web-{FE46B13B-84A7-81EE-8ED5-CEFB33757387}" dt="2026-08-10T12:55:22.060" v="128" actId="14100"/>
          <ac:picMkLst>
            <pc:docMk/>
            <pc:sldMk cId="3999734661" sldId="297"/>
            <ac:picMk id="6" creationId="{AABE20B5-383F-8312-EEF8-7789DFFD5086}"/>
          </ac:picMkLst>
        </pc:picChg>
      </pc:sldChg>
      <pc:sldChg chg="addSp delSp modSp add replId">
        <pc:chgData name="Sujit Das" userId="S::sujit.das@pdpu.ac.in::5531694e-1714-439d-a47e-7795b732b077" providerId="AD" clId="Web-{FE46B13B-84A7-81EE-8ED5-CEFB33757387}" dt="2026-08-10T12:57:02.424" v="153" actId="20577"/>
        <pc:sldMkLst>
          <pc:docMk/>
          <pc:sldMk cId="4113909328" sldId="298"/>
        </pc:sldMkLst>
        <pc:spChg chg="mod">
          <ac:chgData name="Sujit Das" userId="S::sujit.das@pdpu.ac.in::5531694e-1714-439d-a47e-7795b732b077" providerId="AD" clId="Web-{FE46B13B-84A7-81EE-8ED5-CEFB33757387}" dt="2026-08-10T12:57:02.424" v="153" actId="20577"/>
          <ac:spMkLst>
            <pc:docMk/>
            <pc:sldMk cId="4113909328" sldId="298"/>
            <ac:spMk id="2" creationId="{6815A763-1A12-45E7-B125-D68D82D2513B}"/>
          </ac:spMkLst>
        </pc:spChg>
        <pc:spChg chg="add del mod">
          <ac:chgData name="Sujit Das" userId="S::sujit.das@pdpu.ac.in::5531694e-1714-439d-a47e-7795b732b077" providerId="AD" clId="Web-{FE46B13B-84A7-81EE-8ED5-CEFB33757387}" dt="2026-08-10T12:56:40.360" v="138"/>
          <ac:spMkLst>
            <pc:docMk/>
            <pc:sldMk cId="4113909328" sldId="298"/>
            <ac:spMk id="4" creationId="{BD183DB1-39E5-8DF1-98D6-4BC400E29E41}"/>
          </ac:spMkLst>
        </pc:spChg>
        <pc:picChg chg="add mod ord">
          <ac:chgData name="Sujit Das" userId="S::sujit.das@pdpu.ac.in::5531694e-1714-439d-a47e-7795b732b077" providerId="AD" clId="Web-{FE46B13B-84A7-81EE-8ED5-CEFB33757387}" dt="2026-08-10T12:56:47.517" v="141" actId="14100"/>
          <ac:picMkLst>
            <pc:docMk/>
            <pc:sldMk cId="4113909328" sldId="298"/>
            <ac:picMk id="5" creationId="{B8FFBDDF-AD75-BD8E-3C40-9AECFEBFA897}"/>
          </ac:picMkLst>
        </pc:picChg>
        <pc:picChg chg="del">
          <ac:chgData name="Sujit Das" userId="S::sujit.das@pdpu.ac.in::5531694e-1714-439d-a47e-7795b732b077" providerId="AD" clId="Web-{FE46B13B-84A7-81EE-8ED5-CEFB33757387}" dt="2026-08-10T12:56:38.876" v="137"/>
          <ac:picMkLst>
            <pc:docMk/>
            <pc:sldMk cId="4113909328" sldId="298"/>
            <ac:picMk id="6" creationId="{5900DE18-CF87-C1D8-4273-9E70FD0F3299}"/>
          </ac:picMkLst>
        </pc:picChg>
      </pc:sldChg>
      <pc:sldChg chg="addSp delSp modSp add replId">
        <pc:chgData name="Sujit Das" userId="S::sujit.das@pdpu.ac.in::5531694e-1714-439d-a47e-7795b732b077" providerId="AD" clId="Web-{FE46B13B-84A7-81EE-8ED5-CEFB33757387}" dt="2026-08-10T12:58:45.021" v="168" actId="20577"/>
        <pc:sldMkLst>
          <pc:docMk/>
          <pc:sldMk cId="4256071009" sldId="299"/>
        </pc:sldMkLst>
        <pc:spChg chg="mod">
          <ac:chgData name="Sujit Das" userId="S::sujit.das@pdpu.ac.in::5531694e-1714-439d-a47e-7795b732b077" providerId="AD" clId="Web-{FE46B13B-84A7-81EE-8ED5-CEFB33757387}" dt="2026-08-10T12:58:45.021" v="168" actId="20577"/>
          <ac:spMkLst>
            <pc:docMk/>
            <pc:sldMk cId="4256071009" sldId="299"/>
            <ac:spMk id="2" creationId="{EB509D27-1819-AB39-2BB0-5CFF710C0AE9}"/>
          </ac:spMkLst>
        </pc:spChg>
        <pc:spChg chg="add del mod">
          <ac:chgData name="Sujit Das" userId="S::sujit.das@pdpu.ac.in::5531694e-1714-439d-a47e-7795b732b077" providerId="AD" clId="Web-{FE46B13B-84A7-81EE-8ED5-CEFB33757387}" dt="2026-08-10T12:58:13.895" v="164"/>
          <ac:spMkLst>
            <pc:docMk/>
            <pc:sldMk cId="4256071009" sldId="299"/>
            <ac:spMk id="4" creationId="{E893998D-39F3-D97A-E91E-4ABF9B1DDD0F}"/>
          </ac:spMkLst>
        </pc:spChg>
        <pc:spChg chg="add del mod">
          <ac:chgData name="Sujit Das" userId="S::sujit.das@pdpu.ac.in::5531694e-1714-439d-a47e-7795b732b077" providerId="AD" clId="Web-{FE46B13B-84A7-81EE-8ED5-CEFB33757387}" dt="2026-08-10T12:57:57.785" v="159"/>
          <ac:spMkLst>
            <pc:docMk/>
            <pc:sldMk cId="4256071009" sldId="299"/>
            <ac:spMk id="6" creationId="{F903C192-09A9-66A2-4352-71E660ED14C5}"/>
          </ac:spMkLst>
        </pc:spChg>
        <pc:spChg chg="add del mod">
          <ac:chgData name="Sujit Das" userId="S::sujit.das@pdpu.ac.in::5531694e-1714-439d-a47e-7795b732b077" providerId="AD" clId="Web-{FE46B13B-84A7-81EE-8ED5-CEFB33757387}" dt="2026-08-10T12:58:05.098" v="163"/>
          <ac:spMkLst>
            <pc:docMk/>
            <pc:sldMk cId="4256071009" sldId="299"/>
            <ac:spMk id="7" creationId="{EBA08365-830C-07AA-F540-0D29D3338711}"/>
          </ac:spMkLst>
        </pc:spChg>
        <pc:picChg chg="del">
          <ac:chgData name="Sujit Das" userId="S::sujit.das@pdpu.ac.in::5531694e-1714-439d-a47e-7795b732b077" providerId="AD" clId="Web-{FE46B13B-84A7-81EE-8ED5-CEFB33757387}" dt="2026-08-10T12:57:53.769" v="155"/>
          <ac:picMkLst>
            <pc:docMk/>
            <pc:sldMk cId="4256071009" sldId="299"/>
            <ac:picMk id="5" creationId="{B082715E-70EA-71A4-137C-D11FC40003E3}"/>
          </ac:picMkLst>
        </pc:picChg>
        <pc:picChg chg="add mod ord">
          <ac:chgData name="Sujit Das" userId="S::sujit.das@pdpu.ac.in::5531694e-1714-439d-a47e-7795b732b077" providerId="AD" clId="Web-{FE46B13B-84A7-81EE-8ED5-CEFB33757387}" dt="2026-08-10T12:58:25.942" v="167" actId="14100"/>
          <ac:picMkLst>
            <pc:docMk/>
            <pc:sldMk cId="4256071009" sldId="299"/>
            <ac:picMk id="9" creationId="{B841C7B9-3B8F-87ED-E94A-5D08DCC3C628}"/>
          </ac:picMkLst>
        </pc:picChg>
      </pc:sldChg>
    </pc:docChg>
  </pc:docChgLst>
  <pc:docChgLst>
    <pc:chgData name="Sujit Das" userId="S::sujit.das@pdpu.ac.in::5531694e-1714-439d-a47e-7795b732b077" providerId="AD" clId="Web-{C9C1473F-F768-4B27-CBE8-5B06D0EADC34}"/>
    <pc:docChg chg="addSld modSld">
      <pc:chgData name="Sujit Das" userId="S::sujit.das@pdpu.ac.in::5531694e-1714-439d-a47e-7795b732b077" providerId="AD" clId="Web-{C9C1473F-F768-4B27-CBE8-5B06D0EADC34}" dt="2026-08-10T11:04:21.078" v="53" actId="14100"/>
      <pc:docMkLst>
        <pc:docMk/>
      </pc:docMkLst>
      <pc:sldChg chg="addSp modSp new mod setBg">
        <pc:chgData name="Sujit Das" userId="S::sujit.das@pdpu.ac.in::5531694e-1714-439d-a47e-7795b732b077" providerId="AD" clId="Web-{C9C1473F-F768-4B27-CBE8-5B06D0EADC34}" dt="2026-08-10T10:53:15.740" v="12" actId="20577"/>
        <pc:sldMkLst>
          <pc:docMk/>
          <pc:sldMk cId="135766750" sldId="291"/>
        </pc:sldMkLst>
        <pc:spChg chg="mod">
          <ac:chgData name="Sujit Das" userId="S::sujit.das@pdpu.ac.in::5531694e-1714-439d-a47e-7795b732b077" providerId="AD" clId="Web-{C9C1473F-F768-4B27-CBE8-5B06D0EADC34}" dt="2026-08-10T10:52:21.161" v="2" actId="20577"/>
          <ac:spMkLst>
            <pc:docMk/>
            <pc:sldMk cId="135766750" sldId="291"/>
            <ac:spMk id="2" creationId="{ECA70B63-5528-DE4B-BCEC-301CE55C53F4}"/>
          </ac:spMkLst>
        </pc:spChg>
        <pc:spChg chg="mod">
          <ac:chgData name="Sujit Das" userId="S::sujit.das@pdpu.ac.in::5531694e-1714-439d-a47e-7795b732b077" providerId="AD" clId="Web-{C9C1473F-F768-4B27-CBE8-5B06D0EADC34}" dt="2026-08-10T10:53:15.740" v="12" actId="20577"/>
          <ac:spMkLst>
            <pc:docMk/>
            <pc:sldMk cId="135766750" sldId="291"/>
            <ac:spMk id="3" creationId="{44964631-A823-A6C4-EC64-E10458DD04F5}"/>
          </ac:spMkLst>
        </pc:spChg>
        <pc:spChg chg="add mod">
          <ac:chgData name="Sujit Das" userId="S::sujit.das@pdpu.ac.in::5531694e-1714-439d-a47e-7795b732b077" providerId="AD" clId="Web-{C9C1473F-F768-4B27-CBE8-5B06D0EADC34}" dt="2026-08-10T10:53:03.193" v="9" actId="20577"/>
          <ac:spMkLst>
            <pc:docMk/>
            <pc:sldMk cId="135766750" sldId="291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C9C1473F-F768-4B27-CBE8-5B06D0EADC34}" dt="2026-08-10T10:52:17.161" v="1"/>
          <ac:spMkLst>
            <pc:docMk/>
            <pc:sldMk cId="135766750" sldId="291"/>
            <ac:spMk id="10" creationId="{DB17E863-922E-4C26-BD64-E8FD41D28661}"/>
          </ac:spMkLst>
        </pc:spChg>
      </pc:sldChg>
      <pc:sldChg chg="addSp delSp modSp new mod setBg">
        <pc:chgData name="Sujit Das" userId="S::sujit.das@pdpu.ac.in::5531694e-1714-439d-a47e-7795b732b077" providerId="AD" clId="Web-{C9C1473F-F768-4B27-CBE8-5B06D0EADC34}" dt="2026-08-10T11:04:21.078" v="53" actId="14100"/>
        <pc:sldMkLst>
          <pc:docMk/>
          <pc:sldMk cId="2373579831" sldId="292"/>
        </pc:sldMkLst>
        <pc:spChg chg="mod">
          <ac:chgData name="Sujit Das" userId="S::sujit.das@pdpu.ac.in::5531694e-1714-439d-a47e-7795b732b077" providerId="AD" clId="Web-{C9C1473F-F768-4B27-CBE8-5B06D0EADC34}" dt="2026-08-10T10:53:58.225" v="20" actId="20577"/>
          <ac:spMkLst>
            <pc:docMk/>
            <pc:sldMk cId="2373579831" sldId="292"/>
            <ac:spMk id="2" creationId="{FCA4D4D1-F38E-CEEA-7873-C064BA7F9494}"/>
          </ac:spMkLst>
        </pc:spChg>
        <pc:spChg chg="mod">
          <ac:chgData name="Sujit Das" userId="S::sujit.das@pdpu.ac.in::5531694e-1714-439d-a47e-7795b732b077" providerId="AD" clId="Web-{C9C1473F-F768-4B27-CBE8-5B06D0EADC34}" dt="2026-08-10T11:04:01.734" v="50" actId="14100"/>
          <ac:spMkLst>
            <pc:docMk/>
            <pc:sldMk cId="2373579831" sldId="292"/>
            <ac:spMk id="3" creationId="{D446F719-EA24-CA70-291F-66EE3324E894}"/>
          </ac:spMkLst>
        </pc:spChg>
        <pc:spChg chg="add ord">
          <ac:chgData name="Sujit Das" userId="S::sujit.das@pdpu.ac.in::5531694e-1714-439d-a47e-7795b732b077" providerId="AD" clId="Web-{C9C1473F-F768-4B27-CBE8-5B06D0EADC34}" dt="2026-08-10T10:58:51.292" v="30"/>
          <ac:spMkLst>
            <pc:docMk/>
            <pc:sldMk cId="2373579831" sldId="292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C9C1473F-F768-4B27-CBE8-5B06D0EADC34}" dt="2026-08-10T10:53:42.271" v="14"/>
          <ac:spMkLst>
            <pc:docMk/>
            <pc:sldMk cId="2373579831" sldId="292"/>
            <ac:spMk id="10" creationId="{DB17E863-922E-4C26-BD64-E8FD41D28661}"/>
          </ac:spMkLst>
        </pc:spChg>
        <pc:picChg chg="add del mod ord">
          <ac:chgData name="Sujit Das" userId="S::sujit.das@pdpu.ac.in::5531694e-1714-439d-a47e-7795b732b077" providerId="AD" clId="Web-{C9C1473F-F768-4B27-CBE8-5B06D0EADC34}" dt="2026-08-10T11:02:10.279" v="38"/>
          <ac:picMkLst>
            <pc:docMk/>
            <pc:sldMk cId="2373579831" sldId="292"/>
            <ac:picMk id="4" creationId="{EFDC9507-3DC9-9DC8-2E66-C32E770CE319}"/>
          </ac:picMkLst>
        </pc:picChg>
        <pc:picChg chg="add mod">
          <ac:chgData name="Sujit Das" userId="S::sujit.das@pdpu.ac.in::5531694e-1714-439d-a47e-7795b732b077" providerId="AD" clId="Web-{C9C1473F-F768-4B27-CBE8-5B06D0EADC34}" dt="2026-08-10T11:04:21.078" v="53" actId="14100"/>
          <ac:picMkLst>
            <pc:docMk/>
            <pc:sldMk cId="2373579831" sldId="292"/>
            <ac:picMk id="5" creationId="{1479694B-5E93-5181-774A-CE73EF9A3D5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604A28-CCDC-4E1F-80D9-973CC01CB7F6}" type="doc">
      <dgm:prSet loTypeId="urn:microsoft.com/office/officeart/2005/8/layout/orgChart1" loCatId="hierarchy" qsTypeId="urn:microsoft.com/office/officeart/2005/8/quickstyle/simple3#1" qsCatId="simple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A8499C49-531E-4F95-880A-6362065205FC}">
      <dgm:prSet phldrT="[Text]" custT="1"/>
      <dgm:spPr/>
      <dgm:t>
        <a:bodyPr/>
        <a:lstStyle/>
        <a:p>
          <a:r>
            <a:rPr lang="en-IN" sz="3600" dirty="0"/>
            <a:t>Digital Evidence Types</a:t>
          </a:r>
        </a:p>
      </dgm:t>
    </dgm:pt>
    <dgm:pt modelId="{9E6CD9A3-09F9-4DD5-8427-8FA30B90CB96}" type="parTrans" cxnId="{1C042B33-3E94-4A30-B477-CD5D5174FB99}">
      <dgm:prSet/>
      <dgm:spPr/>
      <dgm:t>
        <a:bodyPr/>
        <a:lstStyle/>
        <a:p>
          <a:endParaRPr lang="en-IN" sz="1200"/>
        </a:p>
      </dgm:t>
    </dgm:pt>
    <dgm:pt modelId="{9A2DB318-5DDF-47AA-934A-BC1C7ADE5ECD}" type="sibTrans" cxnId="{1C042B33-3E94-4A30-B477-CD5D5174FB99}">
      <dgm:prSet/>
      <dgm:spPr/>
      <dgm:t>
        <a:bodyPr/>
        <a:lstStyle/>
        <a:p>
          <a:endParaRPr lang="en-IN" sz="1200"/>
        </a:p>
      </dgm:t>
    </dgm:pt>
    <dgm:pt modelId="{2D4C4267-11A5-4FB6-B957-E6093E24FB0F}">
      <dgm:prSet phldrT="[Text]" custT="1"/>
      <dgm:spPr/>
      <dgm:t>
        <a:bodyPr/>
        <a:lstStyle/>
        <a:p>
          <a:r>
            <a:rPr lang="en-IN" sz="2800" dirty="0"/>
            <a:t>User-Created Data</a:t>
          </a:r>
        </a:p>
      </dgm:t>
    </dgm:pt>
    <dgm:pt modelId="{0FBC19A3-0F1D-449D-B940-810E488A09C7}" type="parTrans" cxnId="{610A740C-356C-44D3-A950-1399F6BF6967}">
      <dgm:prSet/>
      <dgm:spPr/>
      <dgm:t>
        <a:bodyPr/>
        <a:lstStyle/>
        <a:p>
          <a:endParaRPr lang="en-IN" sz="1200"/>
        </a:p>
      </dgm:t>
    </dgm:pt>
    <dgm:pt modelId="{1EA4CC7B-19BE-4770-9518-22EFE9A840DA}" type="sibTrans" cxnId="{610A740C-356C-44D3-A950-1399F6BF6967}">
      <dgm:prSet/>
      <dgm:spPr/>
      <dgm:t>
        <a:bodyPr/>
        <a:lstStyle/>
        <a:p>
          <a:endParaRPr lang="en-IN" sz="1200"/>
        </a:p>
      </dgm:t>
    </dgm:pt>
    <dgm:pt modelId="{A46372B4-3EFB-4667-8156-FDAB49889BF3}">
      <dgm:prSet phldrT="[Text]" custT="1"/>
      <dgm:spPr/>
      <dgm:t>
        <a:bodyPr/>
        <a:lstStyle/>
        <a:p>
          <a:r>
            <a:rPr lang="en-IN" sz="2800" dirty="0"/>
            <a:t>Machine/Network-Created Data</a:t>
          </a:r>
        </a:p>
      </dgm:t>
    </dgm:pt>
    <dgm:pt modelId="{B24F8D08-7A46-405D-92CE-5593D30BFE54}" type="parTrans" cxnId="{1EDCAF8B-498B-40ED-9BDD-1CA2F8013BA9}">
      <dgm:prSet/>
      <dgm:spPr/>
      <dgm:t>
        <a:bodyPr/>
        <a:lstStyle/>
        <a:p>
          <a:endParaRPr lang="en-IN" sz="1200"/>
        </a:p>
      </dgm:t>
    </dgm:pt>
    <dgm:pt modelId="{65703DC1-9D72-41FE-A1AB-514B1702D3B2}" type="sibTrans" cxnId="{1EDCAF8B-498B-40ED-9BDD-1CA2F8013BA9}">
      <dgm:prSet/>
      <dgm:spPr/>
      <dgm:t>
        <a:bodyPr/>
        <a:lstStyle/>
        <a:p>
          <a:endParaRPr lang="en-IN" sz="1200"/>
        </a:p>
      </dgm:t>
    </dgm:pt>
    <dgm:pt modelId="{03919002-1CB0-41A1-89EA-729269A345F1}" type="pres">
      <dgm:prSet presAssocID="{FE604A28-CCDC-4E1F-80D9-973CC01CB7F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C1810E0-3627-4AD5-97CE-42333ADEF8F4}" type="pres">
      <dgm:prSet presAssocID="{A8499C49-531E-4F95-880A-6362065205FC}" presName="hierRoot1" presStyleCnt="0">
        <dgm:presLayoutVars>
          <dgm:hierBranch val="init"/>
        </dgm:presLayoutVars>
      </dgm:prSet>
      <dgm:spPr/>
    </dgm:pt>
    <dgm:pt modelId="{6D8092CE-6F54-4BD8-8402-66DAD9179B48}" type="pres">
      <dgm:prSet presAssocID="{A8499C49-531E-4F95-880A-6362065205FC}" presName="rootComposite1" presStyleCnt="0"/>
      <dgm:spPr/>
    </dgm:pt>
    <dgm:pt modelId="{5509800F-D4F6-416C-8046-4CD51C469025}" type="pres">
      <dgm:prSet presAssocID="{A8499C49-531E-4F95-880A-6362065205FC}" presName="rootText1" presStyleLbl="node0" presStyleIdx="0" presStyleCnt="1" custScaleX="172885">
        <dgm:presLayoutVars>
          <dgm:chPref val="3"/>
        </dgm:presLayoutVars>
      </dgm:prSet>
      <dgm:spPr/>
    </dgm:pt>
    <dgm:pt modelId="{38698F5B-9369-4755-976F-9BC5543A4AB9}" type="pres">
      <dgm:prSet presAssocID="{A8499C49-531E-4F95-880A-6362065205FC}" presName="rootConnector1" presStyleLbl="node1" presStyleIdx="0" presStyleCnt="0"/>
      <dgm:spPr/>
    </dgm:pt>
    <dgm:pt modelId="{D294C439-834E-488B-B4B6-D001BB00A538}" type="pres">
      <dgm:prSet presAssocID="{A8499C49-531E-4F95-880A-6362065205FC}" presName="hierChild2" presStyleCnt="0"/>
      <dgm:spPr/>
    </dgm:pt>
    <dgm:pt modelId="{6FB9E8F5-165A-4404-A139-448E07335AF9}" type="pres">
      <dgm:prSet presAssocID="{0FBC19A3-0F1D-449D-B940-810E488A09C7}" presName="Name37" presStyleLbl="parChTrans1D2" presStyleIdx="0" presStyleCnt="2"/>
      <dgm:spPr/>
    </dgm:pt>
    <dgm:pt modelId="{9B1D6603-7DEE-4DB5-B482-1D9FF50D1C11}" type="pres">
      <dgm:prSet presAssocID="{2D4C4267-11A5-4FB6-B957-E6093E24FB0F}" presName="hierRoot2" presStyleCnt="0">
        <dgm:presLayoutVars>
          <dgm:hierBranch val="init"/>
        </dgm:presLayoutVars>
      </dgm:prSet>
      <dgm:spPr/>
    </dgm:pt>
    <dgm:pt modelId="{EA8B9CFB-A47D-4967-8EF3-A468D902177D}" type="pres">
      <dgm:prSet presAssocID="{2D4C4267-11A5-4FB6-B957-E6093E24FB0F}" presName="rootComposite" presStyleCnt="0"/>
      <dgm:spPr/>
    </dgm:pt>
    <dgm:pt modelId="{7A094423-19CD-4B0D-B8DE-6A0C0931236C}" type="pres">
      <dgm:prSet presAssocID="{2D4C4267-11A5-4FB6-B957-E6093E24FB0F}" presName="rootText" presStyleLbl="node2" presStyleIdx="0" presStyleCnt="2" custScaleX="165879">
        <dgm:presLayoutVars>
          <dgm:chPref val="3"/>
        </dgm:presLayoutVars>
      </dgm:prSet>
      <dgm:spPr/>
    </dgm:pt>
    <dgm:pt modelId="{0DC6DE82-633D-440A-8450-A059AA068A1B}" type="pres">
      <dgm:prSet presAssocID="{2D4C4267-11A5-4FB6-B957-E6093E24FB0F}" presName="rootConnector" presStyleLbl="node2" presStyleIdx="0" presStyleCnt="2"/>
      <dgm:spPr/>
    </dgm:pt>
    <dgm:pt modelId="{6D207947-7E11-49A2-95EB-714D46950541}" type="pres">
      <dgm:prSet presAssocID="{2D4C4267-11A5-4FB6-B957-E6093E24FB0F}" presName="hierChild4" presStyleCnt="0"/>
      <dgm:spPr/>
    </dgm:pt>
    <dgm:pt modelId="{C5B7D79E-E01B-418C-8FD2-CE2F5532392C}" type="pres">
      <dgm:prSet presAssocID="{2D4C4267-11A5-4FB6-B957-E6093E24FB0F}" presName="hierChild5" presStyleCnt="0"/>
      <dgm:spPr/>
    </dgm:pt>
    <dgm:pt modelId="{0C862CB1-0B0B-4D6F-BFEF-2C7542052A50}" type="pres">
      <dgm:prSet presAssocID="{B24F8D08-7A46-405D-92CE-5593D30BFE54}" presName="Name37" presStyleLbl="parChTrans1D2" presStyleIdx="1" presStyleCnt="2"/>
      <dgm:spPr/>
    </dgm:pt>
    <dgm:pt modelId="{3C316A13-FA80-45D3-91A8-87F25CEE66B7}" type="pres">
      <dgm:prSet presAssocID="{A46372B4-3EFB-4667-8156-FDAB49889BF3}" presName="hierRoot2" presStyleCnt="0">
        <dgm:presLayoutVars>
          <dgm:hierBranch val="init"/>
        </dgm:presLayoutVars>
      </dgm:prSet>
      <dgm:spPr/>
    </dgm:pt>
    <dgm:pt modelId="{09879FB8-357D-40CD-B0ED-C81FE54EBD84}" type="pres">
      <dgm:prSet presAssocID="{A46372B4-3EFB-4667-8156-FDAB49889BF3}" presName="rootComposite" presStyleCnt="0"/>
      <dgm:spPr/>
    </dgm:pt>
    <dgm:pt modelId="{645F53D4-3599-491E-BACD-530ACC71D655}" type="pres">
      <dgm:prSet presAssocID="{A46372B4-3EFB-4667-8156-FDAB49889BF3}" presName="rootText" presStyleLbl="node2" presStyleIdx="1" presStyleCnt="2" custScaleX="165879">
        <dgm:presLayoutVars>
          <dgm:chPref val="3"/>
        </dgm:presLayoutVars>
      </dgm:prSet>
      <dgm:spPr/>
    </dgm:pt>
    <dgm:pt modelId="{58F0F348-3727-4284-8FF7-924315E0FC63}" type="pres">
      <dgm:prSet presAssocID="{A46372B4-3EFB-4667-8156-FDAB49889BF3}" presName="rootConnector" presStyleLbl="node2" presStyleIdx="1" presStyleCnt="2"/>
      <dgm:spPr/>
    </dgm:pt>
    <dgm:pt modelId="{608C6278-99DF-4602-B5BF-42403BF159C0}" type="pres">
      <dgm:prSet presAssocID="{A46372B4-3EFB-4667-8156-FDAB49889BF3}" presName="hierChild4" presStyleCnt="0"/>
      <dgm:spPr/>
    </dgm:pt>
    <dgm:pt modelId="{18AC23FE-76D1-4451-A0DD-64E69032EFE7}" type="pres">
      <dgm:prSet presAssocID="{A46372B4-3EFB-4667-8156-FDAB49889BF3}" presName="hierChild5" presStyleCnt="0"/>
      <dgm:spPr/>
    </dgm:pt>
    <dgm:pt modelId="{E0D75AB9-CF18-4892-A371-2721D44BB030}" type="pres">
      <dgm:prSet presAssocID="{A8499C49-531E-4F95-880A-6362065205FC}" presName="hierChild3" presStyleCnt="0"/>
      <dgm:spPr/>
    </dgm:pt>
  </dgm:ptLst>
  <dgm:cxnLst>
    <dgm:cxn modelId="{5D402F05-686C-4A19-A422-A9382B5E6D39}" type="presOf" srcId="{A8499C49-531E-4F95-880A-6362065205FC}" destId="{5509800F-D4F6-416C-8046-4CD51C469025}" srcOrd="0" destOrd="0" presId="urn:microsoft.com/office/officeart/2005/8/layout/orgChart1"/>
    <dgm:cxn modelId="{610A740C-356C-44D3-A950-1399F6BF6967}" srcId="{A8499C49-531E-4F95-880A-6362065205FC}" destId="{2D4C4267-11A5-4FB6-B957-E6093E24FB0F}" srcOrd="0" destOrd="0" parTransId="{0FBC19A3-0F1D-449D-B940-810E488A09C7}" sibTransId="{1EA4CC7B-19BE-4770-9518-22EFE9A840DA}"/>
    <dgm:cxn modelId="{1C042B33-3E94-4A30-B477-CD5D5174FB99}" srcId="{FE604A28-CCDC-4E1F-80D9-973CC01CB7F6}" destId="{A8499C49-531E-4F95-880A-6362065205FC}" srcOrd="0" destOrd="0" parTransId="{9E6CD9A3-09F9-4DD5-8427-8FA30B90CB96}" sibTransId="{9A2DB318-5DDF-47AA-934A-BC1C7ADE5ECD}"/>
    <dgm:cxn modelId="{5668337C-2D8E-4A27-BE48-8310D137F6DF}" type="presOf" srcId="{A46372B4-3EFB-4667-8156-FDAB49889BF3}" destId="{58F0F348-3727-4284-8FF7-924315E0FC63}" srcOrd="1" destOrd="0" presId="urn:microsoft.com/office/officeart/2005/8/layout/orgChart1"/>
    <dgm:cxn modelId="{00135988-1BD2-4421-8640-5FF62DBFD9D3}" type="presOf" srcId="{A46372B4-3EFB-4667-8156-FDAB49889BF3}" destId="{645F53D4-3599-491E-BACD-530ACC71D655}" srcOrd="0" destOrd="0" presId="urn:microsoft.com/office/officeart/2005/8/layout/orgChart1"/>
    <dgm:cxn modelId="{1EDCAF8B-498B-40ED-9BDD-1CA2F8013BA9}" srcId="{A8499C49-531E-4F95-880A-6362065205FC}" destId="{A46372B4-3EFB-4667-8156-FDAB49889BF3}" srcOrd="1" destOrd="0" parTransId="{B24F8D08-7A46-405D-92CE-5593D30BFE54}" sibTransId="{65703DC1-9D72-41FE-A1AB-514B1702D3B2}"/>
    <dgm:cxn modelId="{7D744397-A4F0-4785-8B4A-00D30C35F89B}" type="presOf" srcId="{0FBC19A3-0F1D-449D-B940-810E488A09C7}" destId="{6FB9E8F5-165A-4404-A139-448E07335AF9}" srcOrd="0" destOrd="0" presId="urn:microsoft.com/office/officeart/2005/8/layout/orgChart1"/>
    <dgm:cxn modelId="{837548B5-8BC4-45B0-9EA4-7D478C58A204}" type="presOf" srcId="{A8499C49-531E-4F95-880A-6362065205FC}" destId="{38698F5B-9369-4755-976F-9BC5543A4AB9}" srcOrd="1" destOrd="0" presId="urn:microsoft.com/office/officeart/2005/8/layout/orgChart1"/>
    <dgm:cxn modelId="{0114EDB9-CBB7-4E9D-8391-6ECB1E3844FE}" type="presOf" srcId="{2D4C4267-11A5-4FB6-B957-E6093E24FB0F}" destId="{0DC6DE82-633D-440A-8450-A059AA068A1B}" srcOrd="1" destOrd="0" presId="urn:microsoft.com/office/officeart/2005/8/layout/orgChart1"/>
    <dgm:cxn modelId="{DD5894E4-F125-4EAB-9724-6C9A62F1F6AF}" type="presOf" srcId="{FE604A28-CCDC-4E1F-80D9-973CC01CB7F6}" destId="{03919002-1CB0-41A1-89EA-729269A345F1}" srcOrd="0" destOrd="0" presId="urn:microsoft.com/office/officeart/2005/8/layout/orgChart1"/>
    <dgm:cxn modelId="{DA8932EF-8D23-49A8-A11C-E4E60FD738C9}" type="presOf" srcId="{2D4C4267-11A5-4FB6-B957-E6093E24FB0F}" destId="{7A094423-19CD-4B0D-B8DE-6A0C0931236C}" srcOrd="0" destOrd="0" presId="urn:microsoft.com/office/officeart/2005/8/layout/orgChart1"/>
    <dgm:cxn modelId="{D9A4C8F1-083F-4DE4-8CC2-E6D198048591}" type="presOf" srcId="{B24F8D08-7A46-405D-92CE-5593D30BFE54}" destId="{0C862CB1-0B0B-4D6F-BFEF-2C7542052A50}" srcOrd="0" destOrd="0" presId="urn:microsoft.com/office/officeart/2005/8/layout/orgChart1"/>
    <dgm:cxn modelId="{37CFB09E-9099-4768-91EF-25E5C3BB751D}" type="presParOf" srcId="{03919002-1CB0-41A1-89EA-729269A345F1}" destId="{8C1810E0-3627-4AD5-97CE-42333ADEF8F4}" srcOrd="0" destOrd="0" presId="urn:microsoft.com/office/officeart/2005/8/layout/orgChart1"/>
    <dgm:cxn modelId="{5C2B9F9B-CA33-48B7-8B74-C2BF0BA26622}" type="presParOf" srcId="{8C1810E0-3627-4AD5-97CE-42333ADEF8F4}" destId="{6D8092CE-6F54-4BD8-8402-66DAD9179B48}" srcOrd="0" destOrd="0" presId="urn:microsoft.com/office/officeart/2005/8/layout/orgChart1"/>
    <dgm:cxn modelId="{9E63E0A5-3697-4971-9FF6-454184FE6904}" type="presParOf" srcId="{6D8092CE-6F54-4BD8-8402-66DAD9179B48}" destId="{5509800F-D4F6-416C-8046-4CD51C469025}" srcOrd="0" destOrd="0" presId="urn:microsoft.com/office/officeart/2005/8/layout/orgChart1"/>
    <dgm:cxn modelId="{0B65A33A-7EDC-4601-94B9-7DF3EDB7E33C}" type="presParOf" srcId="{6D8092CE-6F54-4BD8-8402-66DAD9179B48}" destId="{38698F5B-9369-4755-976F-9BC5543A4AB9}" srcOrd="1" destOrd="0" presId="urn:microsoft.com/office/officeart/2005/8/layout/orgChart1"/>
    <dgm:cxn modelId="{F1014CB2-4428-489C-86AA-10A01AAE145B}" type="presParOf" srcId="{8C1810E0-3627-4AD5-97CE-42333ADEF8F4}" destId="{D294C439-834E-488B-B4B6-D001BB00A538}" srcOrd="1" destOrd="0" presId="urn:microsoft.com/office/officeart/2005/8/layout/orgChart1"/>
    <dgm:cxn modelId="{7E9812CB-6915-4269-90FB-7BCC335B581C}" type="presParOf" srcId="{D294C439-834E-488B-B4B6-D001BB00A538}" destId="{6FB9E8F5-165A-4404-A139-448E07335AF9}" srcOrd="0" destOrd="0" presId="urn:microsoft.com/office/officeart/2005/8/layout/orgChart1"/>
    <dgm:cxn modelId="{8CA2BFA2-FBAF-48DC-BD1F-1E7435A7FC0C}" type="presParOf" srcId="{D294C439-834E-488B-B4B6-D001BB00A538}" destId="{9B1D6603-7DEE-4DB5-B482-1D9FF50D1C11}" srcOrd="1" destOrd="0" presId="urn:microsoft.com/office/officeart/2005/8/layout/orgChart1"/>
    <dgm:cxn modelId="{2060866F-7AE2-4490-AABD-BAE223E3BCA1}" type="presParOf" srcId="{9B1D6603-7DEE-4DB5-B482-1D9FF50D1C11}" destId="{EA8B9CFB-A47D-4967-8EF3-A468D902177D}" srcOrd="0" destOrd="0" presId="urn:microsoft.com/office/officeart/2005/8/layout/orgChart1"/>
    <dgm:cxn modelId="{7A9AA103-6EA1-4284-A914-4CD7EBA6EE95}" type="presParOf" srcId="{EA8B9CFB-A47D-4967-8EF3-A468D902177D}" destId="{7A094423-19CD-4B0D-B8DE-6A0C0931236C}" srcOrd="0" destOrd="0" presId="urn:microsoft.com/office/officeart/2005/8/layout/orgChart1"/>
    <dgm:cxn modelId="{12E730B4-0ACF-426D-8E53-9421BD2BC09E}" type="presParOf" srcId="{EA8B9CFB-A47D-4967-8EF3-A468D902177D}" destId="{0DC6DE82-633D-440A-8450-A059AA068A1B}" srcOrd="1" destOrd="0" presId="urn:microsoft.com/office/officeart/2005/8/layout/orgChart1"/>
    <dgm:cxn modelId="{0F274AE4-78E6-4143-8380-B4204F8B437C}" type="presParOf" srcId="{9B1D6603-7DEE-4DB5-B482-1D9FF50D1C11}" destId="{6D207947-7E11-49A2-95EB-714D46950541}" srcOrd="1" destOrd="0" presId="urn:microsoft.com/office/officeart/2005/8/layout/orgChart1"/>
    <dgm:cxn modelId="{C0831F11-175E-4709-95E6-1DA4D2E12A8D}" type="presParOf" srcId="{9B1D6603-7DEE-4DB5-B482-1D9FF50D1C11}" destId="{C5B7D79E-E01B-418C-8FD2-CE2F5532392C}" srcOrd="2" destOrd="0" presId="urn:microsoft.com/office/officeart/2005/8/layout/orgChart1"/>
    <dgm:cxn modelId="{BE96B917-FA45-47C2-A1AA-0ABBF0BE72A4}" type="presParOf" srcId="{D294C439-834E-488B-B4B6-D001BB00A538}" destId="{0C862CB1-0B0B-4D6F-BFEF-2C7542052A50}" srcOrd="2" destOrd="0" presId="urn:microsoft.com/office/officeart/2005/8/layout/orgChart1"/>
    <dgm:cxn modelId="{3F695561-D55C-4B7F-A0A8-2CC8B9D4A270}" type="presParOf" srcId="{D294C439-834E-488B-B4B6-D001BB00A538}" destId="{3C316A13-FA80-45D3-91A8-87F25CEE66B7}" srcOrd="3" destOrd="0" presId="urn:microsoft.com/office/officeart/2005/8/layout/orgChart1"/>
    <dgm:cxn modelId="{52B5FE92-5C2C-4D32-BB76-B9C5F726F51F}" type="presParOf" srcId="{3C316A13-FA80-45D3-91A8-87F25CEE66B7}" destId="{09879FB8-357D-40CD-B0ED-C81FE54EBD84}" srcOrd="0" destOrd="0" presId="urn:microsoft.com/office/officeart/2005/8/layout/orgChart1"/>
    <dgm:cxn modelId="{B6980AF9-C43E-4760-98DD-6576A4254A68}" type="presParOf" srcId="{09879FB8-357D-40CD-B0ED-C81FE54EBD84}" destId="{645F53D4-3599-491E-BACD-530ACC71D655}" srcOrd="0" destOrd="0" presId="urn:microsoft.com/office/officeart/2005/8/layout/orgChart1"/>
    <dgm:cxn modelId="{1B1BED37-C186-44A1-8CFC-64DBC5489A56}" type="presParOf" srcId="{09879FB8-357D-40CD-B0ED-C81FE54EBD84}" destId="{58F0F348-3727-4284-8FF7-924315E0FC63}" srcOrd="1" destOrd="0" presId="urn:microsoft.com/office/officeart/2005/8/layout/orgChart1"/>
    <dgm:cxn modelId="{1ABF97FB-9354-4E24-8782-9B98D1A35974}" type="presParOf" srcId="{3C316A13-FA80-45D3-91A8-87F25CEE66B7}" destId="{608C6278-99DF-4602-B5BF-42403BF159C0}" srcOrd="1" destOrd="0" presId="urn:microsoft.com/office/officeart/2005/8/layout/orgChart1"/>
    <dgm:cxn modelId="{3977EEED-A67E-4D29-A70C-AE1C5C9A97A2}" type="presParOf" srcId="{3C316A13-FA80-45D3-91A8-87F25CEE66B7}" destId="{18AC23FE-76D1-4451-A0DD-64E69032EFE7}" srcOrd="2" destOrd="0" presId="urn:microsoft.com/office/officeart/2005/8/layout/orgChart1"/>
    <dgm:cxn modelId="{C1277323-2C07-4A04-9B44-6ADCFBA334A1}" type="presParOf" srcId="{8C1810E0-3627-4AD5-97CE-42333ADEF8F4}" destId="{E0D75AB9-CF18-4892-A371-2721D44BB03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62CB1-0B0B-4D6F-BFEF-2C7542052A50}">
      <dsp:nvSpPr>
        <dsp:cNvPr id="0" name=""/>
        <dsp:cNvSpPr/>
      </dsp:nvSpPr>
      <dsp:spPr>
        <a:xfrm>
          <a:off x="4860036" y="1190067"/>
          <a:ext cx="2222923" cy="499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794"/>
              </a:lnTo>
              <a:lnTo>
                <a:pt x="2222923" y="249794"/>
              </a:lnTo>
              <a:lnTo>
                <a:pt x="2222923" y="49958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B9E8F5-165A-4404-A139-448E07335AF9}">
      <dsp:nvSpPr>
        <dsp:cNvPr id="0" name=""/>
        <dsp:cNvSpPr/>
      </dsp:nvSpPr>
      <dsp:spPr>
        <a:xfrm>
          <a:off x="2637112" y="1190067"/>
          <a:ext cx="2222923" cy="499589"/>
        </a:xfrm>
        <a:custGeom>
          <a:avLst/>
          <a:gdLst/>
          <a:ahLst/>
          <a:cxnLst/>
          <a:rect l="0" t="0" r="0" b="0"/>
          <a:pathLst>
            <a:path>
              <a:moveTo>
                <a:pt x="2222923" y="0"/>
              </a:moveTo>
              <a:lnTo>
                <a:pt x="2222923" y="249794"/>
              </a:lnTo>
              <a:lnTo>
                <a:pt x="0" y="249794"/>
              </a:lnTo>
              <a:lnTo>
                <a:pt x="0" y="49958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09800F-D4F6-416C-8046-4CD51C469025}">
      <dsp:nvSpPr>
        <dsp:cNvPr id="0" name=""/>
        <dsp:cNvSpPr/>
      </dsp:nvSpPr>
      <dsp:spPr>
        <a:xfrm>
          <a:off x="2803571" y="569"/>
          <a:ext cx="4112929" cy="11894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Digital Evidence Types</a:t>
          </a:r>
        </a:p>
      </dsp:txBody>
      <dsp:txXfrm>
        <a:off x="2803571" y="569"/>
        <a:ext cx="4112929" cy="1189498"/>
      </dsp:txXfrm>
    </dsp:sp>
    <dsp:sp modelId="{7A094423-19CD-4B0D-B8DE-6A0C0931236C}">
      <dsp:nvSpPr>
        <dsp:cNvPr id="0" name=""/>
        <dsp:cNvSpPr/>
      </dsp:nvSpPr>
      <dsp:spPr>
        <a:xfrm>
          <a:off x="663984" y="1689657"/>
          <a:ext cx="3946256" cy="11894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User-Created Data</a:t>
          </a:r>
        </a:p>
      </dsp:txBody>
      <dsp:txXfrm>
        <a:off x="663984" y="1689657"/>
        <a:ext cx="3946256" cy="1189498"/>
      </dsp:txXfrm>
    </dsp:sp>
    <dsp:sp modelId="{645F53D4-3599-491E-BACD-530ACC71D655}">
      <dsp:nvSpPr>
        <dsp:cNvPr id="0" name=""/>
        <dsp:cNvSpPr/>
      </dsp:nvSpPr>
      <dsp:spPr>
        <a:xfrm>
          <a:off x="5109830" y="1689657"/>
          <a:ext cx="3946256" cy="11894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Machine/Network-Created Data</a:t>
          </a:r>
        </a:p>
      </dsp:txBody>
      <dsp:txXfrm>
        <a:off x="5109830" y="1689657"/>
        <a:ext cx="3946256" cy="1189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0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2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46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09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8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26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62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92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76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9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FA31A-512E-4245-9DFD-3B6BE7D63AE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88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IN" sz="6600"/>
              <a:t>Digital Forensics (</a:t>
            </a:r>
            <a:r>
              <a:rPr lang="en-US" sz="6600"/>
              <a:t>20CP411T</a:t>
            </a:r>
            <a:r>
              <a:rPr lang="en-IN" sz="6600"/>
              <a:t>)</a:t>
            </a:r>
            <a:endParaRPr lang="en-US" sz="6600">
              <a:ea typeface="Calibri Light"/>
              <a:cs typeface="Calibri Light"/>
            </a:endParaRPr>
          </a:p>
          <a:p>
            <a:pPr algn="l"/>
            <a:r>
              <a:rPr lang="en-IN" sz="6600">
                <a:ea typeface="Calibri Light"/>
                <a:cs typeface="Calibri Light"/>
              </a:rPr>
              <a:t>UNIT 1 – Lecture 7</a:t>
            </a:r>
            <a:endParaRPr lang="en-US" sz="6600">
              <a:ea typeface="Calibri Light"/>
              <a:cs typeface="Calibri Light"/>
            </a:endParaRPr>
          </a:p>
          <a:p>
            <a:pPr algn="l"/>
            <a:endParaRPr lang="en-IN" sz="660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>
                <a:ea typeface="+mn-lt"/>
                <a:cs typeface="+mn-lt"/>
              </a:rPr>
              <a:t>Sources of Digital/Electronic Evidence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7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70B63-5528-DE4B-BCEC-301CE55C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Opening Scenario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4631-A823-A6C4-EC64-E10458DD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200">
                <a:ea typeface="+mn-lt"/>
                <a:cs typeface="+mn-lt"/>
              </a:rPr>
              <a:t>Imagine a police officer seizes the following items during a cybercrime investigation.</a:t>
            </a:r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🖥 Laptop</a:t>
            </a: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📱 Smartphone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💾 USB Drive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💽 External Hard Disk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💳 Memory Card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🎵 iPod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The investigator asks:</a:t>
            </a:r>
            <a:endParaRPr lang="en-US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Which device contains useful evidence? </a:t>
            </a:r>
            <a:endParaRPr lang="en-US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Should every device be examined? </a:t>
            </a:r>
            <a:endParaRPr lang="en-US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Which device should be examined first?</a:t>
            </a:r>
            <a:endParaRPr lang="en-US"/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  <a:p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76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4D4D1-F38E-CEEA-7873-C064BA7F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Source of Evidence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F719-EA24-CA70-291F-66EE3324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975449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Digital evidence is no longer stored only on computers.</a:t>
            </a: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FAE35-C19A-30CF-227A-1F4F43888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5" y="172888"/>
            <a:ext cx="11910203" cy="668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7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2882C-9C26-B45A-CBC3-9F93C817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AD1E42-D25C-7CED-9360-EB3289FBF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84516-2D73-6A02-0031-F2D84B8FB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ea typeface="+mj-lt"/>
                <a:cs typeface="+mj-lt"/>
              </a:rPr>
              <a:t>Digital Evidence Types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783AE005-A673-9833-2991-A7B4EEF4E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8E7D9-62D0-022E-0A88-ED336B521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Wingdings,sans-serif" panose="020B0604020202020204" pitchFamily="34" charset="0"/>
              <a:buChar char="Ø"/>
            </a:pPr>
            <a:r>
              <a:rPr lang="en-US" sz="3000" dirty="0">
                <a:ea typeface="+mn-lt"/>
                <a:cs typeface="+mn-lt"/>
              </a:rPr>
              <a:t>We can differentiate between two main types of digital </a:t>
            </a:r>
            <a:r>
              <a:rPr lang="en-US" sz="3000" dirty="0" err="1">
                <a:ea typeface="+mn-lt"/>
                <a:cs typeface="+mn-lt"/>
              </a:rPr>
              <a:t>artifactsaccording</a:t>
            </a:r>
            <a:r>
              <a:rPr lang="en-US" sz="3000" dirty="0">
                <a:ea typeface="+mn-lt"/>
                <a:cs typeface="+mn-lt"/>
              </a:rPr>
              <a:t> to who has created them</a:t>
            </a:r>
            <a:endParaRPr lang="en-IN" sz="30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  <a:p>
            <a:endParaRPr lang="en-US" sz="2200" dirty="0">
              <a:ea typeface="Calibri"/>
              <a:cs typeface="Calibri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21C6C4D-0CBE-DEF7-9F7A-052397FA62B8}"/>
              </a:ext>
            </a:extLst>
          </p:cNvPr>
          <p:cNvGraphicFramePr>
            <a:graphicFrameLocks/>
          </p:cNvGraphicFramePr>
          <p:nvPr/>
        </p:nvGraphicFramePr>
        <p:xfrm>
          <a:off x="1023938" y="3429000"/>
          <a:ext cx="9720072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364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303BF-1F14-94A9-21E5-C110B95F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Sources of Digital/Electronic Evidence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C203AD-05A9-EFC1-78E4-4919A19FB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285" y="1710607"/>
            <a:ext cx="11571052" cy="481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6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6B65A-7D0C-EA6E-D035-3C8FA5FB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Computers &amp; Laptops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2EEFF8-01AC-858F-DEA9-E71931C82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2" y="1710607"/>
            <a:ext cx="12189277" cy="514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2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0F146-52FF-9EAF-0A7E-E247C387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2066B8-645E-A949-4693-E513B7673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DC6D5-FF9E-2A97-ADF2-97D45738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Mobile Device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25239203-F47E-0960-435F-A82012073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3CEC00-2561-3A81-AFE9-B24FD5BDD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" y="1710607"/>
            <a:ext cx="12189278" cy="51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6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2CB27B-8EB5-7A5C-7279-78FC54DC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1A3162-961E-097A-5FAB-1570C6483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D1175-2284-7317-9BD8-2A804069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Cloude Storage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37CCF0-657B-785B-2AA9-7F22FA9B1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BE20B5-383F-8312-EEF8-7789DFFD5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" y="1710607"/>
            <a:ext cx="12189278" cy="492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34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FFC0B-CE90-5EC8-66AC-BAB9BE64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AEA6BA-2DC4-B331-B88D-8546AD07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5A763-1A12-45E7-B125-D68D82D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Social Media and Internet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3F06A6E-DFE8-E8FA-53CB-9531ADD5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FFBDDF-AD75-BD8E-3C40-9AECFEBFA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" y="1710607"/>
            <a:ext cx="12189279" cy="514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0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083C4-198E-9DA9-B9C5-D68C7355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552AD7-7D8B-FDAA-0C2B-4E04C8CC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509D27-1819-AB39-2BB0-5CFF710C0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IoT &amp; Smart Devices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5C78646-2CF1-98B5-F53B-0AFE760FA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41C7B9-3B8F-87ED-E94A-5D08DCC3C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" y="1710607"/>
            <a:ext cx="12189278" cy="514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71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65437-5D5A-EFFD-64C2-6E2B182E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000"/>
              <a:t>Challenge of Acquiring Digital Evidence-Technical</a:t>
            </a:r>
            <a:endParaRPr lang="en-IN" sz="50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1DCAF7-BA3A-CD4D-6D08-A3378C40F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408" y="1929384"/>
            <a:ext cx="11364391" cy="453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53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65437-5D5A-EFFD-64C2-6E2B182E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Forensic &amp; Legal Challenges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83B6AC-BB34-34A7-64B2-3186B688B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334" y="1929384"/>
            <a:ext cx="11666314" cy="476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853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99060-3E1E-9A9C-34FF-FE1415AE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Who Should Collect Digital Evidence?</a:t>
            </a:r>
            <a:endParaRPr lang="en-IN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A6450C-5A10-6DE5-5BAD-B27CA38DA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0" y="1929384"/>
            <a:ext cx="12183899" cy="494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04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7b7e3b-dde7-4727-849a-7c2a62b59c83" xsi:nil="true"/>
    <lcf76f155ced4ddcb4097134ff3c332f xmlns="3b805ea8-0214-4864-9a31-ee483b0ece1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01F7F5CF4DBF4EA0504CCC478097C3" ma:contentTypeVersion="11" ma:contentTypeDescription="Create a new document." ma:contentTypeScope="" ma:versionID="d1a6c8fad79f6b9067ca1a810cb82cc9">
  <xsd:schema xmlns:xsd="http://www.w3.org/2001/XMLSchema" xmlns:xs="http://www.w3.org/2001/XMLSchema" xmlns:p="http://schemas.microsoft.com/office/2006/metadata/properties" xmlns:ns2="3b805ea8-0214-4864-9a31-ee483b0ece1a" xmlns:ns3="8d7b7e3b-dde7-4727-849a-7c2a62b59c83" targetNamespace="http://schemas.microsoft.com/office/2006/metadata/properties" ma:root="true" ma:fieldsID="24004d47fdb8cf45c9841aead0c9fc70" ns2:_="" ns3:_="">
    <xsd:import namespace="3b805ea8-0214-4864-9a31-ee483b0ece1a"/>
    <xsd:import namespace="8d7b7e3b-dde7-4727-849a-7c2a62b59c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05ea8-0214-4864-9a31-ee483b0ece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758f2a0-2f59-4fb4-8e15-936a66a297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b7e3b-dde7-4727-849a-7c2a62b59c8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7e45844-0a51-418c-9de4-f62949a74234}" ma:internalName="TaxCatchAll" ma:showField="CatchAllData" ma:web="8d7b7e3b-dde7-4727-849a-7c2a62b59c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5603FC-1472-4FE6-941E-C8133A1B74B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0DD1FF-311D-45EB-9629-FBAC0E8E33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98CD5A-5CA5-4A5A-BEE5-244074E1536B}"/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1639</Words>
  <Application>Microsoft Office PowerPoint</Application>
  <PresentationFormat>Widescreen</PresentationFormat>
  <Paragraphs>169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Digital Forensics (20CP411T) UNIT 1 – Lecture 7 </vt:lpstr>
      <vt:lpstr>Opening Scenario</vt:lpstr>
      <vt:lpstr>Source of Evidence</vt:lpstr>
      <vt:lpstr>Digital Evidence Types</vt:lpstr>
      <vt:lpstr>Sources of Digital/Electronic Evidence</vt:lpstr>
      <vt:lpstr>Computers &amp; Laptops</vt:lpstr>
      <vt:lpstr>Mobile Device</vt:lpstr>
      <vt:lpstr>Cloude Storage</vt:lpstr>
      <vt:lpstr>Social Media and Internet</vt:lpstr>
      <vt:lpstr>IoT &amp; Smart Devices</vt:lpstr>
      <vt:lpstr>Challenge of Acquiring Digital Evidence-Technical</vt:lpstr>
      <vt:lpstr>Forensic &amp; Legal Challenges</vt:lpstr>
      <vt:lpstr>Who Should Collect Digital Evidence?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(20CP411T)</dc:title>
  <dc:creator>Prarthana Mehta</dc:creator>
  <cp:lastModifiedBy>Nishant Doshi</cp:lastModifiedBy>
  <cp:revision>221</cp:revision>
  <dcterms:created xsi:type="dcterms:W3CDTF">2025-07-08T07:00:19Z</dcterms:created>
  <dcterms:modified xsi:type="dcterms:W3CDTF">2026-08-10T13:12:12Z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0x0101005C01F7F5CF4DBF4EA0504CCC478097C3</vt:lpwstr>
  </property>
  <property fmtid="{D5CDD505-2E9C-101B-9397-08002B2CF9AE}" pid="3" name="Order">
    <vt:r8>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