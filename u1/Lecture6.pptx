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81" r:id="rId6"/>
    <p:sldId id="264" r:id="rId7"/>
    <p:sldId id="263" r:id="rId8"/>
    <p:sldId id="278" r:id="rId9"/>
    <p:sldId id="266" r:id="rId10"/>
    <p:sldId id="267" r:id="rId11"/>
    <p:sldId id="268" r:id="rId12"/>
    <p:sldId id="269" r:id="rId13"/>
    <p:sldId id="270" r:id="rId14"/>
    <p:sldId id="271" r:id="rId15"/>
    <p:sldId id="274" r:id="rId16"/>
    <p:sldId id="279" r:id="rId17"/>
    <p:sldId id="280" r:id="rId18"/>
    <p:sldId id="275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C249FD-EBA5-F7BC-D679-971671F8FEC8}" v="1" dt="2026-08-15T06:28:47.5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it Das" userId="S::sujit.das@pdpu.ac.in::5531694e-1714-439d-a47e-7795b732b077" providerId="AD" clId="Web-{F9AF208E-869C-5A5A-4128-7D98B7D3C30E}"/>
    <pc:docChg chg="addSld delSld modSld">
      <pc:chgData name="Sujit Das" userId="S::sujit.das@pdpu.ac.in::5531694e-1714-439d-a47e-7795b732b077" providerId="AD" clId="Web-{F9AF208E-869C-5A5A-4128-7D98B7D3C30E}" dt="2026-08-04T11:38:41.605" v="68" actId="20577"/>
      <pc:docMkLst>
        <pc:docMk/>
      </pc:docMkLst>
      <pc:sldChg chg="modSp">
        <pc:chgData name="Sujit Das" userId="S::sujit.das@pdpu.ac.in::5531694e-1714-439d-a47e-7795b732b077" providerId="AD" clId="Web-{F9AF208E-869C-5A5A-4128-7D98B7D3C30E}" dt="2026-08-04T11:22:36.111" v="20" actId="20577"/>
        <pc:sldMkLst>
          <pc:docMk/>
          <pc:sldMk cId="4051154046" sldId="256"/>
        </pc:sldMkLst>
        <pc:spChg chg="mod">
          <ac:chgData name="Sujit Das" userId="S::sujit.das@pdpu.ac.in::5531694e-1714-439d-a47e-7795b732b077" providerId="AD" clId="Web-{F9AF208E-869C-5A5A-4128-7D98B7D3C30E}" dt="2026-08-04T11:21:08.671" v="1" actId="20577"/>
          <ac:spMkLst>
            <pc:docMk/>
            <pc:sldMk cId="4051154046" sldId="256"/>
            <ac:spMk id="2" creationId="{00000000-0000-0000-0000-000000000000}"/>
          </ac:spMkLst>
        </pc:spChg>
        <pc:spChg chg="mod">
          <ac:chgData name="Sujit Das" userId="S::sujit.das@pdpu.ac.in::5531694e-1714-439d-a47e-7795b732b077" providerId="AD" clId="Web-{F9AF208E-869C-5A5A-4128-7D98B7D3C30E}" dt="2026-08-04T11:22:36.111" v="20" actId="20577"/>
          <ac:spMkLst>
            <pc:docMk/>
            <pc:sldMk cId="4051154046" sldId="256"/>
            <ac:spMk id="3" creationId="{00000000-0000-0000-0000-000000000000}"/>
          </ac:spMkLst>
        </pc:spChg>
      </pc:sldChg>
      <pc:sldChg chg="addSp modSp">
        <pc:chgData name="Sujit Das" userId="S::sujit.das@pdpu.ac.in::5531694e-1714-439d-a47e-7795b732b077" providerId="AD" clId="Web-{F9AF208E-869C-5A5A-4128-7D98B7D3C30E}" dt="2026-08-04T11:38:41.605" v="68" actId="20577"/>
        <pc:sldMkLst>
          <pc:docMk/>
          <pc:sldMk cId="6874340" sldId="264"/>
        </pc:sldMkLst>
      </pc:sldChg>
      <pc:sldChg chg="modSp">
        <pc:chgData name="Sujit Das" userId="S::sujit.das@pdpu.ac.in::5531694e-1714-439d-a47e-7795b732b077" providerId="AD" clId="Web-{F9AF208E-869C-5A5A-4128-7D98B7D3C30E}" dt="2026-08-04T11:24:14.473" v="28" actId="14100"/>
        <pc:sldMkLst>
          <pc:docMk/>
          <pc:sldMk cId="358539968" sldId="266"/>
        </pc:sldMkLst>
        <pc:spChg chg="mod">
          <ac:chgData name="Sujit Das" userId="S::sujit.das@pdpu.ac.in::5531694e-1714-439d-a47e-7795b732b077" providerId="AD" clId="Web-{F9AF208E-869C-5A5A-4128-7D98B7D3C30E}" dt="2026-08-04T11:24:00.379" v="25" actId="14100"/>
          <ac:spMkLst>
            <pc:docMk/>
            <pc:sldMk cId="358539968" sldId="266"/>
            <ac:spMk id="5" creationId="{00000000-0000-0000-0000-000000000000}"/>
          </ac:spMkLst>
        </pc:spChg>
        <pc:picChg chg="mod">
          <ac:chgData name="Sujit Das" userId="S::sujit.das@pdpu.ac.in::5531694e-1714-439d-a47e-7795b732b077" providerId="AD" clId="Web-{F9AF208E-869C-5A5A-4128-7D98B7D3C30E}" dt="2026-08-04T11:24:14.473" v="28" actId="14100"/>
          <ac:picMkLst>
            <pc:docMk/>
            <pc:sldMk cId="358539968" sldId="266"/>
            <ac:picMk id="2050" creationId="{00000000-0000-0000-0000-000000000000}"/>
          </ac:picMkLst>
        </pc:picChg>
      </pc:sldChg>
      <pc:sldChg chg="modSp">
        <pc:chgData name="Sujit Das" userId="S::sujit.das@pdpu.ac.in::5531694e-1714-439d-a47e-7795b732b077" providerId="AD" clId="Web-{F9AF208E-869C-5A5A-4128-7D98B7D3C30E}" dt="2026-08-04T11:25:20.256" v="31" actId="20577"/>
        <pc:sldMkLst>
          <pc:docMk/>
          <pc:sldMk cId="579763525" sldId="267"/>
        </pc:sldMkLst>
        <pc:spChg chg="mod">
          <ac:chgData name="Sujit Das" userId="S::sujit.das@pdpu.ac.in::5531694e-1714-439d-a47e-7795b732b077" providerId="AD" clId="Web-{F9AF208E-869C-5A5A-4128-7D98B7D3C30E}" dt="2026-08-04T11:25:20.256" v="31" actId="20577"/>
          <ac:spMkLst>
            <pc:docMk/>
            <pc:sldMk cId="579763525" sldId="267"/>
            <ac:spMk id="5" creationId="{00000000-0000-0000-0000-000000000000}"/>
          </ac:spMkLst>
        </pc:spChg>
      </pc:sldChg>
      <pc:sldChg chg="modSp">
        <pc:chgData name="Sujit Das" userId="S::sujit.das@pdpu.ac.in::5531694e-1714-439d-a47e-7795b732b077" providerId="AD" clId="Web-{F9AF208E-869C-5A5A-4128-7D98B7D3C30E}" dt="2026-08-04T11:25:29.866" v="32" actId="20577"/>
        <pc:sldMkLst>
          <pc:docMk/>
          <pc:sldMk cId="1279344859" sldId="268"/>
        </pc:sldMkLst>
        <pc:spChg chg="mod">
          <ac:chgData name="Sujit Das" userId="S::sujit.das@pdpu.ac.in::5531694e-1714-439d-a47e-7795b732b077" providerId="AD" clId="Web-{F9AF208E-869C-5A5A-4128-7D98B7D3C30E}" dt="2026-08-04T11:25:29.866" v="32" actId="20577"/>
          <ac:spMkLst>
            <pc:docMk/>
            <pc:sldMk cId="1279344859" sldId="268"/>
            <ac:spMk id="5" creationId="{00000000-0000-0000-0000-000000000000}"/>
          </ac:spMkLst>
        </pc:spChg>
      </pc:sldChg>
      <pc:sldChg chg="modSp">
        <pc:chgData name="Sujit Das" userId="S::sujit.das@pdpu.ac.in::5531694e-1714-439d-a47e-7795b732b077" providerId="AD" clId="Web-{F9AF208E-869C-5A5A-4128-7D98B7D3C30E}" dt="2026-08-04T11:25:48.444" v="35" actId="20577"/>
        <pc:sldMkLst>
          <pc:docMk/>
          <pc:sldMk cId="245868830" sldId="269"/>
        </pc:sldMkLst>
        <pc:spChg chg="mod">
          <ac:chgData name="Sujit Das" userId="S::sujit.das@pdpu.ac.in::5531694e-1714-439d-a47e-7795b732b077" providerId="AD" clId="Web-{F9AF208E-869C-5A5A-4128-7D98B7D3C30E}" dt="2026-08-04T11:25:48.444" v="35" actId="20577"/>
          <ac:spMkLst>
            <pc:docMk/>
            <pc:sldMk cId="245868830" sldId="269"/>
            <ac:spMk id="5" creationId="{00000000-0000-0000-0000-000000000000}"/>
          </ac:spMkLst>
        </pc:spChg>
      </pc:sldChg>
      <pc:sldChg chg="modSp">
        <pc:chgData name="Sujit Das" userId="S::sujit.das@pdpu.ac.in::5531694e-1714-439d-a47e-7795b732b077" providerId="AD" clId="Web-{F9AF208E-869C-5A5A-4128-7D98B7D3C30E}" dt="2026-08-04T11:25:58.725" v="36" actId="20577"/>
        <pc:sldMkLst>
          <pc:docMk/>
          <pc:sldMk cId="1938509715" sldId="270"/>
        </pc:sldMkLst>
        <pc:spChg chg="mod">
          <ac:chgData name="Sujit Das" userId="S::sujit.das@pdpu.ac.in::5531694e-1714-439d-a47e-7795b732b077" providerId="AD" clId="Web-{F9AF208E-869C-5A5A-4128-7D98B7D3C30E}" dt="2026-08-04T11:25:58.725" v="36" actId="20577"/>
          <ac:spMkLst>
            <pc:docMk/>
            <pc:sldMk cId="1938509715" sldId="270"/>
            <ac:spMk id="5" creationId="{00000000-0000-0000-0000-000000000000}"/>
          </ac:spMkLst>
        </pc:spChg>
      </pc:sldChg>
      <pc:sldChg chg="modSp">
        <pc:chgData name="Sujit Das" userId="S::sujit.das@pdpu.ac.in::5531694e-1714-439d-a47e-7795b732b077" providerId="AD" clId="Web-{F9AF208E-869C-5A5A-4128-7D98B7D3C30E}" dt="2026-08-04T11:26:05.366" v="37" actId="20577"/>
        <pc:sldMkLst>
          <pc:docMk/>
          <pc:sldMk cId="331343702" sldId="271"/>
        </pc:sldMkLst>
        <pc:spChg chg="mod">
          <ac:chgData name="Sujit Das" userId="S::sujit.das@pdpu.ac.in::5531694e-1714-439d-a47e-7795b732b077" providerId="AD" clId="Web-{F9AF208E-869C-5A5A-4128-7D98B7D3C30E}" dt="2026-08-04T11:26:05.366" v="37" actId="20577"/>
          <ac:spMkLst>
            <pc:docMk/>
            <pc:sldMk cId="331343702" sldId="271"/>
            <ac:spMk id="5" creationId="{00000000-0000-0000-0000-000000000000}"/>
          </ac:spMkLst>
        </pc:spChg>
      </pc:sldChg>
      <pc:sldChg chg="modSp">
        <pc:chgData name="Sujit Das" userId="S::sujit.das@pdpu.ac.in::5531694e-1714-439d-a47e-7795b732b077" providerId="AD" clId="Web-{F9AF208E-869C-5A5A-4128-7D98B7D3C30E}" dt="2026-08-04T11:26:19.538" v="39" actId="20577"/>
        <pc:sldMkLst>
          <pc:docMk/>
          <pc:sldMk cId="3735757778" sldId="274"/>
        </pc:sldMkLst>
        <pc:spChg chg="mod">
          <ac:chgData name="Sujit Das" userId="S::sujit.das@pdpu.ac.in::5531694e-1714-439d-a47e-7795b732b077" providerId="AD" clId="Web-{F9AF208E-869C-5A5A-4128-7D98B7D3C30E}" dt="2026-08-04T11:26:19.538" v="39" actId="20577"/>
          <ac:spMkLst>
            <pc:docMk/>
            <pc:sldMk cId="3735757778" sldId="274"/>
            <ac:spMk id="3" creationId="{00000000-0000-0000-0000-000000000000}"/>
          </ac:spMkLst>
        </pc:spChg>
      </pc:sldChg>
      <pc:sldChg chg="modSp">
        <pc:chgData name="Sujit Das" userId="S::sujit.das@pdpu.ac.in::5531694e-1714-439d-a47e-7795b732b077" providerId="AD" clId="Web-{F9AF208E-869C-5A5A-4128-7D98B7D3C30E}" dt="2026-08-04T11:27:37.322" v="49" actId="20577"/>
        <pc:sldMkLst>
          <pc:docMk/>
          <pc:sldMk cId="1093448586" sldId="275"/>
        </pc:sldMkLst>
        <pc:spChg chg="mod">
          <ac:chgData name="Sujit Das" userId="S::sujit.das@pdpu.ac.in::5531694e-1714-439d-a47e-7795b732b077" providerId="AD" clId="Web-{F9AF208E-869C-5A5A-4128-7D98B7D3C30E}" dt="2026-08-04T11:27:37.322" v="49" actId="20577"/>
          <ac:spMkLst>
            <pc:docMk/>
            <pc:sldMk cId="1093448586" sldId="275"/>
            <ac:spMk id="3" creationId="{605BAF5C-DC0D-D4F5-1E23-25D620D016C9}"/>
          </ac:spMkLst>
        </pc:spChg>
      </pc:sldChg>
      <pc:sldChg chg="modSp">
        <pc:chgData name="Sujit Das" userId="S::sujit.das@pdpu.ac.in::5531694e-1714-439d-a47e-7795b732b077" providerId="AD" clId="Web-{F9AF208E-869C-5A5A-4128-7D98B7D3C30E}" dt="2026-08-04T11:27:56.400" v="51" actId="20577"/>
        <pc:sldMkLst>
          <pc:docMk/>
          <pc:sldMk cId="3646804859" sldId="277"/>
        </pc:sldMkLst>
        <pc:spChg chg="mod">
          <ac:chgData name="Sujit Das" userId="S::sujit.das@pdpu.ac.in::5531694e-1714-439d-a47e-7795b732b077" providerId="AD" clId="Web-{F9AF208E-869C-5A5A-4128-7D98B7D3C30E}" dt="2026-08-04T11:27:56.400" v="51" actId="20577"/>
          <ac:spMkLst>
            <pc:docMk/>
            <pc:sldMk cId="3646804859" sldId="277"/>
            <ac:spMk id="3" creationId="{B7E6C7A6-D7E3-CFD5-2A6F-4710260ABCF0}"/>
          </ac:spMkLst>
        </pc:spChg>
      </pc:sldChg>
      <pc:sldChg chg="modSp">
        <pc:chgData name="Sujit Das" userId="S::sujit.das@pdpu.ac.in::5531694e-1714-439d-a47e-7795b732b077" providerId="AD" clId="Web-{F9AF208E-869C-5A5A-4128-7D98B7D3C30E}" dt="2026-08-04T11:27:05.118" v="44" actId="20577"/>
        <pc:sldMkLst>
          <pc:docMk/>
          <pc:sldMk cId="3649823461" sldId="279"/>
        </pc:sldMkLst>
        <pc:spChg chg="mod">
          <ac:chgData name="Sujit Das" userId="S::sujit.das@pdpu.ac.in::5531694e-1714-439d-a47e-7795b732b077" providerId="AD" clId="Web-{F9AF208E-869C-5A5A-4128-7D98B7D3C30E}" dt="2026-08-04T11:27:05.118" v="44" actId="20577"/>
          <ac:spMkLst>
            <pc:docMk/>
            <pc:sldMk cId="3649823461" sldId="279"/>
            <ac:spMk id="3" creationId="{00000000-0000-0000-0000-000000000000}"/>
          </ac:spMkLst>
        </pc:spChg>
      </pc:sldChg>
      <pc:sldChg chg="modSp add replId">
        <pc:chgData name="Sujit Das" userId="S::sujit.das@pdpu.ac.in::5531694e-1714-439d-a47e-7795b732b077" providerId="AD" clId="Web-{F9AF208E-869C-5A5A-4128-7D98B7D3C30E}" dt="2026-08-04T11:27:28.368" v="48" actId="20577"/>
        <pc:sldMkLst>
          <pc:docMk/>
          <pc:sldMk cId="1740018617" sldId="280"/>
        </pc:sldMkLst>
        <pc:spChg chg="mod">
          <ac:chgData name="Sujit Das" userId="S::sujit.das@pdpu.ac.in::5531694e-1714-439d-a47e-7795b732b077" providerId="AD" clId="Web-{F9AF208E-869C-5A5A-4128-7D98B7D3C30E}" dt="2026-08-04T11:27:28.368" v="48" actId="20577"/>
          <ac:spMkLst>
            <pc:docMk/>
            <pc:sldMk cId="1740018617" sldId="280"/>
            <ac:spMk id="3" creationId="{E1377BF5-845D-D93B-38E6-B3D68D265186}"/>
          </ac:spMkLst>
        </pc:spChg>
      </pc:sldChg>
      <pc:sldChg chg="addSp modSp new mod setBg">
        <pc:chgData name="Sujit Das" userId="S::sujit.das@pdpu.ac.in::5531694e-1714-439d-a47e-7795b732b077" providerId="AD" clId="Web-{F9AF208E-869C-5A5A-4128-7D98B7D3C30E}" dt="2026-08-04T11:35:40.569" v="63" actId="20577"/>
        <pc:sldMkLst>
          <pc:docMk/>
          <pc:sldMk cId="363740284" sldId="281"/>
        </pc:sldMkLst>
        <pc:spChg chg="mod">
          <ac:chgData name="Sujit Das" userId="S::sujit.das@pdpu.ac.in::5531694e-1714-439d-a47e-7795b732b077" providerId="AD" clId="Web-{F9AF208E-869C-5A5A-4128-7D98B7D3C30E}" dt="2026-08-04T11:35:40.569" v="63" actId="20577"/>
          <ac:spMkLst>
            <pc:docMk/>
            <pc:sldMk cId="363740284" sldId="281"/>
            <ac:spMk id="2" creationId="{6DE04FD1-2B8F-8A91-902C-A06D3D06DDC4}"/>
          </ac:spMkLst>
        </pc:spChg>
        <pc:spChg chg="mod">
          <ac:chgData name="Sujit Das" userId="S::sujit.das@pdpu.ac.in::5531694e-1714-439d-a47e-7795b732b077" providerId="AD" clId="Web-{F9AF208E-869C-5A5A-4128-7D98B7D3C30E}" dt="2026-08-04T11:35:22.584" v="62" actId="20577"/>
          <ac:spMkLst>
            <pc:docMk/>
            <pc:sldMk cId="363740284" sldId="281"/>
            <ac:spMk id="3" creationId="{076C6B25-7719-3DA2-EEDD-F91D03F17750}"/>
          </ac:spMkLst>
        </pc:spChg>
        <pc:spChg chg="add">
          <ac:chgData name="Sujit Das" userId="S::sujit.das@pdpu.ac.in::5531694e-1714-439d-a47e-7795b732b077" providerId="AD" clId="Web-{F9AF208E-869C-5A5A-4128-7D98B7D3C30E}" dt="2026-08-04T11:34:49.630" v="53"/>
          <ac:spMkLst>
            <pc:docMk/>
            <pc:sldMk cId="363740284" sldId="281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F9AF208E-869C-5A5A-4128-7D98B7D3C30E}" dt="2026-08-04T11:34:49.630" v="53"/>
          <ac:spMkLst>
            <pc:docMk/>
            <pc:sldMk cId="363740284" sldId="281"/>
            <ac:spMk id="10" creationId="{DB17E863-922E-4C26-BD64-E8FD41D28661}"/>
          </ac:spMkLst>
        </pc:spChg>
      </pc:sldChg>
    </pc:docChg>
  </pc:docChgLst>
  <pc:docChgLst>
    <pc:chgData name="Sujit Das" userId="S::sujit.das@pdpu.ac.in::5531694e-1714-439d-a47e-7795b732b077" providerId="AD" clId="Web-{3419BD85-DBC4-D161-EAA4-2FE4E5BF44CF}"/>
    <pc:docChg chg="addSld delSld modSld">
      <pc:chgData name="Sujit Das" userId="S::sujit.das@pdpu.ac.in::5531694e-1714-439d-a47e-7795b732b077" providerId="AD" clId="Web-{3419BD85-DBC4-D161-EAA4-2FE4E5BF44CF}" dt="2026-08-05T05:57:58.640" v="101" actId="14100"/>
      <pc:docMkLst>
        <pc:docMk/>
      </pc:docMkLst>
      <pc:sldChg chg="addSp delSp">
        <pc:chgData name="Sujit Das" userId="S::sujit.das@pdpu.ac.in::5531694e-1714-439d-a47e-7795b732b077" providerId="AD" clId="Web-{3419BD85-DBC4-D161-EAA4-2FE4E5BF44CF}" dt="2026-08-05T05:13:22.022" v="17"/>
        <pc:sldMkLst>
          <pc:docMk/>
          <pc:sldMk cId="4253550211" sldId="263"/>
        </pc:sldMkLst>
        <pc:spChg chg="add">
          <ac:chgData name="Sujit Das" userId="S::sujit.das@pdpu.ac.in::5531694e-1714-439d-a47e-7795b732b077" providerId="AD" clId="Web-{3419BD85-DBC4-D161-EAA4-2FE4E5BF44CF}" dt="2026-08-05T05:13:22.022" v="17"/>
          <ac:spMkLst>
            <pc:docMk/>
            <pc:sldMk cId="4253550211" sldId="263"/>
            <ac:spMk id="18" creationId="{35DB3719-6FDC-4E5D-891D-FF40B7300F64}"/>
          </ac:spMkLst>
        </pc:spChg>
        <pc:spChg chg="add">
          <ac:chgData name="Sujit Das" userId="S::sujit.das@pdpu.ac.in::5531694e-1714-439d-a47e-7795b732b077" providerId="AD" clId="Web-{3419BD85-DBC4-D161-EAA4-2FE4E5BF44CF}" dt="2026-08-05T05:13:22.022" v="17"/>
          <ac:spMkLst>
            <pc:docMk/>
            <pc:sldMk cId="4253550211" sldId="263"/>
            <ac:spMk id="20" creationId="{E0CBAC23-2E3F-4A90-BA59-F8299F6A5439}"/>
          </ac:spMkLst>
        </pc:spChg>
        <pc:graphicFrameChg chg="add">
          <ac:chgData name="Sujit Das" userId="S::sujit.das@pdpu.ac.in::5531694e-1714-439d-a47e-7795b732b077" providerId="AD" clId="Web-{3419BD85-DBC4-D161-EAA4-2FE4E5BF44CF}" dt="2026-08-05T05:13:22.022" v="17"/>
          <ac:graphicFrameMkLst>
            <pc:docMk/>
            <pc:sldMk cId="4253550211" sldId="263"/>
            <ac:graphicFrameMk id="14" creationId="{C14FE0C9-515F-3F81-5C69-570649AA68A2}"/>
          </ac:graphicFrameMkLst>
        </pc:graphicFrameChg>
      </pc:sldChg>
      <pc:sldChg chg="addSp delSp modSp">
        <pc:chgData name="Sujit Das" userId="S::sujit.das@pdpu.ac.in::5531694e-1714-439d-a47e-7795b732b077" providerId="AD" clId="Web-{3419BD85-DBC4-D161-EAA4-2FE4E5BF44CF}" dt="2026-08-05T05:12:55.677" v="16" actId="14100"/>
        <pc:sldMkLst>
          <pc:docMk/>
          <pc:sldMk cId="6874340" sldId="264"/>
        </pc:sldMkLst>
        <pc:spChg chg="mod">
          <ac:chgData name="Sujit Das" userId="S::sujit.das@pdpu.ac.in::5531694e-1714-439d-a47e-7795b732b077" providerId="AD" clId="Web-{3419BD85-DBC4-D161-EAA4-2FE4E5BF44CF}" dt="2026-08-05T05:12:55.677" v="16" actId="14100"/>
          <ac:spMkLst>
            <pc:docMk/>
            <pc:sldMk cId="6874340" sldId="264"/>
            <ac:spMk id="3" creationId="{00000000-0000-0000-0000-000000000000}"/>
          </ac:spMkLst>
        </pc:spChg>
      </pc:sldChg>
      <pc:sldChg chg="addSp modSp">
        <pc:chgData name="Sujit Das" userId="S::sujit.das@pdpu.ac.in::5531694e-1714-439d-a47e-7795b732b077" providerId="AD" clId="Web-{3419BD85-DBC4-D161-EAA4-2FE4E5BF44CF}" dt="2026-08-05T05:39:48.005" v="80" actId="14100"/>
        <pc:sldMkLst>
          <pc:docMk/>
          <pc:sldMk cId="3735757778" sldId="274"/>
        </pc:sldMkLst>
        <pc:picChg chg="add mod">
          <ac:chgData name="Sujit Das" userId="S::sujit.das@pdpu.ac.in::5531694e-1714-439d-a47e-7795b732b077" providerId="AD" clId="Web-{3419BD85-DBC4-D161-EAA4-2FE4E5BF44CF}" dt="2026-08-05T05:39:48.005" v="80" actId="14100"/>
          <ac:picMkLst>
            <pc:docMk/>
            <pc:sldMk cId="3735757778" sldId="274"/>
            <ac:picMk id="4" creationId="{99ECF71C-2C46-481F-5105-580EF432D857}"/>
          </ac:picMkLst>
        </pc:picChg>
      </pc:sldChg>
      <pc:sldChg chg="addSp delSp modSp">
        <pc:chgData name="Sujit Das" userId="S::sujit.das@pdpu.ac.in::5531694e-1714-439d-a47e-7795b732b077" providerId="AD" clId="Web-{3419BD85-DBC4-D161-EAA4-2FE4E5BF44CF}" dt="2026-08-05T05:57:58.640" v="101" actId="14100"/>
        <pc:sldMkLst>
          <pc:docMk/>
          <pc:sldMk cId="1093448586" sldId="275"/>
        </pc:sldMkLst>
        <pc:spChg chg="mod">
          <ac:chgData name="Sujit Das" userId="S::sujit.das@pdpu.ac.in::5531694e-1714-439d-a47e-7795b732b077" providerId="AD" clId="Web-{3419BD85-DBC4-D161-EAA4-2FE4E5BF44CF}" dt="2026-08-05T05:46:36.348" v="89" actId="14100"/>
          <ac:spMkLst>
            <pc:docMk/>
            <pc:sldMk cId="1093448586" sldId="275"/>
            <ac:spMk id="3" creationId="{605BAF5C-DC0D-D4F5-1E23-25D620D016C9}"/>
          </ac:spMkLst>
        </pc:spChg>
        <pc:picChg chg="add mod">
          <ac:chgData name="Sujit Das" userId="S::sujit.das@pdpu.ac.in::5531694e-1714-439d-a47e-7795b732b077" providerId="AD" clId="Web-{3419BD85-DBC4-D161-EAA4-2FE4E5BF44CF}" dt="2026-08-05T05:57:58.640" v="101" actId="14100"/>
          <ac:picMkLst>
            <pc:docMk/>
            <pc:sldMk cId="1093448586" sldId="275"/>
            <ac:picMk id="7" creationId="{986C4BE2-EE28-5EDC-F231-0540E01F15B0}"/>
          </ac:picMkLst>
        </pc:picChg>
      </pc:sldChg>
      <pc:sldChg chg="addSp delSp modSp mod setBg setClrOvrMap">
        <pc:chgData name="Sujit Das" userId="S::sujit.das@pdpu.ac.in::5531694e-1714-439d-a47e-7795b732b077" providerId="AD" clId="Web-{3419BD85-DBC4-D161-EAA4-2FE4E5BF44CF}" dt="2026-08-05T05:26:25.193" v="73" actId="14100"/>
        <pc:sldMkLst>
          <pc:docMk/>
          <pc:sldMk cId="3646804859" sldId="277"/>
        </pc:sldMkLst>
        <pc:spChg chg="mod ord">
          <ac:chgData name="Sujit Das" userId="S::sujit.das@pdpu.ac.in::5531694e-1714-439d-a47e-7795b732b077" providerId="AD" clId="Web-{3419BD85-DBC4-D161-EAA4-2FE4E5BF44CF}" dt="2026-08-05T05:23:02.825" v="49"/>
          <ac:spMkLst>
            <pc:docMk/>
            <pc:sldMk cId="3646804859" sldId="277"/>
            <ac:spMk id="2" creationId="{FBB65556-EC20-E84D-A678-732B45FB9454}"/>
          </ac:spMkLst>
        </pc:spChg>
        <pc:spChg chg="add del mod ord">
          <ac:chgData name="Sujit Das" userId="S::sujit.das@pdpu.ac.in::5531694e-1714-439d-a47e-7795b732b077" providerId="AD" clId="Web-{3419BD85-DBC4-D161-EAA4-2FE4E5BF44CF}" dt="2026-08-05T05:24:19.844" v="56" actId="20577"/>
          <ac:spMkLst>
            <pc:docMk/>
            <pc:sldMk cId="3646804859" sldId="277"/>
            <ac:spMk id="3" creationId="{B7E6C7A6-D7E3-CFD5-2A6F-4710260ABCF0}"/>
          </ac:spMkLst>
        </pc:spChg>
        <pc:spChg chg="add del">
          <ac:chgData name="Sujit Das" userId="S::sujit.das@pdpu.ac.in::5531694e-1714-439d-a47e-7795b732b077" providerId="AD" clId="Web-{3419BD85-DBC4-D161-EAA4-2FE4E5BF44CF}" dt="2026-08-05T05:23:02.825" v="49"/>
          <ac:spMkLst>
            <pc:docMk/>
            <pc:sldMk cId="3646804859" sldId="277"/>
            <ac:spMk id="8" creationId="{100EDD19-6802-4EC3-95CE-CFFAB042CFD6}"/>
          </ac:spMkLst>
        </pc:spChg>
        <pc:spChg chg="add del">
          <ac:chgData name="Sujit Das" userId="S::sujit.das@pdpu.ac.in::5531694e-1714-439d-a47e-7795b732b077" providerId="AD" clId="Web-{3419BD85-DBC4-D161-EAA4-2FE4E5BF44CF}" dt="2026-08-05T05:23:02.825" v="49"/>
          <ac:spMkLst>
            <pc:docMk/>
            <pc:sldMk cId="3646804859" sldId="277"/>
            <ac:spMk id="10" creationId="{DB17E863-922E-4C26-BD64-E8FD41D28661}"/>
          </ac:spMkLst>
        </pc:spChg>
        <pc:picChg chg="add mod">
          <ac:chgData name="Sujit Das" userId="S::sujit.das@pdpu.ac.in::5531694e-1714-439d-a47e-7795b732b077" providerId="AD" clId="Web-{3419BD85-DBC4-D161-EAA4-2FE4E5BF44CF}" dt="2026-08-05T05:26:25.193" v="73" actId="14100"/>
          <ac:picMkLst>
            <pc:docMk/>
            <pc:sldMk cId="3646804859" sldId="277"/>
            <ac:picMk id="5" creationId="{3404CBA0-FE85-6AAB-786E-6596EF386370}"/>
          </ac:picMkLst>
        </pc:picChg>
      </pc:sldChg>
      <pc:sldChg chg="addSp modSp">
        <pc:chgData name="Sujit Das" userId="S::sujit.das@pdpu.ac.in::5531694e-1714-439d-a47e-7795b732b077" providerId="AD" clId="Web-{3419BD85-DBC4-D161-EAA4-2FE4E5BF44CF}" dt="2026-08-05T05:42:27.354" v="83" actId="14100"/>
        <pc:sldMkLst>
          <pc:docMk/>
          <pc:sldMk cId="3649823461" sldId="279"/>
        </pc:sldMkLst>
        <pc:picChg chg="add mod">
          <ac:chgData name="Sujit Das" userId="S::sujit.das@pdpu.ac.in::5531694e-1714-439d-a47e-7795b732b077" providerId="AD" clId="Web-{3419BD85-DBC4-D161-EAA4-2FE4E5BF44CF}" dt="2026-08-05T05:42:27.354" v="83" actId="14100"/>
          <ac:picMkLst>
            <pc:docMk/>
            <pc:sldMk cId="3649823461" sldId="279"/>
            <ac:picMk id="4" creationId="{53A59983-A1BE-B864-1371-4BB74FD11A77}"/>
          </ac:picMkLst>
        </pc:picChg>
      </pc:sldChg>
      <pc:sldChg chg="addSp modSp">
        <pc:chgData name="Sujit Das" userId="S::sujit.das@pdpu.ac.in::5531694e-1714-439d-a47e-7795b732b077" providerId="AD" clId="Web-{3419BD85-DBC4-D161-EAA4-2FE4E5BF44CF}" dt="2026-08-05T05:45:35.877" v="87" actId="1076"/>
        <pc:sldMkLst>
          <pc:docMk/>
          <pc:sldMk cId="1740018617" sldId="280"/>
        </pc:sldMkLst>
        <pc:picChg chg="add mod">
          <ac:chgData name="Sujit Das" userId="S::sujit.das@pdpu.ac.in::5531694e-1714-439d-a47e-7795b732b077" providerId="AD" clId="Web-{3419BD85-DBC4-D161-EAA4-2FE4E5BF44CF}" dt="2026-08-05T05:45:35.877" v="87" actId="1076"/>
          <ac:picMkLst>
            <pc:docMk/>
            <pc:sldMk cId="1740018617" sldId="280"/>
            <ac:picMk id="4" creationId="{725153A8-B550-400C-0508-157E3BFCB667}"/>
          </ac:picMkLst>
        </pc:picChg>
      </pc:sldChg>
    </pc:docChg>
  </pc:docChgLst>
  <pc:docChgLst>
    <pc:chgData name="Sujit Das" userId="S::sujit.das@pdpu.ac.in::5531694e-1714-439d-a47e-7795b732b077" providerId="AD" clId="Web-{39528E4E-AFA9-1FFD-2D2F-7889A4F2A92D}"/>
    <pc:docChg chg="modSld">
      <pc:chgData name="Sujit Das" userId="S::sujit.das@pdpu.ac.in::5531694e-1714-439d-a47e-7795b732b077" providerId="AD" clId="Web-{39528E4E-AFA9-1FFD-2D2F-7889A4F2A92D}" dt="2026-08-04T06:25:10.854" v="15"/>
      <pc:docMkLst>
        <pc:docMk/>
      </pc:docMkLst>
      <pc:sldChg chg="addSp modSp mod setBg">
        <pc:chgData name="Sujit Das" userId="S::sujit.das@pdpu.ac.in::5531694e-1714-439d-a47e-7795b732b077" providerId="AD" clId="Web-{39528E4E-AFA9-1FFD-2D2F-7889A4F2A92D}" dt="2026-08-04T06:20:15.312" v="0"/>
        <pc:sldMkLst>
          <pc:docMk/>
          <pc:sldMk cId="4051154046" sldId="256"/>
        </pc:sldMkLst>
        <pc:spChg chg="mod">
          <ac:chgData name="Sujit Das" userId="S::sujit.das@pdpu.ac.in::5531694e-1714-439d-a47e-7795b732b077" providerId="AD" clId="Web-{39528E4E-AFA9-1FFD-2D2F-7889A4F2A92D}" dt="2026-08-04T06:20:15.312" v="0"/>
          <ac:spMkLst>
            <pc:docMk/>
            <pc:sldMk cId="4051154046" sldId="256"/>
            <ac:spMk id="2" creationId="{00000000-0000-0000-0000-000000000000}"/>
          </ac:spMkLst>
        </pc:spChg>
        <pc:spChg chg="mod">
          <ac:chgData name="Sujit Das" userId="S::sujit.das@pdpu.ac.in::5531694e-1714-439d-a47e-7795b732b077" providerId="AD" clId="Web-{39528E4E-AFA9-1FFD-2D2F-7889A4F2A92D}" dt="2026-08-04T06:20:15.312" v="0"/>
          <ac:spMkLst>
            <pc:docMk/>
            <pc:sldMk cId="4051154046" sldId="256"/>
            <ac:spMk id="3" creationId="{00000000-0000-0000-0000-000000000000}"/>
          </ac:spMkLst>
        </pc:spChg>
        <pc:spChg chg="add">
          <ac:chgData name="Sujit Das" userId="S::sujit.das@pdpu.ac.in::5531694e-1714-439d-a47e-7795b732b077" providerId="AD" clId="Web-{39528E4E-AFA9-1FFD-2D2F-7889A4F2A92D}" dt="2026-08-04T06:20:15.312" v="0"/>
          <ac:spMkLst>
            <pc:docMk/>
            <pc:sldMk cId="4051154046" sldId="256"/>
            <ac:spMk id="8" creationId="{943CAA20-3569-4189-9E48-239A229A86CA}"/>
          </ac:spMkLst>
        </pc:spChg>
        <pc:spChg chg="add">
          <ac:chgData name="Sujit Das" userId="S::sujit.das@pdpu.ac.in::5531694e-1714-439d-a47e-7795b732b077" providerId="AD" clId="Web-{39528E4E-AFA9-1FFD-2D2F-7889A4F2A92D}" dt="2026-08-04T06:20:15.312" v="0"/>
          <ac:spMkLst>
            <pc:docMk/>
            <pc:sldMk cId="4051154046" sldId="256"/>
            <ac:spMk id="10" creationId="{DA542B6D-E775-4832-91DC-2D20F857813A}"/>
          </ac:spMkLst>
        </pc:spChg>
      </pc:sldChg>
      <pc:sldChg chg="addSp modSp mod setBg">
        <pc:chgData name="Sujit Das" userId="S::sujit.das@pdpu.ac.in::5531694e-1714-439d-a47e-7795b732b077" providerId="AD" clId="Web-{39528E4E-AFA9-1FFD-2D2F-7889A4F2A92D}" dt="2026-08-04T06:24:11.274" v="3"/>
        <pc:sldMkLst>
          <pc:docMk/>
          <pc:sldMk cId="4253550211" sldId="263"/>
        </pc:sldMkLst>
        <pc:spChg chg="mod">
          <ac:chgData name="Sujit Das" userId="S::sujit.das@pdpu.ac.in::5531694e-1714-439d-a47e-7795b732b077" providerId="AD" clId="Web-{39528E4E-AFA9-1FFD-2D2F-7889A4F2A92D}" dt="2026-08-04T06:24:11.274" v="3"/>
          <ac:spMkLst>
            <pc:docMk/>
            <pc:sldMk cId="4253550211" sldId="263"/>
            <ac:spMk id="2" creationId="{00000000-0000-0000-0000-000000000000}"/>
          </ac:spMkLst>
        </pc:spChg>
      </pc:sldChg>
      <pc:sldChg chg="addSp modSp mod setBg">
        <pc:chgData name="Sujit Das" userId="S::sujit.das@pdpu.ac.in::5531694e-1714-439d-a47e-7795b732b077" providerId="AD" clId="Web-{39528E4E-AFA9-1FFD-2D2F-7889A4F2A92D}" dt="2026-08-04T06:23:43.163" v="2"/>
        <pc:sldMkLst>
          <pc:docMk/>
          <pc:sldMk cId="6874340" sldId="264"/>
        </pc:sldMkLst>
        <pc:spChg chg="mod">
          <ac:chgData name="Sujit Das" userId="S::sujit.das@pdpu.ac.in::5531694e-1714-439d-a47e-7795b732b077" providerId="AD" clId="Web-{39528E4E-AFA9-1FFD-2D2F-7889A4F2A92D}" dt="2026-08-04T06:23:43.163" v="2"/>
          <ac:spMkLst>
            <pc:docMk/>
            <pc:sldMk cId="6874340" sldId="264"/>
            <ac:spMk id="2" creationId="{00000000-0000-0000-0000-000000000000}"/>
          </ac:spMkLst>
        </pc:spChg>
        <pc:spChg chg="mod">
          <ac:chgData name="Sujit Das" userId="S::sujit.das@pdpu.ac.in::5531694e-1714-439d-a47e-7795b732b077" providerId="AD" clId="Web-{39528E4E-AFA9-1FFD-2D2F-7889A4F2A92D}" dt="2026-08-04T06:23:43.163" v="2"/>
          <ac:spMkLst>
            <pc:docMk/>
            <pc:sldMk cId="6874340" sldId="264"/>
            <ac:spMk id="3" creationId="{00000000-0000-0000-0000-000000000000}"/>
          </ac:spMkLst>
        </pc:spChg>
        <pc:spChg chg="add">
          <ac:chgData name="Sujit Das" userId="S::sujit.das@pdpu.ac.in::5531694e-1714-439d-a47e-7795b732b077" providerId="AD" clId="Web-{39528E4E-AFA9-1FFD-2D2F-7889A4F2A92D}" dt="2026-08-04T06:23:43.163" v="2"/>
          <ac:spMkLst>
            <pc:docMk/>
            <pc:sldMk cId="6874340" sldId="264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39528E4E-AFA9-1FFD-2D2F-7889A4F2A92D}" dt="2026-08-04T06:23:43.163" v="2"/>
          <ac:spMkLst>
            <pc:docMk/>
            <pc:sldMk cId="6874340" sldId="264"/>
            <ac:spMk id="10" creationId="{DB17E863-922E-4C26-BD64-E8FD41D28661}"/>
          </ac:spMkLst>
        </pc:spChg>
      </pc:sldChg>
      <pc:sldChg chg="addSp modSp mod setBg">
        <pc:chgData name="Sujit Das" userId="S::sujit.das@pdpu.ac.in::5531694e-1714-439d-a47e-7795b732b077" providerId="AD" clId="Web-{39528E4E-AFA9-1FFD-2D2F-7889A4F2A92D}" dt="2026-08-04T06:24:26.837" v="5"/>
        <pc:sldMkLst>
          <pc:docMk/>
          <pc:sldMk cId="358539968" sldId="266"/>
        </pc:sldMkLst>
        <pc:spChg chg="mod">
          <ac:chgData name="Sujit Das" userId="S::sujit.das@pdpu.ac.in::5531694e-1714-439d-a47e-7795b732b077" providerId="AD" clId="Web-{39528E4E-AFA9-1FFD-2D2F-7889A4F2A92D}" dt="2026-08-04T06:24:26.837" v="5"/>
          <ac:spMkLst>
            <pc:docMk/>
            <pc:sldMk cId="358539968" sldId="266"/>
            <ac:spMk id="2" creationId="{00000000-0000-0000-0000-000000000000}"/>
          </ac:spMkLst>
        </pc:spChg>
        <pc:spChg chg="mod">
          <ac:chgData name="Sujit Das" userId="S::sujit.das@pdpu.ac.in::5531694e-1714-439d-a47e-7795b732b077" providerId="AD" clId="Web-{39528E4E-AFA9-1FFD-2D2F-7889A4F2A92D}" dt="2026-08-04T06:24:26.837" v="5"/>
          <ac:spMkLst>
            <pc:docMk/>
            <pc:sldMk cId="358539968" sldId="266"/>
            <ac:spMk id="5" creationId="{00000000-0000-0000-0000-000000000000}"/>
          </ac:spMkLst>
        </pc:spChg>
        <pc:spChg chg="add">
          <ac:chgData name="Sujit Das" userId="S::sujit.das@pdpu.ac.in::5531694e-1714-439d-a47e-7795b732b077" providerId="AD" clId="Web-{39528E4E-AFA9-1FFD-2D2F-7889A4F2A92D}" dt="2026-08-04T06:24:26.837" v="5"/>
          <ac:spMkLst>
            <pc:docMk/>
            <pc:sldMk cId="358539968" sldId="266"/>
            <ac:spMk id="2055" creationId="{45D37F4E-DDB4-456B-97E0-9937730A039F}"/>
          </ac:spMkLst>
        </pc:spChg>
        <pc:spChg chg="add">
          <ac:chgData name="Sujit Das" userId="S::sujit.das@pdpu.ac.in::5531694e-1714-439d-a47e-7795b732b077" providerId="AD" clId="Web-{39528E4E-AFA9-1FFD-2D2F-7889A4F2A92D}" dt="2026-08-04T06:24:26.837" v="5"/>
          <ac:spMkLst>
            <pc:docMk/>
            <pc:sldMk cId="358539968" sldId="266"/>
            <ac:spMk id="2057" creationId="{B2DD41CD-8F47-4F56-AD12-4E2FF7696987}"/>
          </ac:spMkLst>
        </pc:spChg>
        <pc:picChg chg="mod">
          <ac:chgData name="Sujit Das" userId="S::sujit.das@pdpu.ac.in::5531694e-1714-439d-a47e-7795b732b077" providerId="AD" clId="Web-{39528E4E-AFA9-1FFD-2D2F-7889A4F2A92D}" dt="2026-08-04T06:24:26.837" v="5"/>
          <ac:picMkLst>
            <pc:docMk/>
            <pc:sldMk cId="358539968" sldId="266"/>
            <ac:picMk id="2050" creationId="{00000000-0000-0000-0000-000000000000}"/>
          </ac:picMkLst>
        </pc:picChg>
      </pc:sldChg>
      <pc:sldChg chg="addSp modSp mod setBg">
        <pc:chgData name="Sujit Das" userId="S::sujit.das@pdpu.ac.in::5531694e-1714-439d-a47e-7795b732b077" providerId="AD" clId="Web-{39528E4E-AFA9-1FFD-2D2F-7889A4F2A92D}" dt="2026-08-04T06:24:32.634" v="6"/>
        <pc:sldMkLst>
          <pc:docMk/>
          <pc:sldMk cId="579763525" sldId="267"/>
        </pc:sldMkLst>
        <pc:spChg chg="mod">
          <ac:chgData name="Sujit Das" userId="S::sujit.das@pdpu.ac.in::5531694e-1714-439d-a47e-7795b732b077" providerId="AD" clId="Web-{39528E4E-AFA9-1FFD-2D2F-7889A4F2A92D}" dt="2026-08-04T06:24:32.634" v="6"/>
          <ac:spMkLst>
            <pc:docMk/>
            <pc:sldMk cId="579763525" sldId="267"/>
            <ac:spMk id="2" creationId="{00000000-0000-0000-0000-000000000000}"/>
          </ac:spMkLst>
        </pc:spChg>
        <pc:spChg chg="mod">
          <ac:chgData name="Sujit Das" userId="S::sujit.das@pdpu.ac.in::5531694e-1714-439d-a47e-7795b732b077" providerId="AD" clId="Web-{39528E4E-AFA9-1FFD-2D2F-7889A4F2A92D}" dt="2026-08-04T06:24:32.634" v="6"/>
          <ac:spMkLst>
            <pc:docMk/>
            <pc:sldMk cId="579763525" sldId="267"/>
            <ac:spMk id="5" creationId="{00000000-0000-0000-0000-000000000000}"/>
          </ac:spMkLst>
        </pc:spChg>
        <pc:spChg chg="add">
          <ac:chgData name="Sujit Das" userId="S::sujit.das@pdpu.ac.in::5531694e-1714-439d-a47e-7795b732b077" providerId="AD" clId="Web-{39528E4E-AFA9-1FFD-2D2F-7889A4F2A92D}" dt="2026-08-04T06:24:32.634" v="6"/>
          <ac:spMkLst>
            <pc:docMk/>
            <pc:sldMk cId="579763525" sldId="267"/>
            <ac:spMk id="3087" creationId="{45D37F4E-DDB4-456B-97E0-9937730A039F}"/>
          </ac:spMkLst>
        </pc:spChg>
        <pc:spChg chg="add">
          <ac:chgData name="Sujit Das" userId="S::sujit.das@pdpu.ac.in::5531694e-1714-439d-a47e-7795b732b077" providerId="AD" clId="Web-{39528E4E-AFA9-1FFD-2D2F-7889A4F2A92D}" dt="2026-08-04T06:24:32.634" v="6"/>
          <ac:spMkLst>
            <pc:docMk/>
            <pc:sldMk cId="579763525" sldId="267"/>
            <ac:spMk id="3089" creationId="{B2DD41CD-8F47-4F56-AD12-4E2FF7696987}"/>
          </ac:spMkLst>
        </pc:spChg>
        <pc:picChg chg="mod">
          <ac:chgData name="Sujit Das" userId="S::sujit.das@pdpu.ac.in::5531694e-1714-439d-a47e-7795b732b077" providerId="AD" clId="Web-{39528E4E-AFA9-1FFD-2D2F-7889A4F2A92D}" dt="2026-08-04T06:24:32.634" v="6"/>
          <ac:picMkLst>
            <pc:docMk/>
            <pc:sldMk cId="579763525" sldId="267"/>
            <ac:picMk id="3082" creationId="{00000000-0000-0000-0000-000000000000}"/>
          </ac:picMkLst>
        </pc:picChg>
      </pc:sldChg>
      <pc:sldChg chg="addSp modSp mod setBg">
        <pc:chgData name="Sujit Das" userId="S::sujit.das@pdpu.ac.in::5531694e-1714-439d-a47e-7795b732b077" providerId="AD" clId="Web-{39528E4E-AFA9-1FFD-2D2F-7889A4F2A92D}" dt="2026-08-04T06:24:36.306" v="7"/>
        <pc:sldMkLst>
          <pc:docMk/>
          <pc:sldMk cId="1279344859" sldId="268"/>
        </pc:sldMkLst>
        <pc:spChg chg="mod">
          <ac:chgData name="Sujit Das" userId="S::sujit.das@pdpu.ac.in::5531694e-1714-439d-a47e-7795b732b077" providerId="AD" clId="Web-{39528E4E-AFA9-1FFD-2D2F-7889A4F2A92D}" dt="2026-08-04T06:24:36.306" v="7"/>
          <ac:spMkLst>
            <pc:docMk/>
            <pc:sldMk cId="1279344859" sldId="268"/>
            <ac:spMk id="2" creationId="{00000000-0000-0000-0000-000000000000}"/>
          </ac:spMkLst>
        </pc:spChg>
        <pc:spChg chg="mod">
          <ac:chgData name="Sujit Das" userId="S::sujit.das@pdpu.ac.in::5531694e-1714-439d-a47e-7795b732b077" providerId="AD" clId="Web-{39528E4E-AFA9-1FFD-2D2F-7889A4F2A92D}" dt="2026-08-04T06:24:36.306" v="7"/>
          <ac:spMkLst>
            <pc:docMk/>
            <pc:sldMk cId="1279344859" sldId="268"/>
            <ac:spMk id="5" creationId="{00000000-0000-0000-0000-000000000000}"/>
          </ac:spMkLst>
        </pc:spChg>
        <pc:spChg chg="add">
          <ac:chgData name="Sujit Das" userId="S::sujit.das@pdpu.ac.in::5531694e-1714-439d-a47e-7795b732b077" providerId="AD" clId="Web-{39528E4E-AFA9-1FFD-2D2F-7889A4F2A92D}" dt="2026-08-04T06:24:36.306" v="7"/>
          <ac:spMkLst>
            <pc:docMk/>
            <pc:sldMk cId="1279344859" sldId="268"/>
            <ac:spMk id="12" creationId="{45D37F4E-DDB4-456B-97E0-9937730A039F}"/>
          </ac:spMkLst>
        </pc:spChg>
        <pc:spChg chg="add">
          <ac:chgData name="Sujit Das" userId="S::sujit.das@pdpu.ac.in::5531694e-1714-439d-a47e-7795b732b077" providerId="AD" clId="Web-{39528E4E-AFA9-1FFD-2D2F-7889A4F2A92D}" dt="2026-08-04T06:24:36.306" v="7"/>
          <ac:spMkLst>
            <pc:docMk/>
            <pc:sldMk cId="1279344859" sldId="268"/>
            <ac:spMk id="14" creationId="{B2DD41CD-8F47-4F56-AD12-4E2FF7696987}"/>
          </ac:spMkLst>
        </pc:spChg>
        <pc:picChg chg="mod">
          <ac:chgData name="Sujit Das" userId="S::sujit.das@pdpu.ac.in::5531694e-1714-439d-a47e-7795b732b077" providerId="AD" clId="Web-{39528E4E-AFA9-1FFD-2D2F-7889A4F2A92D}" dt="2026-08-04T06:24:36.306" v="7"/>
          <ac:picMkLst>
            <pc:docMk/>
            <pc:sldMk cId="1279344859" sldId="268"/>
            <ac:picMk id="7" creationId="{00000000-0000-0000-0000-000000000000}"/>
          </ac:picMkLst>
        </pc:picChg>
      </pc:sldChg>
      <pc:sldChg chg="addSp modSp mod setBg">
        <pc:chgData name="Sujit Das" userId="S::sujit.das@pdpu.ac.in::5531694e-1714-439d-a47e-7795b732b077" providerId="AD" clId="Web-{39528E4E-AFA9-1FFD-2D2F-7889A4F2A92D}" dt="2026-08-04T06:24:39.744" v="8"/>
        <pc:sldMkLst>
          <pc:docMk/>
          <pc:sldMk cId="245868830" sldId="269"/>
        </pc:sldMkLst>
        <pc:spChg chg="mod">
          <ac:chgData name="Sujit Das" userId="S::sujit.das@pdpu.ac.in::5531694e-1714-439d-a47e-7795b732b077" providerId="AD" clId="Web-{39528E4E-AFA9-1FFD-2D2F-7889A4F2A92D}" dt="2026-08-04T06:24:39.744" v="8"/>
          <ac:spMkLst>
            <pc:docMk/>
            <pc:sldMk cId="245868830" sldId="269"/>
            <ac:spMk id="2" creationId="{00000000-0000-0000-0000-000000000000}"/>
          </ac:spMkLst>
        </pc:spChg>
        <pc:spChg chg="mod">
          <ac:chgData name="Sujit Das" userId="S::sujit.das@pdpu.ac.in::5531694e-1714-439d-a47e-7795b732b077" providerId="AD" clId="Web-{39528E4E-AFA9-1FFD-2D2F-7889A4F2A92D}" dt="2026-08-04T06:24:39.744" v="8"/>
          <ac:spMkLst>
            <pc:docMk/>
            <pc:sldMk cId="245868830" sldId="269"/>
            <ac:spMk id="5" creationId="{00000000-0000-0000-0000-000000000000}"/>
          </ac:spMkLst>
        </pc:spChg>
        <pc:spChg chg="add">
          <ac:chgData name="Sujit Das" userId="S::sujit.das@pdpu.ac.in::5531694e-1714-439d-a47e-7795b732b077" providerId="AD" clId="Web-{39528E4E-AFA9-1FFD-2D2F-7889A4F2A92D}" dt="2026-08-04T06:24:39.744" v="8"/>
          <ac:spMkLst>
            <pc:docMk/>
            <pc:sldMk cId="245868830" sldId="269"/>
            <ac:spMk id="11" creationId="{45D37F4E-DDB4-456B-97E0-9937730A039F}"/>
          </ac:spMkLst>
        </pc:spChg>
        <pc:spChg chg="add">
          <ac:chgData name="Sujit Das" userId="S::sujit.das@pdpu.ac.in::5531694e-1714-439d-a47e-7795b732b077" providerId="AD" clId="Web-{39528E4E-AFA9-1FFD-2D2F-7889A4F2A92D}" dt="2026-08-04T06:24:39.744" v="8"/>
          <ac:spMkLst>
            <pc:docMk/>
            <pc:sldMk cId="245868830" sldId="269"/>
            <ac:spMk id="13" creationId="{B2DD41CD-8F47-4F56-AD12-4E2FF7696987}"/>
          </ac:spMkLst>
        </pc:spChg>
        <pc:picChg chg="mod">
          <ac:chgData name="Sujit Das" userId="S::sujit.das@pdpu.ac.in::5531694e-1714-439d-a47e-7795b732b077" providerId="AD" clId="Web-{39528E4E-AFA9-1FFD-2D2F-7889A4F2A92D}" dt="2026-08-04T06:24:39.744" v="8"/>
          <ac:picMkLst>
            <pc:docMk/>
            <pc:sldMk cId="245868830" sldId="269"/>
            <ac:picMk id="6" creationId="{00000000-0000-0000-0000-000000000000}"/>
          </ac:picMkLst>
        </pc:picChg>
      </pc:sldChg>
      <pc:sldChg chg="addSp modSp mod setBg">
        <pc:chgData name="Sujit Das" userId="S::sujit.das@pdpu.ac.in::5531694e-1714-439d-a47e-7795b732b077" providerId="AD" clId="Web-{39528E4E-AFA9-1FFD-2D2F-7889A4F2A92D}" dt="2026-08-04T06:24:43.478" v="9"/>
        <pc:sldMkLst>
          <pc:docMk/>
          <pc:sldMk cId="1938509715" sldId="270"/>
        </pc:sldMkLst>
        <pc:spChg chg="mod">
          <ac:chgData name="Sujit Das" userId="S::sujit.das@pdpu.ac.in::5531694e-1714-439d-a47e-7795b732b077" providerId="AD" clId="Web-{39528E4E-AFA9-1FFD-2D2F-7889A4F2A92D}" dt="2026-08-04T06:24:43.478" v="9"/>
          <ac:spMkLst>
            <pc:docMk/>
            <pc:sldMk cId="1938509715" sldId="270"/>
            <ac:spMk id="2" creationId="{00000000-0000-0000-0000-000000000000}"/>
          </ac:spMkLst>
        </pc:spChg>
        <pc:spChg chg="mod">
          <ac:chgData name="Sujit Das" userId="S::sujit.das@pdpu.ac.in::5531694e-1714-439d-a47e-7795b732b077" providerId="AD" clId="Web-{39528E4E-AFA9-1FFD-2D2F-7889A4F2A92D}" dt="2026-08-04T06:24:43.478" v="9"/>
          <ac:spMkLst>
            <pc:docMk/>
            <pc:sldMk cId="1938509715" sldId="270"/>
            <ac:spMk id="5" creationId="{00000000-0000-0000-0000-000000000000}"/>
          </ac:spMkLst>
        </pc:spChg>
        <pc:spChg chg="add">
          <ac:chgData name="Sujit Das" userId="S::sujit.das@pdpu.ac.in::5531694e-1714-439d-a47e-7795b732b077" providerId="AD" clId="Web-{39528E4E-AFA9-1FFD-2D2F-7889A4F2A92D}" dt="2026-08-04T06:24:43.478" v="9"/>
          <ac:spMkLst>
            <pc:docMk/>
            <pc:sldMk cId="1938509715" sldId="270"/>
            <ac:spMk id="6153" creationId="{45D37F4E-DDB4-456B-97E0-9937730A039F}"/>
          </ac:spMkLst>
        </pc:spChg>
        <pc:spChg chg="add">
          <ac:chgData name="Sujit Das" userId="S::sujit.das@pdpu.ac.in::5531694e-1714-439d-a47e-7795b732b077" providerId="AD" clId="Web-{39528E4E-AFA9-1FFD-2D2F-7889A4F2A92D}" dt="2026-08-04T06:24:43.478" v="9"/>
          <ac:spMkLst>
            <pc:docMk/>
            <pc:sldMk cId="1938509715" sldId="270"/>
            <ac:spMk id="6155" creationId="{B2DD41CD-8F47-4F56-AD12-4E2FF7696987}"/>
          </ac:spMkLst>
        </pc:spChg>
        <pc:picChg chg="mod">
          <ac:chgData name="Sujit Das" userId="S::sujit.das@pdpu.ac.in::5531694e-1714-439d-a47e-7795b732b077" providerId="AD" clId="Web-{39528E4E-AFA9-1FFD-2D2F-7889A4F2A92D}" dt="2026-08-04T06:24:43.478" v="9"/>
          <ac:picMkLst>
            <pc:docMk/>
            <pc:sldMk cId="1938509715" sldId="270"/>
            <ac:picMk id="6148" creationId="{00000000-0000-0000-0000-000000000000}"/>
          </ac:picMkLst>
        </pc:picChg>
      </pc:sldChg>
      <pc:sldChg chg="addSp modSp mod setBg">
        <pc:chgData name="Sujit Das" userId="S::sujit.das@pdpu.ac.in::5531694e-1714-439d-a47e-7795b732b077" providerId="AD" clId="Web-{39528E4E-AFA9-1FFD-2D2F-7889A4F2A92D}" dt="2026-08-04T06:24:48.385" v="10"/>
        <pc:sldMkLst>
          <pc:docMk/>
          <pc:sldMk cId="331343702" sldId="271"/>
        </pc:sldMkLst>
        <pc:spChg chg="mod">
          <ac:chgData name="Sujit Das" userId="S::sujit.das@pdpu.ac.in::5531694e-1714-439d-a47e-7795b732b077" providerId="AD" clId="Web-{39528E4E-AFA9-1FFD-2D2F-7889A4F2A92D}" dt="2026-08-04T06:24:48.385" v="10"/>
          <ac:spMkLst>
            <pc:docMk/>
            <pc:sldMk cId="331343702" sldId="271"/>
            <ac:spMk id="2" creationId="{00000000-0000-0000-0000-000000000000}"/>
          </ac:spMkLst>
        </pc:spChg>
        <pc:spChg chg="mod">
          <ac:chgData name="Sujit Das" userId="S::sujit.das@pdpu.ac.in::5531694e-1714-439d-a47e-7795b732b077" providerId="AD" clId="Web-{39528E4E-AFA9-1FFD-2D2F-7889A4F2A92D}" dt="2026-08-04T06:24:48.385" v="10"/>
          <ac:spMkLst>
            <pc:docMk/>
            <pc:sldMk cId="331343702" sldId="271"/>
            <ac:spMk id="5" creationId="{00000000-0000-0000-0000-000000000000}"/>
          </ac:spMkLst>
        </pc:spChg>
        <pc:spChg chg="add">
          <ac:chgData name="Sujit Das" userId="S::sujit.das@pdpu.ac.in::5531694e-1714-439d-a47e-7795b732b077" providerId="AD" clId="Web-{39528E4E-AFA9-1FFD-2D2F-7889A4F2A92D}" dt="2026-08-04T06:24:48.385" v="10"/>
          <ac:spMkLst>
            <pc:docMk/>
            <pc:sldMk cId="331343702" sldId="271"/>
            <ac:spMk id="7177" creationId="{45D37F4E-DDB4-456B-97E0-9937730A039F}"/>
          </ac:spMkLst>
        </pc:spChg>
        <pc:spChg chg="add">
          <ac:chgData name="Sujit Das" userId="S::sujit.das@pdpu.ac.in::5531694e-1714-439d-a47e-7795b732b077" providerId="AD" clId="Web-{39528E4E-AFA9-1FFD-2D2F-7889A4F2A92D}" dt="2026-08-04T06:24:48.385" v="10"/>
          <ac:spMkLst>
            <pc:docMk/>
            <pc:sldMk cId="331343702" sldId="271"/>
            <ac:spMk id="7179" creationId="{B2DD41CD-8F47-4F56-AD12-4E2FF7696987}"/>
          </ac:spMkLst>
        </pc:spChg>
        <pc:picChg chg="mod">
          <ac:chgData name="Sujit Das" userId="S::sujit.das@pdpu.ac.in::5531694e-1714-439d-a47e-7795b732b077" providerId="AD" clId="Web-{39528E4E-AFA9-1FFD-2D2F-7889A4F2A92D}" dt="2026-08-04T06:24:48.385" v="10"/>
          <ac:picMkLst>
            <pc:docMk/>
            <pc:sldMk cId="331343702" sldId="271"/>
            <ac:picMk id="7172" creationId="{00000000-0000-0000-0000-000000000000}"/>
          </ac:picMkLst>
        </pc:picChg>
      </pc:sldChg>
      <pc:sldChg chg="addSp modSp mod setBg">
        <pc:chgData name="Sujit Das" userId="S::sujit.das@pdpu.ac.in::5531694e-1714-439d-a47e-7795b732b077" providerId="AD" clId="Web-{39528E4E-AFA9-1FFD-2D2F-7889A4F2A92D}" dt="2026-08-04T06:24:51.838" v="11"/>
        <pc:sldMkLst>
          <pc:docMk/>
          <pc:sldMk cId="3735757778" sldId="274"/>
        </pc:sldMkLst>
        <pc:spChg chg="mod">
          <ac:chgData name="Sujit Das" userId="S::sujit.das@pdpu.ac.in::5531694e-1714-439d-a47e-7795b732b077" providerId="AD" clId="Web-{39528E4E-AFA9-1FFD-2D2F-7889A4F2A92D}" dt="2026-08-04T06:24:51.838" v="11"/>
          <ac:spMkLst>
            <pc:docMk/>
            <pc:sldMk cId="3735757778" sldId="274"/>
            <ac:spMk id="2" creationId="{00000000-0000-0000-0000-000000000000}"/>
          </ac:spMkLst>
        </pc:spChg>
        <pc:spChg chg="mod">
          <ac:chgData name="Sujit Das" userId="S::sujit.das@pdpu.ac.in::5531694e-1714-439d-a47e-7795b732b077" providerId="AD" clId="Web-{39528E4E-AFA9-1FFD-2D2F-7889A4F2A92D}" dt="2026-08-04T06:24:51.838" v="11"/>
          <ac:spMkLst>
            <pc:docMk/>
            <pc:sldMk cId="3735757778" sldId="274"/>
            <ac:spMk id="3" creationId="{00000000-0000-0000-0000-000000000000}"/>
          </ac:spMkLst>
        </pc:spChg>
        <pc:spChg chg="add">
          <ac:chgData name="Sujit Das" userId="S::sujit.das@pdpu.ac.in::5531694e-1714-439d-a47e-7795b732b077" providerId="AD" clId="Web-{39528E4E-AFA9-1FFD-2D2F-7889A4F2A92D}" dt="2026-08-04T06:24:51.838" v="11"/>
          <ac:spMkLst>
            <pc:docMk/>
            <pc:sldMk cId="3735757778" sldId="274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39528E4E-AFA9-1FFD-2D2F-7889A4F2A92D}" dt="2026-08-04T06:24:51.838" v="11"/>
          <ac:spMkLst>
            <pc:docMk/>
            <pc:sldMk cId="3735757778" sldId="274"/>
            <ac:spMk id="10" creationId="{DB17E863-922E-4C26-BD64-E8FD41D28661}"/>
          </ac:spMkLst>
        </pc:spChg>
      </pc:sldChg>
      <pc:sldChg chg="addSp modSp mod setBg">
        <pc:chgData name="Sujit Das" userId="S::sujit.das@pdpu.ac.in::5531694e-1714-439d-a47e-7795b732b077" providerId="AD" clId="Web-{39528E4E-AFA9-1FFD-2D2F-7889A4F2A92D}" dt="2026-08-04T06:25:01.713" v="13"/>
        <pc:sldMkLst>
          <pc:docMk/>
          <pc:sldMk cId="1093448586" sldId="275"/>
        </pc:sldMkLst>
        <pc:spChg chg="mod">
          <ac:chgData name="Sujit Das" userId="S::sujit.das@pdpu.ac.in::5531694e-1714-439d-a47e-7795b732b077" providerId="AD" clId="Web-{39528E4E-AFA9-1FFD-2D2F-7889A4F2A92D}" dt="2026-08-04T06:25:01.713" v="13"/>
          <ac:spMkLst>
            <pc:docMk/>
            <pc:sldMk cId="1093448586" sldId="275"/>
            <ac:spMk id="2" creationId="{B79BDAC5-E93F-B708-C561-790487240504}"/>
          </ac:spMkLst>
        </pc:spChg>
        <pc:spChg chg="mod">
          <ac:chgData name="Sujit Das" userId="S::sujit.das@pdpu.ac.in::5531694e-1714-439d-a47e-7795b732b077" providerId="AD" clId="Web-{39528E4E-AFA9-1FFD-2D2F-7889A4F2A92D}" dt="2026-08-04T06:25:01.713" v="13"/>
          <ac:spMkLst>
            <pc:docMk/>
            <pc:sldMk cId="1093448586" sldId="275"/>
            <ac:spMk id="3" creationId="{605BAF5C-DC0D-D4F5-1E23-25D620D016C9}"/>
          </ac:spMkLst>
        </pc:spChg>
        <pc:spChg chg="add">
          <ac:chgData name="Sujit Das" userId="S::sujit.das@pdpu.ac.in::5531694e-1714-439d-a47e-7795b732b077" providerId="AD" clId="Web-{39528E4E-AFA9-1FFD-2D2F-7889A4F2A92D}" dt="2026-08-04T06:25:01.713" v="13"/>
          <ac:spMkLst>
            <pc:docMk/>
            <pc:sldMk cId="1093448586" sldId="275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39528E4E-AFA9-1FFD-2D2F-7889A4F2A92D}" dt="2026-08-04T06:25:01.713" v="13"/>
          <ac:spMkLst>
            <pc:docMk/>
            <pc:sldMk cId="1093448586" sldId="275"/>
            <ac:spMk id="10" creationId="{DB17E863-922E-4C26-BD64-E8FD41D28661}"/>
          </ac:spMkLst>
        </pc:spChg>
      </pc:sldChg>
      <pc:sldChg chg="addSp modSp mod setBg">
        <pc:chgData name="Sujit Das" userId="S::sujit.das@pdpu.ac.in::5531694e-1714-439d-a47e-7795b732b077" providerId="AD" clId="Web-{39528E4E-AFA9-1FFD-2D2F-7889A4F2A92D}" dt="2026-08-04T06:25:10.854" v="15"/>
        <pc:sldMkLst>
          <pc:docMk/>
          <pc:sldMk cId="3646804859" sldId="277"/>
        </pc:sldMkLst>
        <pc:spChg chg="mod">
          <ac:chgData name="Sujit Das" userId="S::sujit.das@pdpu.ac.in::5531694e-1714-439d-a47e-7795b732b077" providerId="AD" clId="Web-{39528E4E-AFA9-1FFD-2D2F-7889A4F2A92D}" dt="2026-08-04T06:25:10.854" v="15"/>
          <ac:spMkLst>
            <pc:docMk/>
            <pc:sldMk cId="3646804859" sldId="277"/>
            <ac:spMk id="2" creationId="{FBB65556-EC20-E84D-A678-732B45FB9454}"/>
          </ac:spMkLst>
        </pc:spChg>
        <pc:spChg chg="mod">
          <ac:chgData name="Sujit Das" userId="S::sujit.das@pdpu.ac.in::5531694e-1714-439d-a47e-7795b732b077" providerId="AD" clId="Web-{39528E4E-AFA9-1FFD-2D2F-7889A4F2A92D}" dt="2026-08-04T06:25:10.854" v="15"/>
          <ac:spMkLst>
            <pc:docMk/>
            <pc:sldMk cId="3646804859" sldId="277"/>
            <ac:spMk id="3" creationId="{B7E6C7A6-D7E3-CFD5-2A6F-4710260ABCF0}"/>
          </ac:spMkLst>
        </pc:spChg>
        <pc:spChg chg="add">
          <ac:chgData name="Sujit Das" userId="S::sujit.das@pdpu.ac.in::5531694e-1714-439d-a47e-7795b732b077" providerId="AD" clId="Web-{39528E4E-AFA9-1FFD-2D2F-7889A4F2A92D}" dt="2026-08-04T06:25:10.854" v="15"/>
          <ac:spMkLst>
            <pc:docMk/>
            <pc:sldMk cId="3646804859" sldId="277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39528E4E-AFA9-1FFD-2D2F-7889A4F2A92D}" dt="2026-08-04T06:25:10.854" v="15"/>
          <ac:spMkLst>
            <pc:docMk/>
            <pc:sldMk cId="3646804859" sldId="277"/>
            <ac:spMk id="10" creationId="{DB17E863-922E-4C26-BD64-E8FD41D28661}"/>
          </ac:spMkLst>
        </pc:spChg>
      </pc:sldChg>
      <pc:sldChg chg="addSp modSp mod setBg">
        <pc:chgData name="Sujit Das" userId="S::sujit.das@pdpu.ac.in::5531694e-1714-439d-a47e-7795b732b077" providerId="AD" clId="Web-{39528E4E-AFA9-1FFD-2D2F-7889A4F2A92D}" dt="2026-08-04T06:24:22.149" v="4"/>
        <pc:sldMkLst>
          <pc:docMk/>
          <pc:sldMk cId="4211478287" sldId="278"/>
        </pc:sldMkLst>
        <pc:spChg chg="mod">
          <ac:chgData name="Sujit Das" userId="S::sujit.das@pdpu.ac.in::5531694e-1714-439d-a47e-7795b732b077" providerId="AD" clId="Web-{39528E4E-AFA9-1FFD-2D2F-7889A4F2A92D}" dt="2026-08-04T06:24:22.149" v="4"/>
          <ac:spMkLst>
            <pc:docMk/>
            <pc:sldMk cId="4211478287" sldId="278"/>
            <ac:spMk id="2" creationId="{00000000-0000-0000-0000-000000000000}"/>
          </ac:spMkLst>
        </pc:spChg>
        <pc:spChg chg="add">
          <ac:chgData name="Sujit Das" userId="S::sujit.das@pdpu.ac.in::5531694e-1714-439d-a47e-7795b732b077" providerId="AD" clId="Web-{39528E4E-AFA9-1FFD-2D2F-7889A4F2A92D}" dt="2026-08-04T06:24:22.149" v="4"/>
          <ac:spMkLst>
            <pc:docMk/>
            <pc:sldMk cId="4211478287" sldId="278"/>
            <ac:spMk id="1031" creationId="{665DBBEF-238B-476B-96AB-8AAC3224ECEA}"/>
          </ac:spMkLst>
        </pc:spChg>
        <pc:spChg chg="add">
          <ac:chgData name="Sujit Das" userId="S::sujit.das@pdpu.ac.in::5531694e-1714-439d-a47e-7795b732b077" providerId="AD" clId="Web-{39528E4E-AFA9-1FFD-2D2F-7889A4F2A92D}" dt="2026-08-04T06:24:22.149" v="4"/>
          <ac:spMkLst>
            <pc:docMk/>
            <pc:sldMk cId="4211478287" sldId="278"/>
            <ac:spMk id="1033" creationId="{3FCFB1DE-0B7E-48CC-BA90-B2AB0889F9D6}"/>
          </ac:spMkLst>
        </pc:spChg>
        <pc:picChg chg="mod">
          <ac:chgData name="Sujit Das" userId="S::sujit.das@pdpu.ac.in::5531694e-1714-439d-a47e-7795b732b077" providerId="AD" clId="Web-{39528E4E-AFA9-1FFD-2D2F-7889A4F2A92D}" dt="2026-08-04T06:24:22.149" v="4"/>
          <ac:picMkLst>
            <pc:docMk/>
            <pc:sldMk cId="4211478287" sldId="278"/>
            <ac:picMk id="1026" creationId="{00000000-0000-0000-0000-000000000000}"/>
          </ac:picMkLst>
        </pc:picChg>
      </pc:sldChg>
      <pc:sldChg chg="addSp modSp mod setBg">
        <pc:chgData name="Sujit Das" userId="S::sujit.das@pdpu.ac.in::5531694e-1714-439d-a47e-7795b732b077" providerId="AD" clId="Web-{39528E4E-AFA9-1FFD-2D2F-7889A4F2A92D}" dt="2026-08-04T06:24:58.104" v="12"/>
        <pc:sldMkLst>
          <pc:docMk/>
          <pc:sldMk cId="3649823461" sldId="279"/>
        </pc:sldMkLst>
        <pc:spChg chg="mod">
          <ac:chgData name="Sujit Das" userId="S::sujit.das@pdpu.ac.in::5531694e-1714-439d-a47e-7795b732b077" providerId="AD" clId="Web-{39528E4E-AFA9-1FFD-2D2F-7889A4F2A92D}" dt="2026-08-04T06:24:58.104" v="12"/>
          <ac:spMkLst>
            <pc:docMk/>
            <pc:sldMk cId="3649823461" sldId="279"/>
            <ac:spMk id="2" creationId="{00000000-0000-0000-0000-000000000000}"/>
          </ac:spMkLst>
        </pc:spChg>
        <pc:spChg chg="mod">
          <ac:chgData name="Sujit Das" userId="S::sujit.das@pdpu.ac.in::5531694e-1714-439d-a47e-7795b732b077" providerId="AD" clId="Web-{39528E4E-AFA9-1FFD-2D2F-7889A4F2A92D}" dt="2026-08-04T06:24:58.104" v="12"/>
          <ac:spMkLst>
            <pc:docMk/>
            <pc:sldMk cId="3649823461" sldId="279"/>
            <ac:spMk id="3" creationId="{00000000-0000-0000-0000-000000000000}"/>
          </ac:spMkLst>
        </pc:spChg>
        <pc:spChg chg="add">
          <ac:chgData name="Sujit Das" userId="S::sujit.das@pdpu.ac.in::5531694e-1714-439d-a47e-7795b732b077" providerId="AD" clId="Web-{39528E4E-AFA9-1FFD-2D2F-7889A4F2A92D}" dt="2026-08-04T06:24:58.104" v="12"/>
          <ac:spMkLst>
            <pc:docMk/>
            <pc:sldMk cId="3649823461" sldId="279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39528E4E-AFA9-1FFD-2D2F-7889A4F2A92D}" dt="2026-08-04T06:24:58.104" v="12"/>
          <ac:spMkLst>
            <pc:docMk/>
            <pc:sldMk cId="3649823461" sldId="279"/>
            <ac:spMk id="10" creationId="{DB17E863-922E-4C26-BD64-E8FD41D28661}"/>
          </ac:spMkLst>
        </pc:spChg>
      </pc:sldChg>
    </pc:docChg>
  </pc:docChgLst>
  <pc:docChgLst>
    <pc:chgData name="23BCP242YugP" userId="S::23bcp242@pdpu.ac.in::4421cdd4-04b4-4b55-8889-44219668a9f3" providerId="AD" clId="Web-{17C249FD-EBA5-F7BC-D679-971671F8FEC8}"/>
    <pc:docChg chg="modSld">
      <pc:chgData name="23BCP242YugP" userId="S::23bcp242@pdpu.ac.in::4421cdd4-04b4-4b55-8889-44219668a9f3" providerId="AD" clId="Web-{17C249FD-EBA5-F7BC-D679-971671F8FEC8}" dt="2026-08-15T06:28:47.593" v="0" actId="1076"/>
      <pc:docMkLst>
        <pc:docMk/>
      </pc:docMkLst>
      <pc:sldChg chg="modSp">
        <pc:chgData name="23BCP242YugP" userId="S::23bcp242@pdpu.ac.in::4421cdd4-04b4-4b55-8889-44219668a9f3" providerId="AD" clId="Web-{17C249FD-EBA5-F7BC-D679-971671F8FEC8}" dt="2026-08-15T06:28:47.593" v="0" actId="1076"/>
        <pc:sldMkLst>
          <pc:docMk/>
          <pc:sldMk cId="3646804859" sldId="277"/>
        </pc:sldMkLst>
        <pc:picChg chg="mod">
          <ac:chgData name="23BCP242YugP" userId="S::23bcp242@pdpu.ac.in::4421cdd4-04b4-4b55-8889-44219668a9f3" providerId="AD" clId="Web-{17C249FD-EBA5-F7BC-D679-971671F8FEC8}" dt="2026-08-15T06:28:47.593" v="0" actId="1076"/>
          <ac:picMkLst>
            <pc:docMk/>
            <pc:sldMk cId="3646804859" sldId="277"/>
            <ac:picMk id="5" creationId="{3404CBA0-FE85-6AAB-786E-6596EF38637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F0231B-510B-40B3-940B-A17724E004CE}" type="doc">
      <dgm:prSet loTypeId="urn:microsoft.com/office/officeart/2016/7/layout/BasicLinearProcessNumbered" loCatId="process" qsTypeId="urn:microsoft.com/office/officeart/2005/8/quickstyle/simple1#1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013B32F2-124F-41CA-8583-A78F459F67F1}">
      <dgm:prSet/>
      <dgm:spPr/>
      <dgm:t>
        <a:bodyPr/>
        <a:lstStyle/>
        <a:p>
          <a:r>
            <a:rPr lang="en-US"/>
            <a:t>Computing investigations focus on identifying and analyzing digital evidence from computers and related digital devices.</a:t>
          </a:r>
        </a:p>
      </dgm:t>
    </dgm:pt>
    <dgm:pt modelId="{BBAD3EA3-1D52-4AA0-936D-96351FAF13EB}" type="parTrans" cxnId="{2D94CBBF-1991-4A1A-8DA2-C7997DB2A3C5}">
      <dgm:prSet/>
      <dgm:spPr/>
      <dgm:t>
        <a:bodyPr/>
        <a:lstStyle/>
        <a:p>
          <a:endParaRPr lang="en-US"/>
        </a:p>
      </dgm:t>
    </dgm:pt>
    <dgm:pt modelId="{AF714F1A-EE7D-413D-92AB-67A9632EA91D}" type="sibTrans" cxnId="{2D94CBBF-1991-4A1A-8DA2-C7997DB2A3C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3B3C94A1-8D64-4B0D-99DC-198F6EAF83EB}">
      <dgm:prSet/>
      <dgm:spPr/>
      <dgm:t>
        <a:bodyPr/>
        <a:lstStyle/>
        <a:p>
          <a:r>
            <a:rPr lang="en-US"/>
            <a:t>These investigations are often part of criminal, civil, or corporate cases.</a:t>
          </a:r>
        </a:p>
      </dgm:t>
    </dgm:pt>
    <dgm:pt modelId="{664DE1D2-23FB-431A-B084-EDA42EDB7D0A}" type="parTrans" cxnId="{CAB0642B-334D-4F1A-81E8-49FBC8855D87}">
      <dgm:prSet/>
      <dgm:spPr/>
      <dgm:t>
        <a:bodyPr/>
        <a:lstStyle/>
        <a:p>
          <a:endParaRPr lang="en-US"/>
        </a:p>
      </dgm:t>
    </dgm:pt>
    <dgm:pt modelId="{1860970C-F309-493F-B594-4D7D31D90149}" type="sibTrans" cxnId="{CAB0642B-334D-4F1A-81E8-49FBC8855D8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29EA67B-77C1-4C1F-8F23-F2561BD5A840}">
      <dgm:prSet/>
      <dgm:spPr/>
      <dgm:t>
        <a:bodyPr/>
        <a:lstStyle/>
        <a:p>
          <a:r>
            <a:rPr lang="en-US"/>
            <a:t>The process must follow strict legal and ethical standards to ensure admissibility in court.</a:t>
          </a:r>
        </a:p>
      </dgm:t>
    </dgm:pt>
    <dgm:pt modelId="{4D74E61B-70F0-4805-B398-4E1AB0E86EEF}" type="parTrans" cxnId="{436C2486-8191-4B27-956C-8D21CB242D2B}">
      <dgm:prSet/>
      <dgm:spPr/>
      <dgm:t>
        <a:bodyPr/>
        <a:lstStyle/>
        <a:p>
          <a:endParaRPr lang="en-US"/>
        </a:p>
      </dgm:t>
    </dgm:pt>
    <dgm:pt modelId="{F52CFE8A-B2E2-4522-886C-7733793F6C07}" type="sibTrans" cxnId="{436C2486-8191-4B27-956C-8D21CB242D2B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4DDA3405-4185-4678-A1E4-969BD29FF7EF}" type="pres">
      <dgm:prSet presAssocID="{5EF0231B-510B-40B3-940B-A17724E004CE}" presName="Name0" presStyleCnt="0">
        <dgm:presLayoutVars>
          <dgm:animLvl val="lvl"/>
          <dgm:resizeHandles val="exact"/>
        </dgm:presLayoutVars>
      </dgm:prSet>
      <dgm:spPr/>
    </dgm:pt>
    <dgm:pt modelId="{8F40E0F2-869C-48C0-A892-6D88DC6CF536}" type="pres">
      <dgm:prSet presAssocID="{013B32F2-124F-41CA-8583-A78F459F67F1}" presName="compositeNode" presStyleCnt="0">
        <dgm:presLayoutVars>
          <dgm:bulletEnabled val="1"/>
        </dgm:presLayoutVars>
      </dgm:prSet>
      <dgm:spPr/>
    </dgm:pt>
    <dgm:pt modelId="{77FC31A7-3D1F-4F76-81F9-3BF3AD52B008}" type="pres">
      <dgm:prSet presAssocID="{013B32F2-124F-41CA-8583-A78F459F67F1}" presName="bgRect" presStyleLbl="bgAccFollowNode1" presStyleIdx="0" presStyleCnt="3"/>
      <dgm:spPr/>
    </dgm:pt>
    <dgm:pt modelId="{827C2499-D8DF-4C1C-B017-D8AA34934CB6}" type="pres">
      <dgm:prSet presAssocID="{AF714F1A-EE7D-413D-92AB-67A9632EA91D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FD5B99F1-8EB6-4336-8382-A33D62FAFCDE}" type="pres">
      <dgm:prSet presAssocID="{013B32F2-124F-41CA-8583-A78F459F67F1}" presName="bottomLine" presStyleLbl="alignNode1" presStyleIdx="1" presStyleCnt="6">
        <dgm:presLayoutVars/>
      </dgm:prSet>
      <dgm:spPr/>
    </dgm:pt>
    <dgm:pt modelId="{FB7ED65E-8F15-4BE0-81EA-A7C9FB87614C}" type="pres">
      <dgm:prSet presAssocID="{013B32F2-124F-41CA-8583-A78F459F67F1}" presName="nodeText" presStyleLbl="bgAccFollowNode1" presStyleIdx="0" presStyleCnt="3">
        <dgm:presLayoutVars>
          <dgm:bulletEnabled val="1"/>
        </dgm:presLayoutVars>
      </dgm:prSet>
      <dgm:spPr/>
    </dgm:pt>
    <dgm:pt modelId="{72865D4C-18D2-4BE1-A6A1-5884832C7549}" type="pres">
      <dgm:prSet presAssocID="{AF714F1A-EE7D-413D-92AB-67A9632EA91D}" presName="sibTrans" presStyleCnt="0"/>
      <dgm:spPr/>
    </dgm:pt>
    <dgm:pt modelId="{DB07E091-8A60-468F-BBA7-CCE368536087}" type="pres">
      <dgm:prSet presAssocID="{3B3C94A1-8D64-4B0D-99DC-198F6EAF83EB}" presName="compositeNode" presStyleCnt="0">
        <dgm:presLayoutVars>
          <dgm:bulletEnabled val="1"/>
        </dgm:presLayoutVars>
      </dgm:prSet>
      <dgm:spPr/>
    </dgm:pt>
    <dgm:pt modelId="{F3694FE0-5C53-45A6-A02D-1AD028E22FE9}" type="pres">
      <dgm:prSet presAssocID="{3B3C94A1-8D64-4B0D-99DC-198F6EAF83EB}" presName="bgRect" presStyleLbl="bgAccFollowNode1" presStyleIdx="1" presStyleCnt="3"/>
      <dgm:spPr/>
    </dgm:pt>
    <dgm:pt modelId="{E85B876B-4FBA-485C-BB98-018DA3E11BF8}" type="pres">
      <dgm:prSet presAssocID="{1860970C-F309-493F-B594-4D7D31D90149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30150932-9ED2-4C48-B9C4-F84603790E12}" type="pres">
      <dgm:prSet presAssocID="{3B3C94A1-8D64-4B0D-99DC-198F6EAF83EB}" presName="bottomLine" presStyleLbl="alignNode1" presStyleIdx="3" presStyleCnt="6">
        <dgm:presLayoutVars/>
      </dgm:prSet>
      <dgm:spPr/>
    </dgm:pt>
    <dgm:pt modelId="{067EFCE1-C440-4A6E-BEC0-58BBE858EC85}" type="pres">
      <dgm:prSet presAssocID="{3B3C94A1-8D64-4B0D-99DC-198F6EAF83EB}" presName="nodeText" presStyleLbl="bgAccFollowNode1" presStyleIdx="1" presStyleCnt="3">
        <dgm:presLayoutVars>
          <dgm:bulletEnabled val="1"/>
        </dgm:presLayoutVars>
      </dgm:prSet>
      <dgm:spPr/>
    </dgm:pt>
    <dgm:pt modelId="{7C57AA9E-B902-473A-9404-AC63DFC2E453}" type="pres">
      <dgm:prSet presAssocID="{1860970C-F309-493F-B594-4D7D31D90149}" presName="sibTrans" presStyleCnt="0"/>
      <dgm:spPr/>
    </dgm:pt>
    <dgm:pt modelId="{3316F9A3-F756-49BB-9D0F-0C7BA0E25545}" type="pres">
      <dgm:prSet presAssocID="{329EA67B-77C1-4C1F-8F23-F2561BD5A840}" presName="compositeNode" presStyleCnt="0">
        <dgm:presLayoutVars>
          <dgm:bulletEnabled val="1"/>
        </dgm:presLayoutVars>
      </dgm:prSet>
      <dgm:spPr/>
    </dgm:pt>
    <dgm:pt modelId="{E6321028-5A51-4C9C-8C4A-FDAF2CEB88D2}" type="pres">
      <dgm:prSet presAssocID="{329EA67B-77C1-4C1F-8F23-F2561BD5A840}" presName="bgRect" presStyleLbl="bgAccFollowNode1" presStyleIdx="2" presStyleCnt="3"/>
      <dgm:spPr/>
    </dgm:pt>
    <dgm:pt modelId="{BD9D8282-6ACA-47D1-A405-5B625B2763FD}" type="pres">
      <dgm:prSet presAssocID="{F52CFE8A-B2E2-4522-886C-7733793F6C07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26E93DDD-84B7-4CDB-A66A-32009E336705}" type="pres">
      <dgm:prSet presAssocID="{329EA67B-77C1-4C1F-8F23-F2561BD5A840}" presName="bottomLine" presStyleLbl="alignNode1" presStyleIdx="5" presStyleCnt="6">
        <dgm:presLayoutVars/>
      </dgm:prSet>
      <dgm:spPr/>
    </dgm:pt>
    <dgm:pt modelId="{A2DEB669-D4EB-4433-B532-D4C9A596EE04}" type="pres">
      <dgm:prSet presAssocID="{329EA67B-77C1-4C1F-8F23-F2561BD5A840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CAB0642B-334D-4F1A-81E8-49FBC8855D87}" srcId="{5EF0231B-510B-40B3-940B-A17724E004CE}" destId="{3B3C94A1-8D64-4B0D-99DC-198F6EAF83EB}" srcOrd="1" destOrd="0" parTransId="{664DE1D2-23FB-431A-B084-EDA42EDB7D0A}" sibTransId="{1860970C-F309-493F-B594-4D7D31D90149}"/>
    <dgm:cxn modelId="{4C4A7037-5480-4E77-AFD2-7B3DB669ADE7}" type="presOf" srcId="{AF714F1A-EE7D-413D-92AB-67A9632EA91D}" destId="{827C2499-D8DF-4C1C-B017-D8AA34934CB6}" srcOrd="0" destOrd="0" presId="urn:microsoft.com/office/officeart/2016/7/layout/BasicLinearProcessNumbered"/>
    <dgm:cxn modelId="{21B9045D-9DA3-40ED-A82F-F3D9D24EA836}" type="presOf" srcId="{329EA67B-77C1-4C1F-8F23-F2561BD5A840}" destId="{A2DEB669-D4EB-4433-B532-D4C9A596EE04}" srcOrd="1" destOrd="0" presId="urn:microsoft.com/office/officeart/2016/7/layout/BasicLinearProcessNumbered"/>
    <dgm:cxn modelId="{0F28BC65-75E1-419B-A313-6493D17718D3}" type="presOf" srcId="{F52CFE8A-B2E2-4522-886C-7733793F6C07}" destId="{BD9D8282-6ACA-47D1-A405-5B625B2763FD}" srcOrd="0" destOrd="0" presId="urn:microsoft.com/office/officeart/2016/7/layout/BasicLinearProcessNumbered"/>
    <dgm:cxn modelId="{436C2486-8191-4B27-956C-8D21CB242D2B}" srcId="{5EF0231B-510B-40B3-940B-A17724E004CE}" destId="{329EA67B-77C1-4C1F-8F23-F2561BD5A840}" srcOrd="2" destOrd="0" parTransId="{4D74E61B-70F0-4805-B398-4E1AB0E86EEF}" sibTransId="{F52CFE8A-B2E2-4522-886C-7733793F6C07}"/>
    <dgm:cxn modelId="{C786BE89-3930-49D9-B9C1-B549310BF8E5}" type="presOf" srcId="{329EA67B-77C1-4C1F-8F23-F2561BD5A840}" destId="{E6321028-5A51-4C9C-8C4A-FDAF2CEB88D2}" srcOrd="0" destOrd="0" presId="urn:microsoft.com/office/officeart/2016/7/layout/BasicLinearProcessNumbered"/>
    <dgm:cxn modelId="{4C53E790-C90A-4341-95F6-4CEC8B8D9978}" type="presOf" srcId="{013B32F2-124F-41CA-8583-A78F459F67F1}" destId="{77FC31A7-3D1F-4F76-81F9-3BF3AD52B008}" srcOrd="0" destOrd="0" presId="urn:microsoft.com/office/officeart/2016/7/layout/BasicLinearProcessNumbered"/>
    <dgm:cxn modelId="{6A372BAC-0F23-4158-B1D8-72611FC9229D}" type="presOf" srcId="{3B3C94A1-8D64-4B0D-99DC-198F6EAF83EB}" destId="{067EFCE1-C440-4A6E-BEC0-58BBE858EC85}" srcOrd="1" destOrd="0" presId="urn:microsoft.com/office/officeart/2016/7/layout/BasicLinearProcessNumbered"/>
    <dgm:cxn modelId="{2D94CBBF-1991-4A1A-8DA2-C7997DB2A3C5}" srcId="{5EF0231B-510B-40B3-940B-A17724E004CE}" destId="{013B32F2-124F-41CA-8583-A78F459F67F1}" srcOrd="0" destOrd="0" parTransId="{BBAD3EA3-1D52-4AA0-936D-96351FAF13EB}" sibTransId="{AF714F1A-EE7D-413D-92AB-67A9632EA91D}"/>
    <dgm:cxn modelId="{338FB2C5-6C3D-4555-8FF0-CD5E7857885B}" type="presOf" srcId="{5EF0231B-510B-40B3-940B-A17724E004CE}" destId="{4DDA3405-4185-4678-A1E4-969BD29FF7EF}" srcOrd="0" destOrd="0" presId="urn:microsoft.com/office/officeart/2016/7/layout/BasicLinearProcessNumbered"/>
    <dgm:cxn modelId="{184C07D7-D298-4956-8DCA-365854715B5F}" type="presOf" srcId="{1860970C-F309-493F-B594-4D7D31D90149}" destId="{E85B876B-4FBA-485C-BB98-018DA3E11BF8}" srcOrd="0" destOrd="0" presId="urn:microsoft.com/office/officeart/2016/7/layout/BasicLinearProcessNumbered"/>
    <dgm:cxn modelId="{3CEC6FE0-318D-4EA8-B96A-4D936D77B249}" type="presOf" srcId="{3B3C94A1-8D64-4B0D-99DC-198F6EAF83EB}" destId="{F3694FE0-5C53-45A6-A02D-1AD028E22FE9}" srcOrd="0" destOrd="0" presId="urn:microsoft.com/office/officeart/2016/7/layout/BasicLinearProcessNumbered"/>
    <dgm:cxn modelId="{2B9209F9-6B10-4B9D-B016-EF2EB2E2B106}" type="presOf" srcId="{013B32F2-124F-41CA-8583-A78F459F67F1}" destId="{FB7ED65E-8F15-4BE0-81EA-A7C9FB87614C}" srcOrd="1" destOrd="0" presId="urn:microsoft.com/office/officeart/2016/7/layout/BasicLinearProcessNumbered"/>
    <dgm:cxn modelId="{AF2AD741-B774-4434-91C1-C13889C76CD0}" type="presParOf" srcId="{4DDA3405-4185-4678-A1E4-969BD29FF7EF}" destId="{8F40E0F2-869C-48C0-A892-6D88DC6CF536}" srcOrd="0" destOrd="0" presId="urn:microsoft.com/office/officeart/2016/7/layout/BasicLinearProcessNumbered"/>
    <dgm:cxn modelId="{4DAEAE7D-0DF7-4C5D-B39A-A2845945472F}" type="presParOf" srcId="{8F40E0F2-869C-48C0-A892-6D88DC6CF536}" destId="{77FC31A7-3D1F-4F76-81F9-3BF3AD52B008}" srcOrd="0" destOrd="0" presId="urn:microsoft.com/office/officeart/2016/7/layout/BasicLinearProcessNumbered"/>
    <dgm:cxn modelId="{947D32CB-A917-4784-93FB-06D2B54349A1}" type="presParOf" srcId="{8F40E0F2-869C-48C0-A892-6D88DC6CF536}" destId="{827C2499-D8DF-4C1C-B017-D8AA34934CB6}" srcOrd="1" destOrd="0" presId="urn:microsoft.com/office/officeart/2016/7/layout/BasicLinearProcessNumbered"/>
    <dgm:cxn modelId="{3BC14819-3B64-417D-8097-E22B3053F34B}" type="presParOf" srcId="{8F40E0F2-869C-48C0-A892-6D88DC6CF536}" destId="{FD5B99F1-8EB6-4336-8382-A33D62FAFCDE}" srcOrd="2" destOrd="0" presId="urn:microsoft.com/office/officeart/2016/7/layout/BasicLinearProcessNumbered"/>
    <dgm:cxn modelId="{56AFC7B9-6B15-4A00-9CAA-3491A8FED24A}" type="presParOf" srcId="{8F40E0F2-869C-48C0-A892-6D88DC6CF536}" destId="{FB7ED65E-8F15-4BE0-81EA-A7C9FB87614C}" srcOrd="3" destOrd="0" presId="urn:microsoft.com/office/officeart/2016/7/layout/BasicLinearProcessNumbered"/>
    <dgm:cxn modelId="{868031D0-67B0-4E6C-9BC3-8159523CFAD3}" type="presParOf" srcId="{4DDA3405-4185-4678-A1E4-969BD29FF7EF}" destId="{72865D4C-18D2-4BE1-A6A1-5884832C7549}" srcOrd="1" destOrd="0" presId="urn:microsoft.com/office/officeart/2016/7/layout/BasicLinearProcessNumbered"/>
    <dgm:cxn modelId="{2BC31305-0663-4C15-8363-E719B6A06333}" type="presParOf" srcId="{4DDA3405-4185-4678-A1E4-969BD29FF7EF}" destId="{DB07E091-8A60-468F-BBA7-CCE368536087}" srcOrd="2" destOrd="0" presId="urn:microsoft.com/office/officeart/2016/7/layout/BasicLinearProcessNumbered"/>
    <dgm:cxn modelId="{1F5BBE1B-1458-4A52-825A-3BD057164644}" type="presParOf" srcId="{DB07E091-8A60-468F-BBA7-CCE368536087}" destId="{F3694FE0-5C53-45A6-A02D-1AD028E22FE9}" srcOrd="0" destOrd="0" presId="urn:microsoft.com/office/officeart/2016/7/layout/BasicLinearProcessNumbered"/>
    <dgm:cxn modelId="{8DCEEB73-5B64-4408-9826-DA4AA573B904}" type="presParOf" srcId="{DB07E091-8A60-468F-BBA7-CCE368536087}" destId="{E85B876B-4FBA-485C-BB98-018DA3E11BF8}" srcOrd="1" destOrd="0" presId="urn:microsoft.com/office/officeart/2016/7/layout/BasicLinearProcessNumbered"/>
    <dgm:cxn modelId="{723EEF1A-2E67-4B1D-B1AA-4C5C1B4E44FF}" type="presParOf" srcId="{DB07E091-8A60-468F-BBA7-CCE368536087}" destId="{30150932-9ED2-4C48-B9C4-F84603790E12}" srcOrd="2" destOrd="0" presId="urn:microsoft.com/office/officeart/2016/7/layout/BasicLinearProcessNumbered"/>
    <dgm:cxn modelId="{BC0B8C4A-307D-47EB-8314-80CD25604DA8}" type="presParOf" srcId="{DB07E091-8A60-468F-BBA7-CCE368536087}" destId="{067EFCE1-C440-4A6E-BEC0-58BBE858EC85}" srcOrd="3" destOrd="0" presId="urn:microsoft.com/office/officeart/2016/7/layout/BasicLinearProcessNumbered"/>
    <dgm:cxn modelId="{BB1D034A-85F2-48F3-A882-3440C4C3CCC4}" type="presParOf" srcId="{4DDA3405-4185-4678-A1E4-969BD29FF7EF}" destId="{7C57AA9E-B902-473A-9404-AC63DFC2E453}" srcOrd="3" destOrd="0" presId="urn:microsoft.com/office/officeart/2016/7/layout/BasicLinearProcessNumbered"/>
    <dgm:cxn modelId="{0ACB290F-CC45-4300-A989-A0BD835B4E62}" type="presParOf" srcId="{4DDA3405-4185-4678-A1E4-969BD29FF7EF}" destId="{3316F9A3-F756-49BB-9D0F-0C7BA0E25545}" srcOrd="4" destOrd="0" presId="urn:microsoft.com/office/officeart/2016/7/layout/BasicLinearProcessNumbered"/>
    <dgm:cxn modelId="{D856D364-278C-4665-96D2-30147C6D116C}" type="presParOf" srcId="{3316F9A3-F756-49BB-9D0F-0C7BA0E25545}" destId="{E6321028-5A51-4C9C-8C4A-FDAF2CEB88D2}" srcOrd="0" destOrd="0" presId="urn:microsoft.com/office/officeart/2016/7/layout/BasicLinearProcessNumbered"/>
    <dgm:cxn modelId="{B2ACDFA9-18E9-498A-AE20-AD636D1460AD}" type="presParOf" srcId="{3316F9A3-F756-49BB-9D0F-0C7BA0E25545}" destId="{BD9D8282-6ACA-47D1-A405-5B625B2763FD}" srcOrd="1" destOrd="0" presId="urn:microsoft.com/office/officeart/2016/7/layout/BasicLinearProcessNumbered"/>
    <dgm:cxn modelId="{0CFA56FC-E23C-496C-B061-618D829E6625}" type="presParOf" srcId="{3316F9A3-F756-49BB-9D0F-0C7BA0E25545}" destId="{26E93DDD-84B7-4CDB-A66A-32009E336705}" srcOrd="2" destOrd="0" presId="urn:microsoft.com/office/officeart/2016/7/layout/BasicLinearProcessNumbered"/>
    <dgm:cxn modelId="{F404D82E-8177-48BA-B158-3CE11DD8FBAB}" type="presParOf" srcId="{3316F9A3-F756-49BB-9D0F-0C7BA0E25545}" destId="{A2DEB669-D4EB-4433-B532-D4C9A596EE04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FC31A7-3D1F-4F76-81F9-3BF3AD52B008}">
      <dsp:nvSpPr>
        <dsp:cNvPr id="0" name=""/>
        <dsp:cNvSpPr/>
      </dsp:nvSpPr>
      <dsp:spPr>
        <a:xfrm>
          <a:off x="0" y="0"/>
          <a:ext cx="3286125" cy="394887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Computing investigations focus on identifying and analyzing digital evidence from computers and related digital devices.</a:t>
          </a:r>
        </a:p>
      </dsp:txBody>
      <dsp:txXfrm>
        <a:off x="0" y="1500572"/>
        <a:ext cx="3286125" cy="2369325"/>
      </dsp:txXfrm>
    </dsp:sp>
    <dsp:sp modelId="{827C2499-D8DF-4C1C-B017-D8AA34934CB6}">
      <dsp:nvSpPr>
        <dsp:cNvPr id="0" name=""/>
        <dsp:cNvSpPr/>
      </dsp:nvSpPr>
      <dsp:spPr>
        <a:xfrm>
          <a:off x="1050731" y="394887"/>
          <a:ext cx="1184662" cy="11846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361" tIns="12700" rIns="9236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24221" y="568377"/>
        <a:ext cx="837682" cy="837682"/>
      </dsp:txXfrm>
    </dsp:sp>
    <dsp:sp modelId="{FD5B99F1-8EB6-4336-8382-A33D62FAFCDE}">
      <dsp:nvSpPr>
        <dsp:cNvPr id="0" name=""/>
        <dsp:cNvSpPr/>
      </dsp:nvSpPr>
      <dsp:spPr>
        <a:xfrm>
          <a:off x="0" y="3948804"/>
          <a:ext cx="3286125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694FE0-5C53-45A6-A02D-1AD028E22FE9}">
      <dsp:nvSpPr>
        <dsp:cNvPr id="0" name=""/>
        <dsp:cNvSpPr/>
      </dsp:nvSpPr>
      <dsp:spPr>
        <a:xfrm>
          <a:off x="3614737" y="0"/>
          <a:ext cx="3286125" cy="394887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These investigations are often part of criminal, civil, or corporate cases.</a:t>
          </a:r>
        </a:p>
      </dsp:txBody>
      <dsp:txXfrm>
        <a:off x="3614737" y="1500572"/>
        <a:ext cx="3286125" cy="2369325"/>
      </dsp:txXfrm>
    </dsp:sp>
    <dsp:sp modelId="{E85B876B-4FBA-485C-BB98-018DA3E11BF8}">
      <dsp:nvSpPr>
        <dsp:cNvPr id="0" name=""/>
        <dsp:cNvSpPr/>
      </dsp:nvSpPr>
      <dsp:spPr>
        <a:xfrm>
          <a:off x="4665468" y="394887"/>
          <a:ext cx="1184662" cy="11846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361" tIns="12700" rIns="9236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838958" y="568377"/>
        <a:ext cx="837682" cy="837682"/>
      </dsp:txXfrm>
    </dsp:sp>
    <dsp:sp modelId="{30150932-9ED2-4C48-B9C4-F84603790E12}">
      <dsp:nvSpPr>
        <dsp:cNvPr id="0" name=""/>
        <dsp:cNvSpPr/>
      </dsp:nvSpPr>
      <dsp:spPr>
        <a:xfrm>
          <a:off x="3614737" y="3948804"/>
          <a:ext cx="3286125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21028-5A51-4C9C-8C4A-FDAF2CEB88D2}">
      <dsp:nvSpPr>
        <dsp:cNvPr id="0" name=""/>
        <dsp:cNvSpPr/>
      </dsp:nvSpPr>
      <dsp:spPr>
        <a:xfrm>
          <a:off x="7229475" y="0"/>
          <a:ext cx="3286125" cy="3948876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process must follow strict legal and ethical standards to ensure admissibility in court.</a:t>
          </a:r>
        </a:p>
      </dsp:txBody>
      <dsp:txXfrm>
        <a:off x="7229475" y="1500572"/>
        <a:ext cx="3286125" cy="2369325"/>
      </dsp:txXfrm>
    </dsp:sp>
    <dsp:sp modelId="{BD9D8282-6ACA-47D1-A405-5B625B2763FD}">
      <dsp:nvSpPr>
        <dsp:cNvPr id="0" name=""/>
        <dsp:cNvSpPr/>
      </dsp:nvSpPr>
      <dsp:spPr>
        <a:xfrm>
          <a:off x="8280206" y="394887"/>
          <a:ext cx="1184662" cy="118466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361" tIns="12700" rIns="9236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53696" y="568377"/>
        <a:ext cx="837682" cy="837682"/>
      </dsp:txXfrm>
    </dsp:sp>
    <dsp:sp modelId="{26E93DDD-84B7-4CDB-A66A-32009E336705}">
      <dsp:nvSpPr>
        <dsp:cNvPr id="0" name=""/>
        <dsp:cNvSpPr/>
      </dsp:nvSpPr>
      <dsp:spPr>
        <a:xfrm>
          <a:off x="7229475" y="3948804"/>
          <a:ext cx="3286125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802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925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467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094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184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26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5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625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922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760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09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FA31A-512E-4245-9DFD-3B6BE7D63AE9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88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IN" sz="6600"/>
              <a:t>Digital Forensics (</a:t>
            </a:r>
            <a:r>
              <a:rPr lang="en-US" sz="6600"/>
              <a:t>20CP411T</a:t>
            </a:r>
            <a:r>
              <a:rPr lang="en-IN" sz="6600"/>
              <a:t>)</a:t>
            </a:r>
            <a:endParaRPr lang="en-US" sz="6600">
              <a:ea typeface="Calibri Light"/>
              <a:cs typeface="Calibri Light"/>
            </a:endParaRPr>
          </a:p>
          <a:p>
            <a:pPr algn="l"/>
            <a:r>
              <a:rPr lang="en-IN" sz="6600">
                <a:ea typeface="Calibri Light"/>
                <a:cs typeface="Calibri Light"/>
              </a:rPr>
              <a:t>UNIT 1 – Lecture 6</a:t>
            </a:r>
            <a:endParaRPr lang="en-US" sz="6600">
              <a:ea typeface="Calibri Light"/>
              <a:cs typeface="Calibri Light"/>
            </a:endParaRPr>
          </a:p>
          <a:p>
            <a:pPr algn="l"/>
            <a:endParaRPr lang="en-IN" sz="660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GB">
                <a:latin typeface="Calibri Light"/>
                <a:ea typeface="Calibri Light"/>
                <a:cs typeface="Calibri Light"/>
              </a:rPr>
              <a:t>Understanding the Computing Investigation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154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04FD1-2B8F-8A91-902C-A06D3D06D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Learning Outcomes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C6B25-7719-3DA2-EEDD-F91D03F17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Understand what a computer investigation is. </a:t>
            </a:r>
          </a:p>
          <a:p>
            <a:r>
              <a:rPr lang="en-US">
                <a:ea typeface="+mn-lt"/>
                <a:cs typeface="+mn-lt"/>
              </a:rPr>
              <a:t>Explain why investigations are conducted. </a:t>
            </a:r>
          </a:p>
          <a:p>
            <a:r>
              <a:rPr lang="en-US">
                <a:ea typeface="+mn-lt"/>
                <a:cs typeface="+mn-lt"/>
              </a:rPr>
              <a:t>Describe the investigation lifecycle. </a:t>
            </a:r>
          </a:p>
          <a:p>
            <a:r>
              <a:rPr lang="en-US">
                <a:ea typeface="+mn-lt"/>
                <a:cs typeface="+mn-lt"/>
              </a:rPr>
              <a:t>Identify the role of a forensic investigator.</a:t>
            </a:r>
          </a:p>
          <a:p>
            <a:endParaRPr lang="en-US" sz="2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740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N" sz="5400"/>
              <a:t>Role of digital forensic investigator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200"/>
              <a:t>A specialized professional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2200"/>
              <a:t>Plays a crucial role in investigating cybercrime and cybersecurity incidents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/>
              <a:t>“Detectives of the digital world“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/>
              <a:t>Uses specialized tools and techniques to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200"/>
              <a:t>uncover,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200"/>
              <a:t>analyze,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200"/>
              <a:t>and preserve digital evidence found on electronic devices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/>
              <a:t>This evidence can then be used in legal proceedings to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200"/>
              <a:t>prosecute cybercriminals,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200"/>
              <a:t>recover stolen data,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200"/>
              <a:t>or determine the cause of security breaches</a:t>
            </a:r>
            <a:endParaRPr lang="en-IN" sz="2200">
              <a:effectLst/>
              <a:latin typeface="+mj-lt"/>
              <a:ea typeface="Calibri" panose="020F0502020204030204" pitchFamily="34" charset="0"/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6874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5400"/>
              <a:t>Computing Investigations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Rectangle 2">
            <a:extLst>
              <a:ext uri="{FF2B5EF4-FFF2-40B4-BE49-F238E27FC236}">
                <a16:creationId xmlns:a16="http://schemas.microsoft.com/office/drawing/2014/main" id="{C14FE0C9-515F-3F81-5C69-570649AA68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6531176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3550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Computing Investigations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igital Forensics: An Introdu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86400" y="640080"/>
            <a:ext cx="5550408" cy="5550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478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Phases of a Computing Investigation</a:t>
            </a:r>
          </a:p>
        </p:txBody>
      </p:sp>
      <p:sp>
        <p:nvSpPr>
          <p:cNvPr id="205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sz="half" idx="1"/>
          </p:nvPr>
        </p:nvSpPr>
        <p:spPr>
          <a:xfrm>
            <a:off x="572493" y="2083606"/>
            <a:ext cx="4080873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/>
              <a:t>Identification</a:t>
            </a:r>
            <a:endParaRPr lang="en-US" sz="2400" b="1">
              <a:ea typeface="Calibri"/>
              <a:cs typeface="Calibri"/>
            </a:endParaRPr>
          </a:p>
          <a:p>
            <a:pPr lvl="1"/>
            <a:r>
              <a:rPr lang="en-US"/>
              <a:t>Recognizing potential sources of digital evidence.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Devices may include desktops, laptops, mobile phones, cloud storage, and removable media.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2050" name="Picture 2" descr="Digital Evidence India | Detect Diagnose Defeat Cyber Threa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8" b="1"/>
          <a:stretch>
            <a:fillRect/>
          </a:stretch>
        </p:blipFill>
        <p:spPr bwMode="auto">
          <a:xfrm>
            <a:off x="5533432" y="1734543"/>
            <a:ext cx="6025782" cy="5088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539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7" name="Rectangle 308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Phases of a Computing Investigation</a:t>
            </a:r>
          </a:p>
        </p:txBody>
      </p:sp>
      <p:sp>
        <p:nvSpPr>
          <p:cNvPr id="308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sz="half"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/>
              <a:t>Preservation</a:t>
            </a:r>
            <a:endParaRPr lang="en-US" sz="2400" b="1">
              <a:ea typeface="Calibri"/>
              <a:cs typeface="Calibri"/>
            </a:endParaRPr>
          </a:p>
          <a:p>
            <a:pPr lvl="1"/>
            <a:r>
              <a:rPr lang="en-US"/>
              <a:t>Ensuring the integrity of digital evidence.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Use of write blockers and forensic imaging tools to prevent alteration of data.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3082" name="Picture 10" descr="Data Preservation | LitSmart E-Discove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120" b="-2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763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Phases of a Computing Investigation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sz="half"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/>
              <a:t>Collection</a:t>
            </a:r>
            <a:endParaRPr lang="en-US" sz="2400" b="1">
              <a:ea typeface="Calibri"/>
              <a:cs typeface="Calibri"/>
            </a:endParaRPr>
          </a:p>
          <a:p>
            <a:pPr lvl="1"/>
            <a:r>
              <a:rPr lang="en-US"/>
              <a:t>Extracting data using appropriate tools without compromising original content.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Documentation of all actions during the process is critical.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l="1377" r="2419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44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Phases of a Computing Investigation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sz="half"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/>
              <a:t>Examination</a:t>
            </a:r>
            <a:endParaRPr lang="en-US" sz="2400">
              <a:ea typeface="Calibri"/>
              <a:cs typeface="Calibri"/>
            </a:endParaRPr>
          </a:p>
          <a:p>
            <a:pPr lvl="1"/>
            <a:r>
              <a:rPr lang="en-US"/>
              <a:t>Applying forensic techniques to uncover hidden, deleted, or encrypted information.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Involves keyword searching, file recovery, log analysis, and metadata extraction.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l="35356" r="428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68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3" name="Rectangle 615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Phases of a Computing Investigation</a:t>
            </a:r>
          </a:p>
        </p:txBody>
      </p:sp>
      <p:sp>
        <p:nvSpPr>
          <p:cNvPr id="615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sz="half"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/>
              <a:t>Analysis</a:t>
            </a:r>
            <a:endParaRPr lang="en-US" sz="2400" b="1">
              <a:ea typeface="Calibri"/>
              <a:cs typeface="Calibri"/>
            </a:endParaRPr>
          </a:p>
          <a:p>
            <a:pPr lvl="1"/>
            <a:r>
              <a:rPr lang="en-US"/>
              <a:t>Interpreting the data to understand sequences of events or reconstruct user activities.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Correlating evidence across devices and timelines.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6148" name="Picture 4" descr="3+ Thousand Digital Forensics Investigator Royalty-Free Images, Stock  Photos &amp; Pictures | Shutter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98" r="25431" b="-1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8509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7" name="Rectangle 717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Phases of a Computing Investigation</a:t>
            </a:r>
          </a:p>
        </p:txBody>
      </p:sp>
      <p:sp>
        <p:nvSpPr>
          <p:cNvPr id="717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sz="half"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/>
              <a:t>Presentation</a:t>
            </a:r>
            <a:endParaRPr lang="en-US" sz="2400" b="1">
              <a:ea typeface="Calibri"/>
              <a:cs typeface="Calibri"/>
            </a:endParaRPr>
          </a:p>
          <a:p>
            <a:pPr lvl="1"/>
            <a:r>
              <a:rPr lang="en-US"/>
              <a:t>Compiling findings in a clear, legally acceptable format.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Includes written reports, exhibits, and possibly expert testimony in court.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7172" name="Picture 4" descr="Digital Evidence in the Cloud: A Challenge for Investigator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8" r="19245" b="7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343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N" sz="5000"/>
              <a:t>Stages Of Computer Forensics Process …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/>
              <a:t>Imagine a company suspects an employee of intellectual property theft. The computer forensics team would:</a:t>
            </a:r>
            <a:endParaRPr lang="en-IN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ECF71C-2C46-481F-5105-580EF432D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75" y="172888"/>
            <a:ext cx="12197750" cy="667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757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N" sz="5000"/>
              <a:t>Stages Of Computer Forensics Process …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2400" b="1"/>
              <a:t>Obtain Legal Authorization</a:t>
            </a:r>
            <a:r>
              <a:rPr lang="en-IN" sz="2400"/>
              <a:t>: Ensure they have the necessary legal permissions to investigate the employee's computer.</a:t>
            </a:r>
            <a:endParaRPr lang="en-IN" sz="2400">
              <a:ea typeface="Calibri"/>
              <a:cs typeface="Calibri"/>
            </a:endParaRPr>
          </a:p>
          <a:p>
            <a:r>
              <a:rPr lang="en-IN" sz="2400" b="1"/>
              <a:t>Identify</a:t>
            </a:r>
            <a:r>
              <a:rPr lang="en-IN" sz="2400"/>
              <a:t>: Determine which devices and accounts are involved.</a:t>
            </a:r>
            <a:endParaRPr lang="en-IN" sz="2400">
              <a:ea typeface="Calibri"/>
              <a:cs typeface="Calibri"/>
            </a:endParaRPr>
          </a:p>
          <a:p>
            <a:r>
              <a:rPr lang="en-IN" sz="2400" b="1"/>
              <a:t>Preserve</a:t>
            </a:r>
            <a:r>
              <a:rPr lang="en-IN" sz="2400"/>
              <a:t>: Take a forensic image of the employee’s computer hard drive and other relevant storage media.</a:t>
            </a:r>
            <a:endParaRPr lang="en-IN" sz="2400">
              <a:ea typeface="Calibri"/>
              <a:cs typeface="Calibri"/>
            </a:endParaRPr>
          </a:p>
          <a:p>
            <a:r>
              <a:rPr lang="en-IN" sz="2400" b="1"/>
              <a:t>Collect</a:t>
            </a:r>
            <a:r>
              <a:rPr lang="en-IN" sz="2400"/>
              <a:t>: Extract relevant emails, documents, and log files.</a:t>
            </a:r>
            <a:endParaRPr lang="en-IN" sz="2400">
              <a:ea typeface="Calibri"/>
              <a:cs typeface="Calibri"/>
            </a:endParaRPr>
          </a:p>
          <a:p>
            <a:endParaRPr lang="en-IN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A59983-A1BE-B864-1371-4BB74FD11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75" y="360"/>
            <a:ext cx="12212127" cy="685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823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C89A0A-F07F-6367-9EC9-7E61EDD3D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7295384-5783-413E-F76B-9DDB9EDA5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A6298C-4FB4-E362-6D7A-8A34405A2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N" sz="5000"/>
              <a:t>Stages Of Computer Forensics Process …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7863A15D-6BA2-B3EF-2287-779F07CE8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77BF5-845D-D93B-38E6-B3D68D265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2400" b="1"/>
              <a:t>Examine</a:t>
            </a:r>
            <a:r>
              <a:rPr lang="en-IN" sz="2400"/>
              <a:t>: Recover deleted files and </a:t>
            </a:r>
            <a:r>
              <a:rPr lang="en-IN" sz="2400" err="1"/>
              <a:t>analyze</a:t>
            </a:r>
            <a:r>
              <a:rPr lang="en-IN" sz="2400"/>
              <a:t> the computer’s file system and activity logs.</a:t>
            </a:r>
            <a:endParaRPr lang="en-US" sz="2400">
              <a:ea typeface="Calibri"/>
              <a:cs typeface="Calibri"/>
            </a:endParaRPr>
          </a:p>
          <a:p>
            <a:r>
              <a:rPr lang="en-IN" sz="2400" b="1" err="1"/>
              <a:t>Analyze</a:t>
            </a:r>
            <a:r>
              <a:rPr lang="en-IN" sz="2400"/>
              <a:t>: Correlate the data to identify evidence of intellectual property theft.</a:t>
            </a:r>
            <a:endParaRPr lang="en-IN" sz="2400">
              <a:ea typeface="Calibri"/>
              <a:cs typeface="Calibri"/>
            </a:endParaRPr>
          </a:p>
          <a:p>
            <a:r>
              <a:rPr lang="en-IN" sz="2400" b="1"/>
              <a:t>Report</a:t>
            </a:r>
            <a:r>
              <a:rPr lang="en-IN" sz="2400"/>
              <a:t>: Document the findings and prepare a report for company management and legal teams.</a:t>
            </a:r>
            <a:endParaRPr lang="en-IN" sz="2400">
              <a:ea typeface="Calibri"/>
              <a:cs typeface="Calibri"/>
            </a:endParaRPr>
          </a:p>
          <a:p>
            <a:r>
              <a:rPr lang="en-IN" sz="2400" b="1"/>
              <a:t>Present</a:t>
            </a:r>
            <a:r>
              <a:rPr lang="en-IN" sz="2400"/>
              <a:t>: If the case goes to court, present the evidence and explain the forensic process.</a:t>
            </a:r>
            <a:endParaRPr lang="en-IN" sz="2400">
              <a:ea typeface="Calibri"/>
              <a:cs typeface="Calibri"/>
            </a:endParaRPr>
          </a:p>
          <a:p>
            <a:endParaRPr lang="en-IN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5153A8-B550-400C-0508-157E3BFCB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17" y="158511"/>
            <a:ext cx="11938958" cy="669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018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9BDAC5-E93F-B708-C561-790487240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N" sz="5400"/>
              <a:t>Role of Forensics Investigator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BAF5C-DC0D-D4F5-1E23-25D620D01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0630"/>
            <a:ext cx="10486845" cy="428071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/>
              <a:t>Confirms or dispels whether a resource/network is compromised. </a:t>
            </a:r>
            <a:endParaRPr lang="en-US" sz="2400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/>
              <a:t>Determine extent of damage due to intrusion. </a:t>
            </a:r>
            <a:endParaRPr lang="en-US" sz="2400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/>
              <a:t>Answer the questions: Who, What, When, Where, How and Why. </a:t>
            </a:r>
            <a:endParaRPr lang="en-US" sz="2400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/>
              <a:t>Gathering data in a forensically sound manner. </a:t>
            </a:r>
            <a:endParaRPr lang="en-US" sz="2400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/>
              <a:t>Handle and </a:t>
            </a:r>
            <a:r>
              <a:rPr lang="en-IN" sz="2400" err="1"/>
              <a:t>analyze</a:t>
            </a:r>
            <a:r>
              <a:rPr lang="en-IN" sz="2400"/>
              <a:t> evidence. </a:t>
            </a:r>
            <a:endParaRPr lang="en-IN" sz="2400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400"/>
              <a:t>Prepare the report. </a:t>
            </a:r>
            <a:endParaRPr lang="en-IN" sz="2400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/>
              <a:t>Present admissible evidence in court. </a:t>
            </a:r>
            <a:endParaRPr lang="en-US" sz="2400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sz="2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6C4BE2-EE28-5EDC-F231-0540E01F1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2951" y="-28394"/>
            <a:ext cx="12629070" cy="704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448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B65556-EC20-E84D-A678-732B45FB9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br>
              <a:rPr lang="en-IN" sz="4200"/>
            </a:br>
            <a:r>
              <a:rPr lang="en-IN" sz="4200"/>
              <a:t>Steps for Forensic Planning…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6C7A6-D7E3-CFD5-2A6F-4710260AB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749300" lvl="1" indent="-457200">
              <a:buFont typeface="+mj-lt"/>
              <a:buAutoNum type="arabicPeriod" startAt="6"/>
            </a:pPr>
            <a:r>
              <a:rPr lang="en-IN">
                <a:latin typeface="Calibri"/>
                <a:ea typeface="Calibri"/>
                <a:cs typeface="Calibri"/>
              </a:rPr>
              <a:t>Ensure that monitoring is focused on detecting and preventing serious events. </a:t>
            </a:r>
            <a:r>
              <a:rPr lang="en-US" dirty="0">
                <a:latin typeface="Calibri"/>
                <a:ea typeface="Calibri"/>
                <a:cs typeface="Calibri"/>
              </a:rPr>
              <a:t>	 </a:t>
            </a:r>
          </a:p>
          <a:p>
            <a:pPr marL="635000" lvl="1" indent="-342900">
              <a:buFont typeface="+mj-lt"/>
              <a:buAutoNum type="arabicPeriod" startAt="6"/>
            </a:pPr>
            <a:r>
              <a:rPr lang="en-US">
                <a:latin typeface="Calibri"/>
                <a:ea typeface="Calibri"/>
                <a:cs typeface="Calibri"/>
              </a:rPr>
              <a:t>Specify the circumstances under which an escalation to a complete formal investigation (which may include the use of digital evidence) should be initiated. </a:t>
            </a:r>
            <a:endParaRPr lang="en-US" b="0" i="0" u="none" strike="noStrike" baseline="0">
              <a:latin typeface="Calibri"/>
              <a:ea typeface="Calibri"/>
              <a:cs typeface="Calibri"/>
            </a:endParaRPr>
          </a:p>
          <a:p>
            <a:pPr marL="749300" lvl="1" indent="-457200">
              <a:buFont typeface="+mj-lt"/>
              <a:buAutoNum type="arabicPeriod" startAt="8"/>
            </a:pPr>
            <a:r>
              <a:rPr lang="en-US" b="0" i="0" u="none" strike="noStrike" baseline="0">
                <a:latin typeface="Calibri"/>
                <a:ea typeface="Calibri"/>
                <a:cs typeface="Calibri"/>
              </a:rPr>
              <a:t>Educate workers on incident awareness so that everyone engaged understands</a:t>
            </a:r>
            <a:r>
              <a:rPr lang="en-US" b="0" i="0" u="none" strike="noStrike">
                <a:latin typeface="Calibri"/>
                <a:ea typeface="Calibri"/>
                <a:cs typeface="Calibri"/>
              </a:rPr>
              <a:t> </a:t>
            </a:r>
            <a:r>
              <a:rPr lang="en-US" b="0" i="0" u="none" strike="noStrike" baseline="0">
                <a:latin typeface="Calibri"/>
                <a:ea typeface="Calibri"/>
                <a:cs typeface="Calibri"/>
              </a:rPr>
              <a:t>their involvement in the digital evidence process as well as the legal implications of evidence. </a:t>
            </a:r>
          </a:p>
          <a:p>
            <a:pPr marL="635000" lvl="1" indent="-342900">
              <a:buFont typeface="+mj-lt"/>
              <a:buAutoNum type="arabicPeriod" startAt="8"/>
            </a:pPr>
            <a:r>
              <a:rPr lang="en-US" b="0" i="0" u="none" strike="noStrike" baseline="0">
                <a:latin typeface="Calibri"/>
                <a:ea typeface="Calibri"/>
                <a:cs typeface="Calibri"/>
              </a:rPr>
              <a:t>Document a based on evidence case outlining the incident and its impact; and </a:t>
            </a:r>
          </a:p>
          <a:p>
            <a:pPr marL="635000" lvl="1" indent="-342900">
              <a:buFont typeface="+mj-lt"/>
              <a:buAutoNum type="arabicPeriod" startAt="8"/>
            </a:pPr>
            <a:r>
              <a:rPr lang="en-US" b="0" i="0" u="none" strike="noStrike" baseline="0">
                <a:latin typeface="Calibri"/>
                <a:ea typeface="Calibri"/>
                <a:cs typeface="Calibri"/>
              </a:rPr>
              <a:t>Ensure legal review to facilitate action in response to the incident. </a:t>
            </a:r>
            <a:endParaRPr lang="en-IN">
              <a:latin typeface="Calibri"/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4CBA0-FE85-6AAB-786E-6596EF386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76" y="200634"/>
            <a:ext cx="12197750" cy="646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04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01F7F5CF4DBF4EA0504CCC478097C3" ma:contentTypeVersion="11" ma:contentTypeDescription="Create a new document." ma:contentTypeScope="" ma:versionID="d1a6c8fad79f6b9067ca1a810cb82cc9">
  <xsd:schema xmlns:xsd="http://www.w3.org/2001/XMLSchema" xmlns:xs="http://www.w3.org/2001/XMLSchema" xmlns:p="http://schemas.microsoft.com/office/2006/metadata/properties" xmlns:ns2="3b805ea8-0214-4864-9a31-ee483b0ece1a" xmlns:ns3="8d7b7e3b-dde7-4727-849a-7c2a62b59c83" targetNamespace="http://schemas.microsoft.com/office/2006/metadata/properties" ma:root="true" ma:fieldsID="24004d47fdb8cf45c9841aead0c9fc70" ns2:_="" ns3:_="">
    <xsd:import namespace="3b805ea8-0214-4864-9a31-ee483b0ece1a"/>
    <xsd:import namespace="8d7b7e3b-dde7-4727-849a-7c2a62b59c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805ea8-0214-4864-9a31-ee483b0ece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e758f2a0-2f59-4fb4-8e15-936a66a297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7b7e3b-dde7-4727-849a-7c2a62b59c83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7e45844-0a51-418c-9de4-f62949a74234}" ma:internalName="TaxCatchAll" ma:showField="CatchAllData" ma:web="8d7b7e3b-dde7-4727-849a-7c2a62b59c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d7b7e3b-dde7-4727-849a-7c2a62b59c83" xsi:nil="true"/>
    <lcf76f155ced4ddcb4097134ff3c332f xmlns="3b805ea8-0214-4864-9a31-ee483b0ece1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13D6F3-06AD-430C-A08E-8380C8CA3D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805ea8-0214-4864-9a31-ee483b0ece1a"/>
    <ds:schemaRef ds:uri="8d7b7e3b-dde7-4727-849a-7c2a62b59c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771AE7-AC48-41AA-9219-CCE0072F9676}">
  <ds:schemaRefs>
    <ds:schemaRef ds:uri="http://schemas.microsoft.com/office/2006/metadata/properties"/>
    <ds:schemaRef ds:uri="http://schemas.microsoft.com/office/infopath/2007/PartnerControls"/>
    <ds:schemaRef ds:uri="8d7b7e3b-dde7-4727-849a-7c2a62b59c83"/>
    <ds:schemaRef ds:uri="3b805ea8-0214-4864-9a31-ee483b0ece1a"/>
  </ds:schemaRefs>
</ds:datastoreItem>
</file>

<file path=customXml/itemProps3.xml><?xml version="1.0" encoding="utf-8"?>
<ds:datastoreItem xmlns:ds="http://schemas.openxmlformats.org/officeDocument/2006/customXml" ds:itemID="{2AF3937F-4C08-48F9-8D3C-F5C3A29AAF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Digital Forensics (20CP411T) UNIT 1 – Lecture 6 </vt:lpstr>
      <vt:lpstr>Learning Outcomes</vt:lpstr>
      <vt:lpstr>Role of digital forensic investigator</vt:lpstr>
      <vt:lpstr>Computing Investigations</vt:lpstr>
      <vt:lpstr>Computing Investigations</vt:lpstr>
      <vt:lpstr>Phases of a Computing Investigation</vt:lpstr>
      <vt:lpstr>Phases of a Computing Investigation</vt:lpstr>
      <vt:lpstr>Phases of a Computing Investigation</vt:lpstr>
      <vt:lpstr>Phases of a Computing Investigation</vt:lpstr>
      <vt:lpstr>Phases of a Computing Investigation</vt:lpstr>
      <vt:lpstr>Phases of a Computing Investigation</vt:lpstr>
      <vt:lpstr>Stages Of Computer Forensics Process …</vt:lpstr>
      <vt:lpstr>Stages Of Computer Forensics Process …</vt:lpstr>
      <vt:lpstr>Stages Of Computer Forensics Process …</vt:lpstr>
      <vt:lpstr>Role of Forensics Investigator </vt:lpstr>
      <vt:lpstr> Steps for Forensic Planning…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Forensics (20CP411T)</dc:title>
  <dc:creator>Prarthana Mehta</dc:creator>
  <cp:revision>65</cp:revision>
  <dcterms:created xsi:type="dcterms:W3CDTF">2025-07-08T07:00:19Z</dcterms:created>
  <dcterms:modified xsi:type="dcterms:W3CDTF">2026-08-15T06:28:47Z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0x0101005C01F7F5CF4DBF4EA0504CCC478097C3</vt:lpwstr>
  </property>
  <property fmtid="{D5CDD505-2E9C-101B-9397-08002B2CF9AE}" pid="3" name="Order">
    <vt:r8>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MediaServiceImageTags">
    <vt:lpwstr/>
  </property>
</Properties>
</file>