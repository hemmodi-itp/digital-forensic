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5" r:id="rId6"/>
    <p:sldId id="266" r:id="rId7"/>
    <p:sldId id="267" r:id="rId8"/>
    <p:sldId id="268" r:id="rId9"/>
    <p:sldId id="270" r:id="rId10"/>
    <p:sldId id="269" r:id="rId11"/>
    <p:sldId id="271" r:id="rId12"/>
    <p:sldId id="272" r:id="rId13"/>
    <p:sldId id="273" r:id="rId14"/>
    <p:sldId id="274" r:id="rId15"/>
    <p:sldId id="275" r:id="rId16"/>
    <p:sldId id="276" r:id="rId17"/>
    <p:sldId id="277"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61" r:id="rId39"/>
    <p:sldId id="262" r:id="rId40"/>
    <p:sldId id="263" r:id="rId41"/>
    <p:sldId id="264"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33CA7A-6536-A833-383A-8B8302F018BD}" v="266" dt="2026-07-27T10:50:06.539"/>
    <p1510:client id="{95D6DEBD-905A-4A04-C351-34A67B56C3A8}" v="234" dt="2026-07-27T12:30:48.9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2" d="100"/>
          <a:sy n="72" d="100"/>
        </p:scale>
        <p:origin x="107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jit Das" userId="S::sujit.das@pdpu.ac.in::5531694e-1714-439d-a47e-7795b732b077" providerId="AD" clId="Web-{0A33CA7A-6536-A833-383A-8B8302F018BD}"/>
    <pc:docChg chg="addSld delSld modSld sldOrd">
      <pc:chgData name="Sujit Das" userId="S::sujit.das@pdpu.ac.in::5531694e-1714-439d-a47e-7795b732b077" providerId="AD" clId="Web-{0A33CA7A-6536-A833-383A-8B8302F018BD}" dt="2026-07-27T10:50:06.539" v="323" actId="20577"/>
      <pc:docMkLst>
        <pc:docMk/>
      </pc:docMkLst>
      <pc:sldChg chg="addSp delSp modSp mod setBg">
        <pc:chgData name="Sujit Das" userId="S::sujit.das@pdpu.ac.in::5531694e-1714-439d-a47e-7795b732b077" providerId="AD" clId="Web-{0A33CA7A-6536-A833-383A-8B8302F018BD}" dt="2026-07-27T06:31:18.618" v="41"/>
        <pc:sldMkLst>
          <pc:docMk/>
          <pc:sldMk cId="4051154046" sldId="256"/>
        </pc:sldMkLst>
        <pc:spChg chg="mod">
          <ac:chgData name="Sujit Das" userId="S::sujit.das@pdpu.ac.in::5531694e-1714-439d-a47e-7795b732b077" providerId="AD" clId="Web-{0A33CA7A-6536-A833-383A-8B8302F018BD}" dt="2026-07-27T06:31:18.618" v="41"/>
          <ac:spMkLst>
            <pc:docMk/>
            <pc:sldMk cId="4051154046" sldId="256"/>
            <ac:spMk id="2" creationId="{00000000-0000-0000-0000-000000000000}"/>
          </ac:spMkLst>
        </pc:spChg>
        <pc:spChg chg="mod">
          <ac:chgData name="Sujit Das" userId="S::sujit.das@pdpu.ac.in::5531694e-1714-439d-a47e-7795b732b077" providerId="AD" clId="Web-{0A33CA7A-6536-A833-383A-8B8302F018BD}" dt="2026-07-27T06:31:18.618" v="41"/>
          <ac:spMkLst>
            <pc:docMk/>
            <pc:sldMk cId="4051154046" sldId="256"/>
            <ac:spMk id="3" creationId="{00000000-0000-0000-0000-000000000000}"/>
          </ac:spMkLst>
        </pc:spChg>
        <pc:spChg chg="add del">
          <ac:chgData name="Sujit Das" userId="S::sujit.das@pdpu.ac.in::5531694e-1714-439d-a47e-7795b732b077" providerId="AD" clId="Web-{0A33CA7A-6536-A833-383A-8B8302F018BD}" dt="2026-07-27T06:27:39.816" v="17"/>
          <ac:spMkLst>
            <pc:docMk/>
            <pc:sldMk cId="4051154046" sldId="256"/>
            <ac:spMk id="8" creationId="{943CAA20-3569-4189-9E48-239A229A86CA}"/>
          </ac:spMkLst>
        </pc:spChg>
        <pc:spChg chg="add del">
          <ac:chgData name="Sujit Das" userId="S::sujit.das@pdpu.ac.in::5531694e-1714-439d-a47e-7795b732b077" providerId="AD" clId="Web-{0A33CA7A-6536-A833-383A-8B8302F018BD}" dt="2026-07-27T06:27:39.816" v="17"/>
          <ac:spMkLst>
            <pc:docMk/>
            <pc:sldMk cId="4051154046" sldId="256"/>
            <ac:spMk id="10" creationId="{DA542B6D-E775-4832-91DC-2D20F857813A}"/>
          </ac:spMkLst>
        </pc:spChg>
        <pc:spChg chg="add del">
          <ac:chgData name="Sujit Das" userId="S::sujit.das@pdpu.ac.in::5531694e-1714-439d-a47e-7795b732b077" providerId="AD" clId="Web-{0A33CA7A-6536-A833-383A-8B8302F018BD}" dt="2026-07-27T06:27:46.863" v="19"/>
          <ac:spMkLst>
            <pc:docMk/>
            <pc:sldMk cId="4051154046" sldId="256"/>
            <ac:spMk id="12" creationId="{41F77738-2AF0-4750-A0C7-F97C2C17590E}"/>
          </ac:spMkLst>
        </pc:spChg>
        <pc:spChg chg="add del">
          <ac:chgData name="Sujit Das" userId="S::sujit.das@pdpu.ac.in::5531694e-1714-439d-a47e-7795b732b077" providerId="AD" clId="Web-{0A33CA7A-6536-A833-383A-8B8302F018BD}" dt="2026-07-27T06:27:46.863" v="19"/>
          <ac:spMkLst>
            <pc:docMk/>
            <pc:sldMk cId="4051154046" sldId="256"/>
            <ac:spMk id="13" creationId="{289ED1AA-8684-4D37-B208-8777E1A7780D}"/>
          </ac:spMkLst>
        </pc:spChg>
        <pc:spChg chg="add del">
          <ac:chgData name="Sujit Das" userId="S::sujit.das@pdpu.ac.in::5531694e-1714-439d-a47e-7795b732b077" providerId="AD" clId="Web-{0A33CA7A-6536-A833-383A-8B8302F018BD}" dt="2026-07-27T06:27:46.863" v="19"/>
          <ac:spMkLst>
            <pc:docMk/>
            <pc:sldMk cId="4051154046" sldId="256"/>
            <ac:spMk id="14" creationId="{4180E01B-B1F4-437C-807D-1C930718EE64}"/>
          </ac:spMkLst>
        </pc:spChg>
        <pc:spChg chg="add del">
          <ac:chgData name="Sujit Das" userId="S::sujit.das@pdpu.ac.in::5531694e-1714-439d-a47e-7795b732b077" providerId="AD" clId="Web-{0A33CA7A-6536-A833-383A-8B8302F018BD}" dt="2026-07-27T06:27:56.504" v="21"/>
          <ac:spMkLst>
            <pc:docMk/>
            <pc:sldMk cId="4051154046" sldId="256"/>
            <ac:spMk id="16" creationId="{22D09ED2-868F-42C6-866E-F92E0CEF314F}"/>
          </ac:spMkLst>
        </pc:spChg>
        <pc:spChg chg="add del">
          <ac:chgData name="Sujit Das" userId="S::sujit.das@pdpu.ac.in::5531694e-1714-439d-a47e-7795b732b077" providerId="AD" clId="Web-{0A33CA7A-6536-A833-383A-8B8302F018BD}" dt="2026-07-27T06:27:56.504" v="21"/>
          <ac:spMkLst>
            <pc:docMk/>
            <pc:sldMk cId="4051154046" sldId="256"/>
            <ac:spMk id="17" creationId="{4E1BEB12-92AF-4445-98AD-4C7756E7C93B}"/>
          </ac:spMkLst>
        </pc:spChg>
        <pc:spChg chg="add del">
          <ac:chgData name="Sujit Das" userId="S::sujit.das@pdpu.ac.in::5531694e-1714-439d-a47e-7795b732b077" providerId="AD" clId="Web-{0A33CA7A-6536-A833-383A-8B8302F018BD}" dt="2026-07-27T06:27:56.504" v="21"/>
          <ac:spMkLst>
            <pc:docMk/>
            <pc:sldMk cId="4051154046" sldId="256"/>
            <ac:spMk id="18" creationId="{D0522C2C-7B5C-48A7-A969-03941E5D2E76}"/>
          </ac:spMkLst>
        </pc:spChg>
        <pc:spChg chg="add del">
          <ac:chgData name="Sujit Das" userId="S::sujit.das@pdpu.ac.in::5531694e-1714-439d-a47e-7795b732b077" providerId="AD" clId="Web-{0A33CA7A-6536-A833-383A-8B8302F018BD}" dt="2026-07-27T06:27:56.504" v="21"/>
          <ac:spMkLst>
            <pc:docMk/>
            <pc:sldMk cId="4051154046" sldId="256"/>
            <ac:spMk id="19" creationId="{9C682A1A-5B2D-4111-BBD6-620165633E5B}"/>
          </ac:spMkLst>
        </pc:spChg>
        <pc:spChg chg="add del">
          <ac:chgData name="Sujit Das" userId="S::sujit.das@pdpu.ac.in::5531694e-1714-439d-a47e-7795b732b077" providerId="AD" clId="Web-{0A33CA7A-6536-A833-383A-8B8302F018BD}" dt="2026-07-27T06:27:56.504" v="21"/>
          <ac:spMkLst>
            <pc:docMk/>
            <pc:sldMk cId="4051154046" sldId="256"/>
            <ac:spMk id="20" creationId="{D6EE29F2-D77F-4BD0-A20B-334D316A1C9D}"/>
          </ac:spMkLst>
        </pc:spChg>
        <pc:spChg chg="add del">
          <ac:chgData name="Sujit Das" userId="S::sujit.das@pdpu.ac.in::5531694e-1714-439d-a47e-7795b732b077" providerId="AD" clId="Web-{0A33CA7A-6536-A833-383A-8B8302F018BD}" dt="2026-07-27T06:28:27.895" v="27"/>
          <ac:spMkLst>
            <pc:docMk/>
            <pc:sldMk cId="4051154046" sldId="256"/>
            <ac:spMk id="22" creationId="{C36A08F5-3B56-47C5-A371-9187BE56E1E5}"/>
          </ac:spMkLst>
        </pc:spChg>
        <pc:spChg chg="add del">
          <ac:chgData name="Sujit Das" userId="S::sujit.das@pdpu.ac.in::5531694e-1714-439d-a47e-7795b732b077" providerId="AD" clId="Web-{0A33CA7A-6536-A833-383A-8B8302F018BD}" dt="2026-07-27T06:28:01.207" v="23"/>
          <ac:spMkLst>
            <pc:docMk/>
            <pc:sldMk cId="4051154046" sldId="256"/>
            <ac:spMk id="23" creationId="{54A6836E-C603-43CB-9DA7-89D8E3FA3838}"/>
          </ac:spMkLst>
        </pc:spChg>
        <pc:spChg chg="add del">
          <ac:chgData name="Sujit Das" userId="S::sujit.das@pdpu.ac.in::5531694e-1714-439d-a47e-7795b732b077" providerId="AD" clId="Web-{0A33CA7A-6536-A833-383A-8B8302F018BD}" dt="2026-07-27T06:28:01.207" v="23"/>
          <ac:spMkLst>
            <pc:docMk/>
            <pc:sldMk cId="4051154046" sldId="256"/>
            <ac:spMk id="24" creationId="{296007DD-F9BF-4F0F-B8C6-C514B2841971}"/>
          </ac:spMkLst>
        </pc:spChg>
        <pc:spChg chg="add del">
          <ac:chgData name="Sujit Das" userId="S::sujit.das@pdpu.ac.in::5531694e-1714-439d-a47e-7795b732b077" providerId="AD" clId="Web-{0A33CA7A-6536-A833-383A-8B8302F018BD}" dt="2026-07-27T06:28:06.004" v="25"/>
          <ac:spMkLst>
            <pc:docMk/>
            <pc:sldMk cId="4051154046" sldId="256"/>
            <ac:spMk id="33" creationId="{4E1BEB12-92AF-4445-98AD-4C7756E7C93B}"/>
          </ac:spMkLst>
        </pc:spChg>
        <pc:spChg chg="add del">
          <ac:chgData name="Sujit Das" userId="S::sujit.das@pdpu.ac.in::5531694e-1714-439d-a47e-7795b732b077" providerId="AD" clId="Web-{0A33CA7A-6536-A833-383A-8B8302F018BD}" dt="2026-07-27T06:28:06.004" v="25"/>
          <ac:spMkLst>
            <pc:docMk/>
            <pc:sldMk cId="4051154046" sldId="256"/>
            <ac:spMk id="34" creationId="{D0522C2C-7B5C-48A7-A969-03941E5D2E76}"/>
          </ac:spMkLst>
        </pc:spChg>
        <pc:spChg chg="add del">
          <ac:chgData name="Sujit Das" userId="S::sujit.das@pdpu.ac.in::5531694e-1714-439d-a47e-7795b732b077" providerId="AD" clId="Web-{0A33CA7A-6536-A833-383A-8B8302F018BD}" dt="2026-07-27T06:28:06.004" v="25"/>
          <ac:spMkLst>
            <pc:docMk/>
            <pc:sldMk cId="4051154046" sldId="256"/>
            <ac:spMk id="35" creationId="{9C682A1A-5B2D-4111-BBD6-620165633E5B}"/>
          </ac:spMkLst>
        </pc:spChg>
        <pc:spChg chg="add del">
          <ac:chgData name="Sujit Das" userId="S::sujit.das@pdpu.ac.in::5531694e-1714-439d-a47e-7795b732b077" providerId="AD" clId="Web-{0A33CA7A-6536-A833-383A-8B8302F018BD}" dt="2026-07-27T06:28:06.004" v="25"/>
          <ac:spMkLst>
            <pc:docMk/>
            <pc:sldMk cId="4051154046" sldId="256"/>
            <ac:spMk id="36" creationId="{D6EE29F2-D77F-4BD0-A20B-334D316A1C9D}"/>
          </ac:spMkLst>
        </pc:spChg>
        <pc:spChg chg="add del">
          <ac:chgData name="Sujit Das" userId="S::sujit.das@pdpu.ac.in::5531694e-1714-439d-a47e-7795b732b077" providerId="AD" clId="Web-{0A33CA7A-6536-A833-383A-8B8302F018BD}" dt="2026-07-27T06:28:06.004" v="25"/>
          <ac:spMkLst>
            <pc:docMk/>
            <pc:sldMk cId="4051154046" sldId="256"/>
            <ac:spMk id="37" creationId="{22D09ED2-868F-42C6-866E-F92E0CEF314F}"/>
          </ac:spMkLst>
        </pc:spChg>
        <pc:spChg chg="add del">
          <ac:chgData name="Sujit Das" userId="S::sujit.das@pdpu.ac.in::5531694e-1714-439d-a47e-7795b732b077" providerId="AD" clId="Web-{0A33CA7A-6536-A833-383A-8B8302F018BD}" dt="2026-07-27T06:28:27.895" v="27"/>
          <ac:spMkLst>
            <pc:docMk/>
            <pc:sldMk cId="4051154046" sldId="256"/>
            <ac:spMk id="39" creationId="{59EF30C2-29AC-4A0D-BC0A-A679CF113EDD}"/>
          </ac:spMkLst>
        </pc:spChg>
        <pc:spChg chg="add del">
          <ac:chgData name="Sujit Das" userId="S::sujit.das@pdpu.ac.in::5531694e-1714-439d-a47e-7795b732b077" providerId="AD" clId="Web-{0A33CA7A-6536-A833-383A-8B8302F018BD}" dt="2026-07-27T06:28:27.895" v="27"/>
          <ac:spMkLst>
            <pc:docMk/>
            <pc:sldMk cId="4051154046" sldId="256"/>
            <ac:spMk id="40" creationId="{9C682A1A-5B2D-4111-BBD6-620165633E5B}"/>
          </ac:spMkLst>
        </pc:spChg>
        <pc:spChg chg="add del">
          <ac:chgData name="Sujit Das" userId="S::sujit.das@pdpu.ac.in::5531694e-1714-439d-a47e-7795b732b077" providerId="AD" clId="Web-{0A33CA7A-6536-A833-383A-8B8302F018BD}" dt="2026-07-27T06:28:27.895" v="27"/>
          <ac:spMkLst>
            <pc:docMk/>
            <pc:sldMk cId="4051154046" sldId="256"/>
            <ac:spMk id="42" creationId="{A04F1504-431A-4D86-9091-AE7E4B33376B}"/>
          </ac:spMkLst>
        </pc:spChg>
        <pc:spChg chg="add del">
          <ac:chgData name="Sujit Das" userId="S::sujit.das@pdpu.ac.in::5531694e-1714-439d-a47e-7795b732b077" providerId="AD" clId="Web-{0A33CA7A-6536-A833-383A-8B8302F018BD}" dt="2026-07-27T06:28:27.895" v="27"/>
          <ac:spMkLst>
            <pc:docMk/>
            <pc:sldMk cId="4051154046" sldId="256"/>
            <ac:spMk id="43" creationId="{EA804283-B929-4503-802F-4585376E2B42}"/>
          </ac:spMkLst>
        </pc:spChg>
        <pc:spChg chg="add del">
          <ac:chgData name="Sujit Das" userId="S::sujit.das@pdpu.ac.in::5531694e-1714-439d-a47e-7795b732b077" providerId="AD" clId="Web-{0A33CA7A-6536-A833-383A-8B8302F018BD}" dt="2026-07-27T06:28:27.895" v="27"/>
          <ac:spMkLst>
            <pc:docMk/>
            <pc:sldMk cId="4051154046" sldId="256"/>
            <ac:spMk id="44" creationId="{AD3811F5-514E-49A4-B382-673ED228A4CC}"/>
          </ac:spMkLst>
        </pc:spChg>
        <pc:spChg chg="add del">
          <ac:chgData name="Sujit Das" userId="S::sujit.das@pdpu.ac.in::5531694e-1714-439d-a47e-7795b732b077" providerId="AD" clId="Web-{0A33CA7A-6536-A833-383A-8B8302F018BD}" dt="2026-07-27T06:28:27.895" v="27"/>
          <ac:spMkLst>
            <pc:docMk/>
            <pc:sldMk cId="4051154046" sldId="256"/>
            <ac:spMk id="45" creationId="{067AD921-1CEE-4C1B-9AA3-C66D908DDD14}"/>
          </ac:spMkLst>
        </pc:spChg>
        <pc:spChg chg="add del">
          <ac:chgData name="Sujit Das" userId="S::sujit.das@pdpu.ac.in::5531694e-1714-439d-a47e-7795b732b077" providerId="AD" clId="Web-{0A33CA7A-6536-A833-383A-8B8302F018BD}" dt="2026-07-27T06:28:40.223" v="29"/>
          <ac:spMkLst>
            <pc:docMk/>
            <pc:sldMk cId="4051154046" sldId="256"/>
            <ac:spMk id="47" creationId="{3001AFEA-2442-4A9F-BA37-8C469F306654}"/>
          </ac:spMkLst>
        </pc:spChg>
        <pc:spChg chg="add del">
          <ac:chgData name="Sujit Das" userId="S::sujit.das@pdpu.ac.in::5531694e-1714-439d-a47e-7795b732b077" providerId="AD" clId="Web-{0A33CA7A-6536-A833-383A-8B8302F018BD}" dt="2026-07-27T06:28:40.223" v="29"/>
          <ac:spMkLst>
            <pc:docMk/>
            <pc:sldMk cId="4051154046" sldId="256"/>
            <ac:spMk id="48" creationId="{755E9CD0-04B0-4A3C-B291-AD913379C713}"/>
          </ac:spMkLst>
        </pc:spChg>
        <pc:spChg chg="add del">
          <ac:chgData name="Sujit Das" userId="S::sujit.das@pdpu.ac.in::5531694e-1714-439d-a47e-7795b732b077" providerId="AD" clId="Web-{0A33CA7A-6536-A833-383A-8B8302F018BD}" dt="2026-07-27T06:28:40.223" v="29"/>
          <ac:spMkLst>
            <pc:docMk/>
            <pc:sldMk cId="4051154046" sldId="256"/>
            <ac:spMk id="49" creationId="{1DD8BF3B-6066-418C-8D1A-75C5E396FC04}"/>
          </ac:spMkLst>
        </pc:spChg>
        <pc:spChg chg="add del">
          <ac:chgData name="Sujit Das" userId="S::sujit.das@pdpu.ac.in::5531694e-1714-439d-a47e-7795b732b077" providerId="AD" clId="Web-{0A33CA7A-6536-A833-383A-8B8302F018BD}" dt="2026-07-27T06:28:40.223" v="29"/>
          <ac:spMkLst>
            <pc:docMk/>
            <pc:sldMk cId="4051154046" sldId="256"/>
            <ac:spMk id="50" creationId="{80BC66F9-7A74-4286-AD22-1174052CC22C}"/>
          </ac:spMkLst>
        </pc:spChg>
        <pc:spChg chg="add del">
          <ac:chgData name="Sujit Das" userId="S::sujit.das@pdpu.ac.in::5531694e-1714-439d-a47e-7795b732b077" providerId="AD" clId="Web-{0A33CA7A-6536-A833-383A-8B8302F018BD}" dt="2026-07-27T06:28:40.223" v="29"/>
          <ac:spMkLst>
            <pc:docMk/>
            <pc:sldMk cId="4051154046" sldId="256"/>
            <ac:spMk id="51" creationId="{D8142CC3-2B5C-48E6-9DF0-6C8ACBAF23EF}"/>
          </ac:spMkLst>
        </pc:spChg>
        <pc:spChg chg="add del">
          <ac:chgData name="Sujit Das" userId="S::sujit.das@pdpu.ac.in::5531694e-1714-439d-a47e-7795b732b077" providerId="AD" clId="Web-{0A33CA7A-6536-A833-383A-8B8302F018BD}" dt="2026-07-27T06:28:40.223" v="29"/>
          <ac:spMkLst>
            <pc:docMk/>
            <pc:sldMk cId="4051154046" sldId="256"/>
            <ac:spMk id="53" creationId="{46A89C79-8EF3-4AF9-B3D9-59A883F41C83}"/>
          </ac:spMkLst>
        </pc:spChg>
        <pc:spChg chg="add del">
          <ac:chgData name="Sujit Das" userId="S::sujit.das@pdpu.ac.in::5531694e-1714-439d-a47e-7795b732b077" providerId="AD" clId="Web-{0A33CA7A-6536-A833-383A-8B8302F018BD}" dt="2026-07-27T06:28:40.223" v="29"/>
          <ac:spMkLst>
            <pc:docMk/>
            <pc:sldMk cId="4051154046" sldId="256"/>
            <ac:spMk id="54" creationId="{EFE5CE34-4543-42E5-B82C-1F3D12422CDD}"/>
          </ac:spMkLst>
        </pc:spChg>
        <pc:spChg chg="add del">
          <ac:chgData name="Sujit Das" userId="S::sujit.das@pdpu.ac.in::5531694e-1714-439d-a47e-7795b732b077" providerId="AD" clId="Web-{0A33CA7A-6536-A833-383A-8B8302F018BD}" dt="2026-07-27T06:28:40.223" v="29"/>
          <ac:spMkLst>
            <pc:docMk/>
            <pc:sldMk cId="4051154046" sldId="256"/>
            <ac:spMk id="55" creationId="{72AF41FE-63D7-4695-81D2-66D2510E4486}"/>
          </ac:spMkLst>
        </pc:spChg>
        <pc:spChg chg="add del">
          <ac:chgData name="Sujit Das" userId="S::sujit.das@pdpu.ac.in::5531694e-1714-439d-a47e-7795b732b077" providerId="AD" clId="Web-{0A33CA7A-6536-A833-383A-8B8302F018BD}" dt="2026-07-27T06:31:18.618" v="41"/>
          <ac:spMkLst>
            <pc:docMk/>
            <pc:sldMk cId="4051154046" sldId="256"/>
            <ac:spMk id="57" creationId="{5AB83C82-30AD-4DF2-A9AD-CE1547FDEDEA}"/>
          </ac:spMkLst>
        </pc:spChg>
        <pc:spChg chg="add del">
          <ac:chgData name="Sujit Das" userId="S::sujit.das@pdpu.ac.in::5531694e-1714-439d-a47e-7795b732b077" providerId="AD" clId="Web-{0A33CA7A-6536-A833-383A-8B8302F018BD}" dt="2026-07-27T06:31:18.618" v="41"/>
          <ac:spMkLst>
            <pc:docMk/>
            <pc:sldMk cId="4051154046" sldId="256"/>
            <ac:spMk id="58" creationId="{B36D2DE0-0628-4A9A-A59D-7BA8B5EB3022}"/>
          </ac:spMkLst>
        </pc:spChg>
        <pc:spChg chg="add del">
          <ac:chgData name="Sujit Das" userId="S::sujit.das@pdpu.ac.in::5531694e-1714-439d-a47e-7795b732b077" providerId="AD" clId="Web-{0A33CA7A-6536-A833-383A-8B8302F018BD}" dt="2026-07-27T06:31:18.618" v="41"/>
          <ac:spMkLst>
            <pc:docMk/>
            <pc:sldMk cId="4051154046" sldId="256"/>
            <ac:spMk id="59" creationId="{48E405C9-94BE-41DA-928C-DEC9A8550E9F}"/>
          </ac:spMkLst>
        </pc:spChg>
        <pc:spChg chg="add del">
          <ac:chgData name="Sujit Das" userId="S::sujit.das@pdpu.ac.in::5531694e-1714-439d-a47e-7795b732b077" providerId="AD" clId="Web-{0A33CA7A-6536-A833-383A-8B8302F018BD}" dt="2026-07-27T06:31:18.618" v="41"/>
          <ac:spMkLst>
            <pc:docMk/>
            <pc:sldMk cId="4051154046" sldId="256"/>
            <ac:spMk id="60" creationId="{D2091A72-D5BB-42AC-8FD3-F7747D90861E}"/>
          </ac:spMkLst>
        </pc:spChg>
        <pc:spChg chg="add del">
          <ac:chgData name="Sujit Das" userId="S::sujit.das@pdpu.ac.in::5531694e-1714-439d-a47e-7795b732b077" providerId="AD" clId="Web-{0A33CA7A-6536-A833-383A-8B8302F018BD}" dt="2026-07-27T06:31:18.618" v="41"/>
          <ac:spMkLst>
            <pc:docMk/>
            <pc:sldMk cId="4051154046" sldId="256"/>
            <ac:spMk id="61" creationId="{6ED12BFC-A737-46AF-8411-481112D54B0C}"/>
          </ac:spMkLst>
        </pc:spChg>
        <pc:spChg chg="add">
          <ac:chgData name="Sujit Das" userId="S::sujit.das@pdpu.ac.in::5531694e-1714-439d-a47e-7795b732b077" providerId="AD" clId="Web-{0A33CA7A-6536-A833-383A-8B8302F018BD}" dt="2026-07-27T06:31:18.618" v="41"/>
          <ac:spMkLst>
            <pc:docMk/>
            <pc:sldMk cId="4051154046" sldId="256"/>
            <ac:spMk id="66" creationId="{943CAA20-3569-4189-9E48-239A229A86CA}"/>
          </ac:spMkLst>
        </pc:spChg>
        <pc:spChg chg="add">
          <ac:chgData name="Sujit Das" userId="S::sujit.das@pdpu.ac.in::5531694e-1714-439d-a47e-7795b732b077" providerId="AD" clId="Web-{0A33CA7A-6536-A833-383A-8B8302F018BD}" dt="2026-07-27T06:31:18.618" v="41"/>
          <ac:spMkLst>
            <pc:docMk/>
            <pc:sldMk cId="4051154046" sldId="256"/>
            <ac:spMk id="68" creationId="{DA542B6D-E775-4832-91DC-2D20F857813A}"/>
          </ac:spMkLst>
        </pc:spChg>
        <pc:grpChg chg="add del">
          <ac:chgData name="Sujit Das" userId="S::sujit.das@pdpu.ac.in::5531694e-1714-439d-a47e-7795b732b077" providerId="AD" clId="Web-{0A33CA7A-6536-A833-383A-8B8302F018BD}" dt="2026-07-27T06:28:01.207" v="23"/>
          <ac:grpSpMkLst>
            <pc:docMk/>
            <pc:sldMk cId="4051154046" sldId="256"/>
            <ac:grpSpMk id="25" creationId="{8A0FAFCA-5C96-453B-83B7-A9AEF7F18960}"/>
          </ac:grpSpMkLst>
        </pc:grpChg>
        <pc:grpChg chg="add del">
          <ac:chgData name="Sujit Das" userId="S::sujit.das@pdpu.ac.in::5531694e-1714-439d-a47e-7795b732b077" providerId="AD" clId="Web-{0A33CA7A-6536-A833-383A-8B8302F018BD}" dt="2026-07-27T06:28:01.207" v="23"/>
          <ac:grpSpMkLst>
            <pc:docMk/>
            <pc:sldMk cId="4051154046" sldId="256"/>
            <ac:grpSpMk id="29" creationId="{CD0398DD-AD75-4E2B-A3C6-35073082A8B4}"/>
          </ac:grpSpMkLst>
        </pc:grpChg>
        <pc:cxnChg chg="add del">
          <ac:chgData name="Sujit Das" userId="S::sujit.das@pdpu.ac.in::5531694e-1714-439d-a47e-7795b732b077" providerId="AD" clId="Web-{0A33CA7A-6536-A833-383A-8B8302F018BD}" dt="2026-07-27T06:28:27.895" v="27"/>
          <ac:cxnSpMkLst>
            <pc:docMk/>
            <pc:sldMk cId="4051154046" sldId="256"/>
            <ac:cxnSpMk id="41" creationId="{266A0658-1CC4-4B0D-AAB7-A702286AFB03}"/>
          </ac:cxnSpMkLst>
        </pc:cxnChg>
      </pc:sldChg>
      <pc:sldChg chg="addSp delSp modSp del mod setBg">
        <pc:chgData name="Sujit Das" userId="S::sujit.das@pdpu.ac.in::5531694e-1714-439d-a47e-7795b732b077" providerId="AD" clId="Web-{0A33CA7A-6536-A833-383A-8B8302F018BD}" dt="2026-07-27T07:15:40.653" v="76"/>
        <pc:sldMkLst>
          <pc:docMk/>
          <pc:sldMk cId="3415373509" sldId="257"/>
        </pc:sldMkLst>
        <pc:spChg chg="mod">
          <ac:chgData name="Sujit Das" userId="S::sujit.das@pdpu.ac.in::5531694e-1714-439d-a47e-7795b732b077" providerId="AD" clId="Web-{0A33CA7A-6536-A833-383A-8B8302F018BD}" dt="2026-07-27T06:32:31.385" v="44"/>
          <ac:spMkLst>
            <pc:docMk/>
            <pc:sldMk cId="3415373509" sldId="257"/>
            <ac:spMk id="2" creationId="{00000000-0000-0000-0000-000000000000}"/>
          </ac:spMkLst>
        </pc:spChg>
        <pc:spChg chg="add del mod">
          <ac:chgData name="Sujit Das" userId="S::sujit.das@pdpu.ac.in::5531694e-1714-439d-a47e-7795b732b077" providerId="AD" clId="Web-{0A33CA7A-6536-A833-383A-8B8302F018BD}" dt="2026-07-27T06:27:23.018" v="15"/>
          <ac:spMkLst>
            <pc:docMk/>
            <pc:sldMk cId="3415373509" sldId="257"/>
            <ac:spMk id="3" creationId="{00000000-0000-0000-0000-000000000000}"/>
          </ac:spMkLst>
        </pc:spChg>
        <pc:spChg chg="add del">
          <ac:chgData name="Sujit Das" userId="S::sujit.das@pdpu.ac.in::5531694e-1714-439d-a47e-7795b732b077" providerId="AD" clId="Web-{0A33CA7A-6536-A833-383A-8B8302F018BD}" dt="2026-07-27T06:26:25.705" v="10"/>
          <ac:spMkLst>
            <pc:docMk/>
            <pc:sldMk cId="3415373509" sldId="257"/>
            <ac:spMk id="8" creationId="{907EF6B7-1338-4443-8C46-6A318D952DFD}"/>
          </ac:spMkLst>
        </pc:spChg>
        <pc:spChg chg="add del">
          <ac:chgData name="Sujit Das" userId="S::sujit.das@pdpu.ac.in::5531694e-1714-439d-a47e-7795b732b077" providerId="AD" clId="Web-{0A33CA7A-6536-A833-383A-8B8302F018BD}" dt="2026-07-27T06:26:25.705" v="10"/>
          <ac:spMkLst>
            <pc:docMk/>
            <pc:sldMk cId="3415373509" sldId="257"/>
            <ac:spMk id="10" creationId="{DAAE4CDD-124C-4DCF-9584-B6033B545DD5}"/>
          </ac:spMkLst>
        </pc:spChg>
        <pc:spChg chg="add del">
          <ac:chgData name="Sujit Das" userId="S::sujit.das@pdpu.ac.in::5531694e-1714-439d-a47e-7795b732b077" providerId="AD" clId="Web-{0A33CA7A-6536-A833-383A-8B8302F018BD}" dt="2026-07-27T06:26:25.705" v="10"/>
          <ac:spMkLst>
            <pc:docMk/>
            <pc:sldMk cId="3415373509" sldId="257"/>
            <ac:spMk id="12" creationId="{081E4A58-353D-44AE-B2FC-2A74E2E400F7}"/>
          </ac:spMkLst>
        </pc:spChg>
        <pc:spChg chg="add del">
          <ac:chgData name="Sujit Das" userId="S::sujit.das@pdpu.ac.in::5531694e-1714-439d-a47e-7795b732b077" providerId="AD" clId="Web-{0A33CA7A-6536-A833-383A-8B8302F018BD}" dt="2026-07-27T06:26:58.018" v="12"/>
          <ac:spMkLst>
            <pc:docMk/>
            <pc:sldMk cId="3415373509" sldId="257"/>
            <ac:spMk id="14" creationId="{B50AB553-2A96-4A92-96F2-93548E096954}"/>
          </ac:spMkLst>
        </pc:spChg>
        <pc:spChg chg="add del">
          <ac:chgData name="Sujit Das" userId="S::sujit.das@pdpu.ac.in::5531694e-1714-439d-a47e-7795b732b077" providerId="AD" clId="Web-{0A33CA7A-6536-A833-383A-8B8302F018BD}" dt="2026-07-27T06:27:23.003" v="14"/>
          <ac:spMkLst>
            <pc:docMk/>
            <pc:sldMk cId="3415373509" sldId="257"/>
            <ac:spMk id="16" creationId="{777A147A-9ED8-46B4-8660-1B3C2AA880B5}"/>
          </ac:spMkLst>
        </pc:spChg>
        <pc:spChg chg="add del">
          <ac:chgData name="Sujit Das" userId="S::sujit.das@pdpu.ac.in::5531694e-1714-439d-a47e-7795b732b077" providerId="AD" clId="Web-{0A33CA7A-6536-A833-383A-8B8302F018BD}" dt="2026-07-27T06:27:23.003" v="14"/>
          <ac:spMkLst>
            <pc:docMk/>
            <pc:sldMk cId="3415373509" sldId="257"/>
            <ac:spMk id="17" creationId="{5D6C15A0-C087-4593-8414-2B4EC1CDC3DE}"/>
          </ac:spMkLst>
        </pc:spChg>
        <pc:spChg chg="add del">
          <ac:chgData name="Sujit Das" userId="S::sujit.das@pdpu.ac.in::5531694e-1714-439d-a47e-7795b732b077" providerId="AD" clId="Web-{0A33CA7A-6536-A833-383A-8B8302F018BD}" dt="2026-07-27T06:27:23.003" v="14"/>
          <ac:spMkLst>
            <pc:docMk/>
            <pc:sldMk cId="3415373509" sldId="257"/>
            <ac:spMk id="18" creationId="{00000000-0000-0000-0000-000000000000}"/>
          </ac:spMkLst>
        </pc:spChg>
        <pc:spChg chg="add del">
          <ac:chgData name="Sujit Das" userId="S::sujit.das@pdpu.ac.in::5531694e-1714-439d-a47e-7795b732b077" providerId="AD" clId="Web-{0A33CA7A-6536-A833-383A-8B8302F018BD}" dt="2026-07-27T06:32:31.385" v="44"/>
          <ac:spMkLst>
            <pc:docMk/>
            <pc:sldMk cId="3415373509" sldId="257"/>
            <ac:spMk id="20" creationId="{907EF6B7-1338-4443-8C46-6A318D952DFD}"/>
          </ac:spMkLst>
        </pc:spChg>
        <pc:spChg chg="add del">
          <ac:chgData name="Sujit Das" userId="S::sujit.das@pdpu.ac.in::5531694e-1714-439d-a47e-7795b732b077" providerId="AD" clId="Web-{0A33CA7A-6536-A833-383A-8B8302F018BD}" dt="2026-07-27T06:32:31.385" v="44"/>
          <ac:spMkLst>
            <pc:docMk/>
            <pc:sldMk cId="3415373509" sldId="257"/>
            <ac:spMk id="21" creationId="{DAAE4CDD-124C-4DCF-9584-B6033B545DD5}"/>
          </ac:spMkLst>
        </pc:spChg>
        <pc:spChg chg="add del">
          <ac:chgData name="Sujit Das" userId="S::sujit.das@pdpu.ac.in::5531694e-1714-439d-a47e-7795b732b077" providerId="AD" clId="Web-{0A33CA7A-6536-A833-383A-8B8302F018BD}" dt="2026-07-27T06:32:31.385" v="44"/>
          <ac:spMkLst>
            <pc:docMk/>
            <pc:sldMk cId="3415373509" sldId="257"/>
            <ac:spMk id="22" creationId="{081E4A58-353D-44AE-B2FC-2A74E2E400F7}"/>
          </ac:spMkLst>
        </pc:spChg>
        <pc:spChg chg="add mod">
          <ac:chgData name="Sujit Das" userId="S::sujit.das@pdpu.ac.in::5531694e-1714-439d-a47e-7795b732b077" providerId="AD" clId="Web-{0A33CA7A-6536-A833-383A-8B8302F018BD}" dt="2026-07-27T06:48:36.862" v="65" actId="20577"/>
          <ac:spMkLst>
            <pc:docMk/>
            <pc:sldMk cId="3415373509" sldId="257"/>
            <ac:spMk id="23" creationId="{00000000-0000-0000-0000-000000000000}"/>
          </ac:spMkLst>
        </pc:spChg>
        <pc:spChg chg="add del">
          <ac:chgData name="Sujit Das" userId="S::sujit.das@pdpu.ac.in::5531694e-1714-439d-a47e-7795b732b077" providerId="AD" clId="Web-{0A33CA7A-6536-A833-383A-8B8302F018BD}" dt="2026-07-27T06:32:31.370" v="43"/>
          <ac:spMkLst>
            <pc:docMk/>
            <pc:sldMk cId="3415373509" sldId="257"/>
            <ac:spMk id="28" creationId="{777A147A-9ED8-46B4-8660-1B3C2AA880B5}"/>
          </ac:spMkLst>
        </pc:spChg>
        <pc:spChg chg="add del">
          <ac:chgData name="Sujit Das" userId="S::sujit.das@pdpu.ac.in::5531694e-1714-439d-a47e-7795b732b077" providerId="AD" clId="Web-{0A33CA7A-6536-A833-383A-8B8302F018BD}" dt="2026-07-27T06:32:31.370" v="43"/>
          <ac:spMkLst>
            <pc:docMk/>
            <pc:sldMk cId="3415373509" sldId="257"/>
            <ac:spMk id="30" creationId="{5D6C15A0-C087-4593-8414-2B4EC1CDC3DE}"/>
          </ac:spMkLst>
        </pc:spChg>
        <pc:spChg chg="add">
          <ac:chgData name="Sujit Das" userId="S::sujit.das@pdpu.ac.in::5531694e-1714-439d-a47e-7795b732b077" providerId="AD" clId="Web-{0A33CA7A-6536-A833-383A-8B8302F018BD}" dt="2026-07-27T06:32:31.385" v="44"/>
          <ac:spMkLst>
            <pc:docMk/>
            <pc:sldMk cId="3415373509" sldId="257"/>
            <ac:spMk id="32" creationId="{100EDD19-6802-4EC3-95CE-CFFAB042CFD6}"/>
          </ac:spMkLst>
        </pc:spChg>
        <pc:spChg chg="add">
          <ac:chgData name="Sujit Das" userId="S::sujit.das@pdpu.ac.in::5531694e-1714-439d-a47e-7795b732b077" providerId="AD" clId="Web-{0A33CA7A-6536-A833-383A-8B8302F018BD}" dt="2026-07-27T06:32:31.385" v="44"/>
          <ac:spMkLst>
            <pc:docMk/>
            <pc:sldMk cId="3415373509" sldId="257"/>
            <ac:spMk id="33" creationId="{DB17E863-922E-4C26-BD64-E8FD41D28661}"/>
          </ac:spMkLst>
        </pc:spChg>
        <pc:graphicFrameChg chg="add del">
          <ac:chgData name="Sujit Das" userId="S::sujit.das@pdpu.ac.in::5531694e-1714-439d-a47e-7795b732b077" providerId="AD" clId="Web-{0A33CA7A-6536-A833-383A-8B8302F018BD}" dt="2026-07-27T06:26:58.018" v="12"/>
          <ac:graphicFrameMkLst>
            <pc:docMk/>
            <pc:sldMk cId="3415373509" sldId="257"/>
            <ac:graphicFrameMk id="5" creationId="{8E9C53CE-60CC-A534-3AF1-4548D82680FA}"/>
          </ac:graphicFrameMkLst>
        </pc:graphicFrameChg>
        <pc:picChg chg="add del">
          <ac:chgData name="Sujit Das" userId="S::sujit.das@pdpu.ac.in::5531694e-1714-439d-a47e-7795b732b077" providerId="AD" clId="Web-{0A33CA7A-6536-A833-383A-8B8302F018BD}" dt="2026-07-27T06:26:58.018" v="12"/>
          <ac:picMkLst>
            <pc:docMk/>
            <pc:sldMk cId="3415373509" sldId="257"/>
            <ac:picMk id="6" creationId="{57E13068-F93B-64CF-6573-6ECD3CE2A9A8}"/>
          </ac:picMkLst>
        </pc:picChg>
      </pc:sldChg>
      <pc:sldChg chg="addSp modSp mod ord setBg">
        <pc:chgData name="Sujit Das" userId="S::sujit.das@pdpu.ac.in::5531694e-1714-439d-a47e-7795b732b077" providerId="AD" clId="Web-{0A33CA7A-6536-A833-383A-8B8302F018BD}" dt="2026-07-27T06:30:53.430" v="39"/>
        <pc:sldMkLst>
          <pc:docMk/>
          <pc:sldMk cId="3637662926" sldId="259"/>
        </pc:sldMkLst>
        <pc:spChg chg="mod">
          <ac:chgData name="Sujit Das" userId="S::sujit.das@pdpu.ac.in::5531694e-1714-439d-a47e-7795b732b077" providerId="AD" clId="Web-{0A33CA7A-6536-A833-383A-8B8302F018BD}" dt="2026-07-27T06:29:07.380" v="31"/>
          <ac:spMkLst>
            <pc:docMk/>
            <pc:sldMk cId="3637662926" sldId="259"/>
            <ac:spMk id="2" creationId="{00000000-0000-0000-0000-000000000000}"/>
          </ac:spMkLst>
        </pc:spChg>
        <pc:spChg chg="mod">
          <ac:chgData name="Sujit Das" userId="S::sujit.das@pdpu.ac.in::5531694e-1714-439d-a47e-7795b732b077" providerId="AD" clId="Web-{0A33CA7A-6536-A833-383A-8B8302F018BD}" dt="2026-07-27T06:29:07.380" v="31"/>
          <ac:spMkLst>
            <pc:docMk/>
            <pc:sldMk cId="3637662926" sldId="259"/>
            <ac:spMk id="6" creationId="{00000000-0000-0000-0000-000000000000}"/>
          </ac:spMkLst>
        </pc:spChg>
        <pc:spChg chg="add">
          <ac:chgData name="Sujit Das" userId="S::sujit.das@pdpu.ac.in::5531694e-1714-439d-a47e-7795b732b077" providerId="AD" clId="Web-{0A33CA7A-6536-A833-383A-8B8302F018BD}" dt="2026-07-27T06:29:07.380" v="31"/>
          <ac:spMkLst>
            <pc:docMk/>
            <pc:sldMk cId="3637662926" sldId="259"/>
            <ac:spMk id="11" creationId="{1BB867FF-FC45-48F7-8104-F89BE54909F1}"/>
          </ac:spMkLst>
        </pc:spChg>
        <pc:spChg chg="add">
          <ac:chgData name="Sujit Das" userId="S::sujit.das@pdpu.ac.in::5531694e-1714-439d-a47e-7795b732b077" providerId="AD" clId="Web-{0A33CA7A-6536-A833-383A-8B8302F018BD}" dt="2026-07-27T06:29:07.380" v="31"/>
          <ac:spMkLst>
            <pc:docMk/>
            <pc:sldMk cId="3637662926" sldId="259"/>
            <ac:spMk id="13" creationId="{8BB56887-D0D5-4F0C-9E19-7247EB83C8B7}"/>
          </ac:spMkLst>
        </pc:spChg>
        <pc:spChg chg="add">
          <ac:chgData name="Sujit Das" userId="S::sujit.das@pdpu.ac.in::5531694e-1714-439d-a47e-7795b732b077" providerId="AD" clId="Web-{0A33CA7A-6536-A833-383A-8B8302F018BD}" dt="2026-07-27T06:29:07.380" v="31"/>
          <ac:spMkLst>
            <pc:docMk/>
            <pc:sldMk cId="3637662926" sldId="259"/>
            <ac:spMk id="15" creationId="{081E4A58-353D-44AE-B2FC-2A74E2E400F7}"/>
          </ac:spMkLst>
        </pc:spChg>
      </pc:sldChg>
      <pc:sldChg chg="addSp delSp modSp new mod setBg">
        <pc:chgData name="Sujit Das" userId="S::sujit.das@pdpu.ac.in::5531694e-1714-439d-a47e-7795b732b077" providerId="AD" clId="Web-{0A33CA7A-6536-A833-383A-8B8302F018BD}" dt="2026-07-27T07:28:50" v="113" actId="20577"/>
        <pc:sldMkLst>
          <pc:docMk/>
          <pc:sldMk cId="4004345678" sldId="265"/>
        </pc:sldMkLst>
        <pc:spChg chg="mod">
          <ac:chgData name="Sujit Das" userId="S::sujit.das@pdpu.ac.in::5531694e-1714-439d-a47e-7795b732b077" providerId="AD" clId="Web-{0A33CA7A-6536-A833-383A-8B8302F018BD}" dt="2026-07-27T06:31:05.977" v="40"/>
          <ac:spMkLst>
            <pc:docMk/>
            <pc:sldMk cId="4004345678" sldId="265"/>
            <ac:spMk id="2" creationId="{740A619E-C398-066D-634C-46EF91C2E82F}"/>
          </ac:spMkLst>
        </pc:spChg>
        <pc:spChg chg="add del mod">
          <ac:chgData name="Sujit Das" userId="S::sujit.das@pdpu.ac.in::5531694e-1714-439d-a47e-7795b732b077" providerId="AD" clId="Web-{0A33CA7A-6536-A833-383A-8B8302F018BD}" dt="2026-07-27T06:33:01.167" v="49"/>
          <ac:spMkLst>
            <pc:docMk/>
            <pc:sldMk cId="4004345678" sldId="265"/>
            <ac:spMk id="3" creationId="{C6D09EE0-0E55-BDEA-A441-592D80821F36}"/>
          </ac:spMkLst>
        </pc:spChg>
        <pc:spChg chg="add del">
          <ac:chgData name="Sujit Das" userId="S::sujit.das@pdpu.ac.in::5531694e-1714-439d-a47e-7795b732b077" providerId="AD" clId="Web-{0A33CA7A-6536-A833-383A-8B8302F018BD}" dt="2026-07-27T06:31:05.977" v="40"/>
          <ac:spMkLst>
            <pc:docMk/>
            <pc:sldMk cId="4004345678" sldId="265"/>
            <ac:spMk id="8" creationId="{1BB867FF-FC45-48F7-8104-F89BE54909F1}"/>
          </ac:spMkLst>
        </pc:spChg>
        <pc:spChg chg="add del">
          <ac:chgData name="Sujit Das" userId="S::sujit.das@pdpu.ac.in::5531694e-1714-439d-a47e-7795b732b077" providerId="AD" clId="Web-{0A33CA7A-6536-A833-383A-8B8302F018BD}" dt="2026-07-27T06:31:05.977" v="40"/>
          <ac:spMkLst>
            <pc:docMk/>
            <pc:sldMk cId="4004345678" sldId="265"/>
            <ac:spMk id="10" creationId="{8BB56887-D0D5-4F0C-9E19-7247EB83C8B7}"/>
          </ac:spMkLst>
        </pc:spChg>
        <pc:spChg chg="add del">
          <ac:chgData name="Sujit Das" userId="S::sujit.das@pdpu.ac.in::5531694e-1714-439d-a47e-7795b732b077" providerId="AD" clId="Web-{0A33CA7A-6536-A833-383A-8B8302F018BD}" dt="2026-07-27T06:31:05.977" v="40"/>
          <ac:spMkLst>
            <pc:docMk/>
            <pc:sldMk cId="4004345678" sldId="265"/>
            <ac:spMk id="12" creationId="{081E4A58-353D-44AE-B2FC-2A74E2E400F7}"/>
          </ac:spMkLst>
        </pc:spChg>
        <pc:spChg chg="add del">
          <ac:chgData name="Sujit Das" userId="S::sujit.das@pdpu.ac.in::5531694e-1714-439d-a47e-7795b732b077" providerId="AD" clId="Web-{0A33CA7A-6536-A833-383A-8B8302F018BD}" dt="2026-07-27T06:33:01.167" v="49"/>
          <ac:spMkLst>
            <pc:docMk/>
            <pc:sldMk cId="4004345678" sldId="265"/>
            <ac:spMk id="17" creationId="{100EDD19-6802-4EC3-95CE-CFFAB042CFD6}"/>
          </ac:spMkLst>
        </pc:spChg>
        <pc:spChg chg="add del">
          <ac:chgData name="Sujit Das" userId="S::sujit.das@pdpu.ac.in::5531694e-1714-439d-a47e-7795b732b077" providerId="AD" clId="Web-{0A33CA7A-6536-A833-383A-8B8302F018BD}" dt="2026-07-27T06:33:01.167" v="49"/>
          <ac:spMkLst>
            <pc:docMk/>
            <pc:sldMk cId="4004345678" sldId="265"/>
            <ac:spMk id="19" creationId="{DB17E863-922E-4C26-BD64-E8FD41D28661}"/>
          </ac:spMkLst>
        </pc:spChg>
        <pc:spChg chg="add">
          <ac:chgData name="Sujit Das" userId="S::sujit.das@pdpu.ac.in::5531694e-1714-439d-a47e-7795b732b077" providerId="AD" clId="Web-{0A33CA7A-6536-A833-383A-8B8302F018BD}" dt="2026-07-27T06:33:01.167" v="49"/>
          <ac:spMkLst>
            <pc:docMk/>
            <pc:sldMk cId="4004345678" sldId="265"/>
            <ac:spMk id="24" creationId="{100EDD19-6802-4EC3-95CE-CFFAB042CFD6}"/>
          </ac:spMkLst>
        </pc:spChg>
        <pc:spChg chg="add mod">
          <ac:chgData name="Sujit Das" userId="S::sujit.das@pdpu.ac.in::5531694e-1714-439d-a47e-7795b732b077" providerId="AD" clId="Web-{0A33CA7A-6536-A833-383A-8B8302F018BD}" dt="2026-07-27T07:28:50" v="113" actId="20577"/>
          <ac:spMkLst>
            <pc:docMk/>
            <pc:sldMk cId="4004345678" sldId="265"/>
            <ac:spMk id="25" creationId="{C6D09EE0-0E55-BDEA-A441-592D80821F36}"/>
          </ac:spMkLst>
        </pc:spChg>
        <pc:spChg chg="add">
          <ac:chgData name="Sujit Das" userId="S::sujit.das@pdpu.ac.in::5531694e-1714-439d-a47e-7795b732b077" providerId="AD" clId="Web-{0A33CA7A-6536-A833-383A-8B8302F018BD}" dt="2026-07-27T06:33:01.167" v="49"/>
          <ac:spMkLst>
            <pc:docMk/>
            <pc:sldMk cId="4004345678" sldId="265"/>
            <ac:spMk id="26" creationId="{DB17E863-922E-4C26-BD64-E8FD41D28661}"/>
          </ac:spMkLst>
        </pc:spChg>
        <pc:graphicFrameChg chg="add del">
          <ac:chgData name="Sujit Das" userId="S::sujit.das@pdpu.ac.in::5531694e-1714-439d-a47e-7795b732b077" providerId="AD" clId="Web-{0A33CA7A-6536-A833-383A-8B8302F018BD}" dt="2026-07-27T06:32:51.542" v="46"/>
          <ac:graphicFrameMkLst>
            <pc:docMk/>
            <pc:sldMk cId="4004345678" sldId="265"/>
            <ac:graphicFrameMk id="21" creationId="{0A12CD2B-4010-68D8-7AC5-9F126B0EB248}"/>
          </ac:graphicFrameMkLst>
        </pc:graphicFrameChg>
        <pc:graphicFrameChg chg="add del">
          <ac:chgData name="Sujit Das" userId="S::sujit.das@pdpu.ac.in::5531694e-1714-439d-a47e-7795b732b077" providerId="AD" clId="Web-{0A33CA7A-6536-A833-383A-8B8302F018BD}" dt="2026-07-27T06:33:01.167" v="48"/>
          <ac:graphicFrameMkLst>
            <pc:docMk/>
            <pc:sldMk cId="4004345678" sldId="265"/>
            <ac:graphicFrameMk id="23" creationId="{6A2FFEDB-7FAA-16C6-925D-9E6A1D34CC65}"/>
          </ac:graphicFrameMkLst>
        </pc:graphicFrameChg>
      </pc:sldChg>
      <pc:sldChg chg="addSp delSp modSp new mod setBg">
        <pc:chgData name="Sujit Das" userId="S::sujit.das@pdpu.ac.in::5531694e-1714-439d-a47e-7795b732b077" providerId="AD" clId="Web-{0A33CA7A-6536-A833-383A-8B8302F018BD}" dt="2026-07-27T07:20:59.566" v="92"/>
        <pc:sldMkLst>
          <pc:docMk/>
          <pc:sldMk cId="4023759572" sldId="266"/>
        </pc:sldMkLst>
        <pc:spChg chg="mod">
          <ac:chgData name="Sujit Das" userId="S::sujit.das@pdpu.ac.in::5531694e-1714-439d-a47e-7795b732b077" providerId="AD" clId="Web-{0A33CA7A-6536-A833-383A-8B8302F018BD}" dt="2026-07-27T07:15:31.855" v="75"/>
          <ac:spMkLst>
            <pc:docMk/>
            <pc:sldMk cId="4023759572" sldId="266"/>
            <ac:spMk id="2" creationId="{7703BE87-445C-3DAB-A8E3-D2E58CC629CA}"/>
          </ac:spMkLst>
        </pc:spChg>
        <pc:spChg chg="del mod">
          <ac:chgData name="Sujit Das" userId="S::sujit.das@pdpu.ac.in::5531694e-1714-439d-a47e-7795b732b077" providerId="AD" clId="Web-{0A33CA7A-6536-A833-383A-8B8302F018BD}" dt="2026-07-27T07:15:31.855" v="75"/>
          <ac:spMkLst>
            <pc:docMk/>
            <pc:sldMk cId="4023759572" sldId="266"/>
            <ac:spMk id="3" creationId="{B0C3A9C9-694C-0271-9CA6-7C50FBCE442B}"/>
          </ac:spMkLst>
        </pc:spChg>
        <pc:spChg chg="add del">
          <ac:chgData name="Sujit Das" userId="S::sujit.das@pdpu.ac.in::5531694e-1714-439d-a47e-7795b732b077" providerId="AD" clId="Web-{0A33CA7A-6536-A833-383A-8B8302F018BD}" dt="2026-07-27T07:15:31.855" v="75"/>
          <ac:spMkLst>
            <pc:docMk/>
            <pc:sldMk cId="4023759572" sldId="266"/>
            <ac:spMk id="8" creationId="{100EDD19-6802-4EC3-95CE-CFFAB042CFD6}"/>
          </ac:spMkLst>
        </pc:spChg>
        <pc:spChg chg="add del">
          <ac:chgData name="Sujit Das" userId="S::sujit.das@pdpu.ac.in::5531694e-1714-439d-a47e-7795b732b077" providerId="AD" clId="Web-{0A33CA7A-6536-A833-383A-8B8302F018BD}" dt="2026-07-27T07:15:31.855" v="75"/>
          <ac:spMkLst>
            <pc:docMk/>
            <pc:sldMk cId="4023759572" sldId="266"/>
            <ac:spMk id="10" creationId="{DB17E863-922E-4C26-BD64-E8FD41D28661}"/>
          </ac:spMkLst>
        </pc:spChg>
        <pc:spChg chg="add">
          <ac:chgData name="Sujit Das" userId="S::sujit.das@pdpu.ac.in::5531694e-1714-439d-a47e-7795b732b077" providerId="AD" clId="Web-{0A33CA7A-6536-A833-383A-8B8302F018BD}" dt="2026-07-27T07:15:31.855" v="75"/>
          <ac:spMkLst>
            <pc:docMk/>
            <pc:sldMk cId="4023759572" sldId="266"/>
            <ac:spMk id="17" creationId="{B50AB553-2A96-4A92-96F2-93548E096954}"/>
          </ac:spMkLst>
        </pc:spChg>
        <pc:graphicFrameChg chg="add del mod modGraphic">
          <ac:chgData name="Sujit Das" userId="S::sujit.das@pdpu.ac.in::5531694e-1714-439d-a47e-7795b732b077" providerId="AD" clId="Web-{0A33CA7A-6536-A833-383A-8B8302F018BD}" dt="2026-07-27T07:15:26.371" v="74"/>
          <ac:graphicFrameMkLst>
            <pc:docMk/>
            <pc:sldMk cId="4023759572" sldId="266"/>
            <ac:graphicFrameMk id="4" creationId="{B59367FE-1E9E-3DDE-35CB-DEFC6DD93BA4}"/>
          </ac:graphicFrameMkLst>
        </pc:graphicFrameChg>
        <pc:graphicFrameChg chg="add modGraphic">
          <ac:chgData name="Sujit Das" userId="S::sujit.das@pdpu.ac.in::5531694e-1714-439d-a47e-7795b732b077" providerId="AD" clId="Web-{0A33CA7A-6536-A833-383A-8B8302F018BD}" dt="2026-07-27T07:19:21.048" v="90"/>
          <ac:graphicFrameMkLst>
            <pc:docMk/>
            <pc:sldMk cId="4023759572" sldId="266"/>
            <ac:graphicFrameMk id="12" creationId="{0B249B63-A2D9-E2B7-61C0-89FB765FE5C3}"/>
          </ac:graphicFrameMkLst>
        </pc:graphicFrameChg>
        <pc:graphicFrameChg chg="add del mod modGraphic">
          <ac:chgData name="Sujit Das" userId="S::sujit.das@pdpu.ac.in::5531694e-1714-439d-a47e-7795b732b077" providerId="AD" clId="Web-{0A33CA7A-6536-A833-383A-8B8302F018BD}" dt="2026-07-27T07:20:59.566" v="92"/>
          <ac:graphicFrameMkLst>
            <pc:docMk/>
            <pc:sldMk cId="4023759572" sldId="266"/>
            <ac:graphicFrameMk id="145" creationId="{1DFB0E42-2359-FA5E-B74F-D2F7F3B116A5}"/>
          </ac:graphicFrameMkLst>
        </pc:graphicFrameChg>
        <pc:picChg chg="add">
          <ac:chgData name="Sujit Das" userId="S::sujit.das@pdpu.ac.in::5531694e-1714-439d-a47e-7795b732b077" providerId="AD" clId="Web-{0A33CA7A-6536-A833-383A-8B8302F018BD}" dt="2026-07-27T07:15:31.855" v="75"/>
          <ac:picMkLst>
            <pc:docMk/>
            <pc:sldMk cId="4023759572" sldId="266"/>
            <ac:picMk id="13" creationId="{2E49E3C3-65DE-9174-BFE6-99C14ED00764}"/>
          </ac:picMkLst>
        </pc:picChg>
      </pc:sldChg>
      <pc:sldChg chg="new del">
        <pc:chgData name="Sujit Das" userId="S::sujit.das@pdpu.ac.in::5531694e-1714-439d-a47e-7795b732b077" providerId="AD" clId="Web-{0A33CA7A-6536-A833-383A-8B8302F018BD}" dt="2026-07-27T06:33:54.653" v="58"/>
        <pc:sldMkLst>
          <pc:docMk/>
          <pc:sldMk cId="4281286401" sldId="266"/>
        </pc:sldMkLst>
      </pc:sldChg>
      <pc:sldChg chg="addSp modSp new mod setBg">
        <pc:chgData name="Sujit Das" userId="S::sujit.das@pdpu.ac.in::5531694e-1714-439d-a47e-7795b732b077" providerId="AD" clId="Web-{0A33CA7A-6536-A833-383A-8B8302F018BD}" dt="2026-07-27T07:30:39.394" v="126" actId="20577"/>
        <pc:sldMkLst>
          <pc:docMk/>
          <pc:sldMk cId="1866011529" sldId="267"/>
        </pc:sldMkLst>
        <pc:spChg chg="mod">
          <ac:chgData name="Sujit Das" userId="S::sujit.das@pdpu.ac.in::5531694e-1714-439d-a47e-7795b732b077" providerId="AD" clId="Web-{0A33CA7A-6536-A833-383A-8B8302F018BD}" dt="2026-07-27T07:22:27.459" v="96" actId="20577"/>
          <ac:spMkLst>
            <pc:docMk/>
            <pc:sldMk cId="1866011529" sldId="267"/>
            <ac:spMk id="2" creationId="{EE2FED42-C363-C5EB-3352-FA0239919B5E}"/>
          </ac:spMkLst>
        </pc:spChg>
        <pc:spChg chg="mod">
          <ac:chgData name="Sujit Das" userId="S::sujit.das@pdpu.ac.in::5531694e-1714-439d-a47e-7795b732b077" providerId="AD" clId="Web-{0A33CA7A-6536-A833-383A-8B8302F018BD}" dt="2026-07-27T07:30:39.394" v="126" actId="20577"/>
          <ac:spMkLst>
            <pc:docMk/>
            <pc:sldMk cId="1866011529" sldId="267"/>
            <ac:spMk id="3" creationId="{9F90660B-219B-2249-FC05-9141465921DE}"/>
          </ac:spMkLst>
        </pc:spChg>
        <pc:spChg chg="add">
          <ac:chgData name="Sujit Das" userId="S::sujit.das@pdpu.ac.in::5531694e-1714-439d-a47e-7795b732b077" providerId="AD" clId="Web-{0A33CA7A-6536-A833-383A-8B8302F018BD}" dt="2026-07-27T07:22:23.490" v="94"/>
          <ac:spMkLst>
            <pc:docMk/>
            <pc:sldMk cId="1866011529" sldId="267"/>
            <ac:spMk id="8" creationId="{100EDD19-6802-4EC3-95CE-CFFAB042CFD6}"/>
          </ac:spMkLst>
        </pc:spChg>
        <pc:spChg chg="add">
          <ac:chgData name="Sujit Das" userId="S::sujit.das@pdpu.ac.in::5531694e-1714-439d-a47e-7795b732b077" providerId="AD" clId="Web-{0A33CA7A-6536-A833-383A-8B8302F018BD}" dt="2026-07-27T07:22:23.490" v="94"/>
          <ac:spMkLst>
            <pc:docMk/>
            <pc:sldMk cId="1866011529" sldId="267"/>
            <ac:spMk id="10" creationId="{DB17E863-922E-4C26-BD64-E8FD41D28661}"/>
          </ac:spMkLst>
        </pc:spChg>
      </pc:sldChg>
      <pc:sldChg chg="addSp modSp new mod setBg">
        <pc:chgData name="Sujit Das" userId="S::sujit.das@pdpu.ac.in::5531694e-1714-439d-a47e-7795b732b077" providerId="AD" clId="Web-{0A33CA7A-6536-A833-383A-8B8302F018BD}" dt="2026-07-27T07:35:46.151" v="191" actId="20577"/>
        <pc:sldMkLst>
          <pc:docMk/>
          <pc:sldMk cId="1972080704" sldId="268"/>
        </pc:sldMkLst>
        <pc:spChg chg="mod">
          <ac:chgData name="Sujit Das" userId="S::sujit.das@pdpu.ac.in::5531694e-1714-439d-a47e-7795b732b077" providerId="AD" clId="Web-{0A33CA7A-6536-A833-383A-8B8302F018BD}" dt="2026-07-27T07:29:34.267" v="117" actId="20577"/>
          <ac:spMkLst>
            <pc:docMk/>
            <pc:sldMk cId="1972080704" sldId="268"/>
            <ac:spMk id="2" creationId="{FAA7E4DC-B6C3-3755-2A02-AFA786CC3DD4}"/>
          </ac:spMkLst>
        </pc:spChg>
        <pc:spChg chg="mod">
          <ac:chgData name="Sujit Das" userId="S::sujit.das@pdpu.ac.in::5531694e-1714-439d-a47e-7795b732b077" providerId="AD" clId="Web-{0A33CA7A-6536-A833-383A-8B8302F018BD}" dt="2026-07-27T07:35:46.151" v="191" actId="20577"/>
          <ac:spMkLst>
            <pc:docMk/>
            <pc:sldMk cId="1972080704" sldId="268"/>
            <ac:spMk id="3" creationId="{EEE9D355-A7AA-2351-3AAF-044A61F6971D}"/>
          </ac:spMkLst>
        </pc:spChg>
        <pc:spChg chg="add">
          <ac:chgData name="Sujit Das" userId="S::sujit.das@pdpu.ac.in::5531694e-1714-439d-a47e-7795b732b077" providerId="AD" clId="Web-{0A33CA7A-6536-A833-383A-8B8302F018BD}" dt="2026-07-27T07:29:19.642" v="115"/>
          <ac:spMkLst>
            <pc:docMk/>
            <pc:sldMk cId="1972080704" sldId="268"/>
            <ac:spMk id="8" creationId="{100EDD19-6802-4EC3-95CE-CFFAB042CFD6}"/>
          </ac:spMkLst>
        </pc:spChg>
        <pc:spChg chg="add">
          <ac:chgData name="Sujit Das" userId="S::sujit.das@pdpu.ac.in::5531694e-1714-439d-a47e-7795b732b077" providerId="AD" clId="Web-{0A33CA7A-6536-A833-383A-8B8302F018BD}" dt="2026-07-27T07:29:19.642" v="115"/>
          <ac:spMkLst>
            <pc:docMk/>
            <pc:sldMk cId="1972080704" sldId="268"/>
            <ac:spMk id="10" creationId="{DB17E863-922E-4C26-BD64-E8FD41D28661}"/>
          </ac:spMkLst>
        </pc:spChg>
      </pc:sldChg>
      <pc:sldChg chg="addSp modSp new mod setBg">
        <pc:chgData name="Sujit Das" userId="S::sujit.das@pdpu.ac.in::5531694e-1714-439d-a47e-7795b732b077" providerId="AD" clId="Web-{0A33CA7A-6536-A833-383A-8B8302F018BD}" dt="2026-07-27T07:37:18.872" v="200" actId="20577"/>
        <pc:sldMkLst>
          <pc:docMk/>
          <pc:sldMk cId="3914694721" sldId="269"/>
        </pc:sldMkLst>
        <pc:spChg chg="mod">
          <ac:chgData name="Sujit Das" userId="S::sujit.das@pdpu.ac.in::5531694e-1714-439d-a47e-7795b732b077" providerId="AD" clId="Web-{0A33CA7A-6536-A833-383A-8B8302F018BD}" dt="2026-07-27T07:36:46.543" v="194" actId="20577"/>
          <ac:spMkLst>
            <pc:docMk/>
            <pc:sldMk cId="3914694721" sldId="269"/>
            <ac:spMk id="2" creationId="{1EBA4D14-69FD-1B70-972E-E4AA9D15E43F}"/>
          </ac:spMkLst>
        </pc:spChg>
        <pc:spChg chg="mod">
          <ac:chgData name="Sujit Das" userId="S::sujit.das@pdpu.ac.in::5531694e-1714-439d-a47e-7795b732b077" providerId="AD" clId="Web-{0A33CA7A-6536-A833-383A-8B8302F018BD}" dt="2026-07-27T07:37:18.872" v="200" actId="20577"/>
          <ac:spMkLst>
            <pc:docMk/>
            <pc:sldMk cId="3914694721" sldId="269"/>
            <ac:spMk id="3" creationId="{9B26C874-33C3-9529-4C77-10645C090E18}"/>
          </ac:spMkLst>
        </pc:spChg>
        <pc:spChg chg="add">
          <ac:chgData name="Sujit Das" userId="S::sujit.das@pdpu.ac.in::5531694e-1714-439d-a47e-7795b732b077" providerId="AD" clId="Web-{0A33CA7A-6536-A833-383A-8B8302F018BD}" dt="2026-07-27T07:36:05.401" v="193"/>
          <ac:spMkLst>
            <pc:docMk/>
            <pc:sldMk cId="3914694721" sldId="269"/>
            <ac:spMk id="8" creationId="{100EDD19-6802-4EC3-95CE-CFFAB042CFD6}"/>
          </ac:spMkLst>
        </pc:spChg>
        <pc:spChg chg="add">
          <ac:chgData name="Sujit Das" userId="S::sujit.das@pdpu.ac.in::5531694e-1714-439d-a47e-7795b732b077" providerId="AD" clId="Web-{0A33CA7A-6536-A833-383A-8B8302F018BD}" dt="2026-07-27T07:36:05.401" v="193"/>
          <ac:spMkLst>
            <pc:docMk/>
            <pc:sldMk cId="3914694721" sldId="269"/>
            <ac:spMk id="10" creationId="{DB17E863-922E-4C26-BD64-E8FD41D28661}"/>
          </ac:spMkLst>
        </pc:spChg>
      </pc:sldChg>
      <pc:sldChg chg="addSp modSp new mod setBg">
        <pc:chgData name="Sujit Das" userId="S::sujit.das@pdpu.ac.in::5531694e-1714-439d-a47e-7795b732b077" providerId="AD" clId="Web-{0A33CA7A-6536-A833-383A-8B8302F018BD}" dt="2026-07-27T07:41:02.034" v="218" actId="20577"/>
        <pc:sldMkLst>
          <pc:docMk/>
          <pc:sldMk cId="418202189" sldId="270"/>
        </pc:sldMkLst>
        <pc:spChg chg="mod">
          <ac:chgData name="Sujit Das" userId="S::sujit.das@pdpu.ac.in::5531694e-1714-439d-a47e-7795b732b077" providerId="AD" clId="Web-{0A33CA7A-6536-A833-383A-8B8302F018BD}" dt="2026-07-27T07:39:39.188" v="205" actId="20577"/>
          <ac:spMkLst>
            <pc:docMk/>
            <pc:sldMk cId="418202189" sldId="270"/>
            <ac:spMk id="2" creationId="{775E9020-6FFE-4BD9-87FB-E6EDDA2EDBDA}"/>
          </ac:spMkLst>
        </pc:spChg>
        <pc:spChg chg="mod">
          <ac:chgData name="Sujit Das" userId="S::sujit.das@pdpu.ac.in::5531694e-1714-439d-a47e-7795b732b077" providerId="AD" clId="Web-{0A33CA7A-6536-A833-383A-8B8302F018BD}" dt="2026-07-27T07:41:02.034" v="218" actId="20577"/>
          <ac:spMkLst>
            <pc:docMk/>
            <pc:sldMk cId="418202189" sldId="270"/>
            <ac:spMk id="3" creationId="{3FC00A49-A113-5208-68DB-6C6ECDEE3B4F}"/>
          </ac:spMkLst>
        </pc:spChg>
        <pc:spChg chg="add">
          <ac:chgData name="Sujit Das" userId="S::sujit.das@pdpu.ac.in::5531694e-1714-439d-a47e-7795b732b077" providerId="AD" clId="Web-{0A33CA7A-6536-A833-383A-8B8302F018BD}" dt="2026-07-27T07:39:33.031" v="202"/>
          <ac:spMkLst>
            <pc:docMk/>
            <pc:sldMk cId="418202189" sldId="270"/>
            <ac:spMk id="8" creationId="{100EDD19-6802-4EC3-95CE-CFFAB042CFD6}"/>
          </ac:spMkLst>
        </pc:spChg>
        <pc:spChg chg="add">
          <ac:chgData name="Sujit Das" userId="S::sujit.das@pdpu.ac.in::5531694e-1714-439d-a47e-7795b732b077" providerId="AD" clId="Web-{0A33CA7A-6536-A833-383A-8B8302F018BD}" dt="2026-07-27T07:39:33.031" v="202"/>
          <ac:spMkLst>
            <pc:docMk/>
            <pc:sldMk cId="418202189" sldId="270"/>
            <ac:spMk id="10" creationId="{DB17E863-922E-4C26-BD64-E8FD41D28661}"/>
          </ac:spMkLst>
        </pc:spChg>
      </pc:sldChg>
      <pc:sldChg chg="addSp modSp new mod setBg">
        <pc:chgData name="Sujit Das" userId="S::sujit.das@pdpu.ac.in::5531694e-1714-439d-a47e-7795b732b077" providerId="AD" clId="Web-{0A33CA7A-6536-A833-383A-8B8302F018BD}" dt="2026-07-27T07:44:34.508" v="229" actId="20577"/>
        <pc:sldMkLst>
          <pc:docMk/>
          <pc:sldMk cId="3700890890" sldId="271"/>
        </pc:sldMkLst>
        <pc:spChg chg="mod">
          <ac:chgData name="Sujit Das" userId="S::sujit.das@pdpu.ac.in::5531694e-1714-439d-a47e-7795b732b077" providerId="AD" clId="Web-{0A33CA7A-6536-A833-383A-8B8302F018BD}" dt="2026-07-27T07:42:20.082" v="221" actId="20577"/>
          <ac:spMkLst>
            <pc:docMk/>
            <pc:sldMk cId="3700890890" sldId="271"/>
            <ac:spMk id="2" creationId="{C5DD4A79-A392-C1C4-2D7D-731594DE88ED}"/>
          </ac:spMkLst>
        </pc:spChg>
        <pc:spChg chg="mod">
          <ac:chgData name="Sujit Das" userId="S::sujit.das@pdpu.ac.in::5531694e-1714-439d-a47e-7795b732b077" providerId="AD" clId="Web-{0A33CA7A-6536-A833-383A-8B8302F018BD}" dt="2026-07-27T07:44:34.508" v="229" actId="20577"/>
          <ac:spMkLst>
            <pc:docMk/>
            <pc:sldMk cId="3700890890" sldId="271"/>
            <ac:spMk id="3" creationId="{08397F24-A679-91AE-F977-4C5EC2BE76CB}"/>
          </ac:spMkLst>
        </pc:spChg>
        <pc:spChg chg="add">
          <ac:chgData name="Sujit Das" userId="S::sujit.das@pdpu.ac.in::5531694e-1714-439d-a47e-7795b732b077" providerId="AD" clId="Web-{0A33CA7A-6536-A833-383A-8B8302F018BD}" dt="2026-07-27T07:42:17.879" v="220"/>
          <ac:spMkLst>
            <pc:docMk/>
            <pc:sldMk cId="3700890890" sldId="271"/>
            <ac:spMk id="8" creationId="{100EDD19-6802-4EC3-95CE-CFFAB042CFD6}"/>
          </ac:spMkLst>
        </pc:spChg>
        <pc:spChg chg="add">
          <ac:chgData name="Sujit Das" userId="S::sujit.das@pdpu.ac.in::5531694e-1714-439d-a47e-7795b732b077" providerId="AD" clId="Web-{0A33CA7A-6536-A833-383A-8B8302F018BD}" dt="2026-07-27T07:42:17.879" v="220"/>
          <ac:spMkLst>
            <pc:docMk/>
            <pc:sldMk cId="3700890890" sldId="271"/>
            <ac:spMk id="10" creationId="{DB17E863-922E-4C26-BD64-E8FD41D28661}"/>
          </ac:spMkLst>
        </pc:spChg>
      </pc:sldChg>
      <pc:sldChg chg="addSp modSp new mod setBg">
        <pc:chgData name="Sujit Das" userId="S::sujit.das@pdpu.ac.in::5531694e-1714-439d-a47e-7795b732b077" providerId="AD" clId="Web-{0A33CA7A-6536-A833-383A-8B8302F018BD}" dt="2026-07-27T09:31:36.969" v="253" actId="20577"/>
        <pc:sldMkLst>
          <pc:docMk/>
          <pc:sldMk cId="3582285178" sldId="272"/>
        </pc:sldMkLst>
        <pc:spChg chg="mod">
          <ac:chgData name="Sujit Das" userId="S::sujit.das@pdpu.ac.in::5531694e-1714-439d-a47e-7795b732b077" providerId="AD" clId="Web-{0A33CA7A-6536-A833-383A-8B8302F018BD}" dt="2026-07-27T07:47:01.855" v="232" actId="20577"/>
          <ac:spMkLst>
            <pc:docMk/>
            <pc:sldMk cId="3582285178" sldId="272"/>
            <ac:spMk id="2" creationId="{16EB91B3-70F6-303A-DCDE-B17C2DBCCF6E}"/>
          </ac:spMkLst>
        </pc:spChg>
        <pc:spChg chg="mod">
          <ac:chgData name="Sujit Das" userId="S::sujit.das@pdpu.ac.in::5531694e-1714-439d-a47e-7795b732b077" providerId="AD" clId="Web-{0A33CA7A-6536-A833-383A-8B8302F018BD}" dt="2026-07-27T09:31:36.969" v="253" actId="20577"/>
          <ac:spMkLst>
            <pc:docMk/>
            <pc:sldMk cId="3582285178" sldId="272"/>
            <ac:spMk id="3" creationId="{5DEC2579-EFE2-D352-7B00-0AB00F339342}"/>
          </ac:spMkLst>
        </pc:spChg>
        <pc:spChg chg="add">
          <ac:chgData name="Sujit Das" userId="S::sujit.das@pdpu.ac.in::5531694e-1714-439d-a47e-7795b732b077" providerId="AD" clId="Web-{0A33CA7A-6536-A833-383A-8B8302F018BD}" dt="2026-07-27T07:46:59.886" v="231"/>
          <ac:spMkLst>
            <pc:docMk/>
            <pc:sldMk cId="3582285178" sldId="272"/>
            <ac:spMk id="8" creationId="{100EDD19-6802-4EC3-95CE-CFFAB042CFD6}"/>
          </ac:spMkLst>
        </pc:spChg>
        <pc:spChg chg="add">
          <ac:chgData name="Sujit Das" userId="S::sujit.das@pdpu.ac.in::5531694e-1714-439d-a47e-7795b732b077" providerId="AD" clId="Web-{0A33CA7A-6536-A833-383A-8B8302F018BD}" dt="2026-07-27T07:46:59.886" v="231"/>
          <ac:spMkLst>
            <pc:docMk/>
            <pc:sldMk cId="3582285178" sldId="272"/>
            <ac:spMk id="10" creationId="{DB17E863-922E-4C26-BD64-E8FD41D28661}"/>
          </ac:spMkLst>
        </pc:spChg>
      </pc:sldChg>
      <pc:sldChg chg="addSp modSp new mod setBg">
        <pc:chgData name="Sujit Das" userId="S::sujit.das@pdpu.ac.in::5531694e-1714-439d-a47e-7795b732b077" providerId="AD" clId="Web-{0A33CA7A-6536-A833-383A-8B8302F018BD}" dt="2026-07-27T09:33:41.688" v="262" actId="20577"/>
        <pc:sldMkLst>
          <pc:docMk/>
          <pc:sldMk cId="3010154133" sldId="273"/>
        </pc:sldMkLst>
        <pc:spChg chg="mod">
          <ac:chgData name="Sujit Das" userId="S::sujit.das@pdpu.ac.in::5531694e-1714-439d-a47e-7795b732b077" providerId="AD" clId="Web-{0A33CA7A-6536-A833-383A-8B8302F018BD}" dt="2026-07-27T09:33:05.610" v="258"/>
          <ac:spMkLst>
            <pc:docMk/>
            <pc:sldMk cId="3010154133" sldId="273"/>
            <ac:spMk id="2" creationId="{23C1DFB5-3FA2-5220-55D5-A79DB7783604}"/>
          </ac:spMkLst>
        </pc:spChg>
        <pc:spChg chg="mod">
          <ac:chgData name="Sujit Das" userId="S::sujit.das@pdpu.ac.in::5531694e-1714-439d-a47e-7795b732b077" providerId="AD" clId="Web-{0A33CA7A-6536-A833-383A-8B8302F018BD}" dt="2026-07-27T09:33:41.688" v="262" actId="20577"/>
          <ac:spMkLst>
            <pc:docMk/>
            <pc:sldMk cId="3010154133" sldId="273"/>
            <ac:spMk id="3" creationId="{020CEB8F-3A15-5D25-8DDE-0CBB10603A6D}"/>
          </ac:spMkLst>
        </pc:spChg>
        <pc:spChg chg="add">
          <ac:chgData name="Sujit Das" userId="S::sujit.das@pdpu.ac.in::5531694e-1714-439d-a47e-7795b732b077" providerId="AD" clId="Web-{0A33CA7A-6536-A833-383A-8B8302F018BD}" dt="2026-07-27T09:33:05.610" v="258"/>
          <ac:spMkLst>
            <pc:docMk/>
            <pc:sldMk cId="3010154133" sldId="273"/>
            <ac:spMk id="8" creationId="{100EDD19-6802-4EC3-95CE-CFFAB042CFD6}"/>
          </ac:spMkLst>
        </pc:spChg>
        <pc:spChg chg="add">
          <ac:chgData name="Sujit Das" userId="S::sujit.das@pdpu.ac.in::5531694e-1714-439d-a47e-7795b732b077" providerId="AD" clId="Web-{0A33CA7A-6536-A833-383A-8B8302F018BD}" dt="2026-07-27T09:33:05.610" v="258"/>
          <ac:spMkLst>
            <pc:docMk/>
            <pc:sldMk cId="3010154133" sldId="273"/>
            <ac:spMk id="10" creationId="{DB17E863-922E-4C26-BD64-E8FD41D28661}"/>
          </ac:spMkLst>
        </pc:spChg>
      </pc:sldChg>
      <pc:sldChg chg="addSp modSp new mod setBg">
        <pc:chgData name="Sujit Das" userId="S::sujit.das@pdpu.ac.in::5531694e-1714-439d-a47e-7795b732b077" providerId="AD" clId="Web-{0A33CA7A-6536-A833-383A-8B8302F018BD}" dt="2026-07-27T09:35:29.797" v="276" actId="20577"/>
        <pc:sldMkLst>
          <pc:docMk/>
          <pc:sldMk cId="4034445589" sldId="274"/>
        </pc:sldMkLst>
        <pc:spChg chg="mod">
          <ac:chgData name="Sujit Das" userId="S::sujit.das@pdpu.ac.in::5531694e-1714-439d-a47e-7795b732b077" providerId="AD" clId="Web-{0A33CA7A-6536-A833-383A-8B8302F018BD}" dt="2026-07-27T09:34:27.672" v="265" actId="20577"/>
          <ac:spMkLst>
            <pc:docMk/>
            <pc:sldMk cId="4034445589" sldId="274"/>
            <ac:spMk id="2" creationId="{7D9CB90E-E780-1346-56DB-20E4DC7B6792}"/>
          </ac:spMkLst>
        </pc:spChg>
        <pc:spChg chg="mod">
          <ac:chgData name="Sujit Das" userId="S::sujit.das@pdpu.ac.in::5531694e-1714-439d-a47e-7795b732b077" providerId="AD" clId="Web-{0A33CA7A-6536-A833-383A-8B8302F018BD}" dt="2026-07-27T09:35:29.797" v="276" actId="20577"/>
          <ac:spMkLst>
            <pc:docMk/>
            <pc:sldMk cId="4034445589" sldId="274"/>
            <ac:spMk id="3" creationId="{670FB72F-20C6-D698-0522-4103A5F1FFB5}"/>
          </ac:spMkLst>
        </pc:spChg>
        <pc:spChg chg="add">
          <ac:chgData name="Sujit Das" userId="S::sujit.das@pdpu.ac.in::5531694e-1714-439d-a47e-7795b732b077" providerId="AD" clId="Web-{0A33CA7A-6536-A833-383A-8B8302F018BD}" dt="2026-07-27T09:34:25.813" v="264"/>
          <ac:spMkLst>
            <pc:docMk/>
            <pc:sldMk cId="4034445589" sldId="274"/>
            <ac:spMk id="8" creationId="{100EDD19-6802-4EC3-95CE-CFFAB042CFD6}"/>
          </ac:spMkLst>
        </pc:spChg>
        <pc:spChg chg="add">
          <ac:chgData name="Sujit Das" userId="S::sujit.das@pdpu.ac.in::5531694e-1714-439d-a47e-7795b732b077" providerId="AD" clId="Web-{0A33CA7A-6536-A833-383A-8B8302F018BD}" dt="2026-07-27T09:34:25.813" v="264"/>
          <ac:spMkLst>
            <pc:docMk/>
            <pc:sldMk cId="4034445589" sldId="274"/>
            <ac:spMk id="10" creationId="{DB17E863-922E-4C26-BD64-E8FD41D28661}"/>
          </ac:spMkLst>
        </pc:spChg>
      </pc:sldChg>
      <pc:sldChg chg="addSp modSp new mod setBg">
        <pc:chgData name="Sujit Das" userId="S::sujit.das@pdpu.ac.in::5531694e-1714-439d-a47e-7795b732b077" providerId="AD" clId="Web-{0A33CA7A-6536-A833-383A-8B8302F018BD}" dt="2026-07-27T09:37:32.172" v="283"/>
        <pc:sldMkLst>
          <pc:docMk/>
          <pc:sldMk cId="1752055512" sldId="275"/>
        </pc:sldMkLst>
        <pc:spChg chg="mod">
          <ac:chgData name="Sujit Das" userId="S::sujit.das@pdpu.ac.in::5531694e-1714-439d-a47e-7795b732b077" providerId="AD" clId="Web-{0A33CA7A-6536-A833-383A-8B8302F018BD}" dt="2026-07-27T09:36:37.172" v="280" actId="20577"/>
          <ac:spMkLst>
            <pc:docMk/>
            <pc:sldMk cId="1752055512" sldId="275"/>
            <ac:spMk id="2" creationId="{7FE88F22-9534-294E-247B-CAED08D99473}"/>
          </ac:spMkLst>
        </pc:spChg>
        <pc:spChg chg="mod">
          <ac:chgData name="Sujit Das" userId="S::sujit.das@pdpu.ac.in::5531694e-1714-439d-a47e-7795b732b077" providerId="AD" clId="Web-{0A33CA7A-6536-A833-383A-8B8302F018BD}" dt="2026-07-27T09:37:32.172" v="283"/>
          <ac:spMkLst>
            <pc:docMk/>
            <pc:sldMk cId="1752055512" sldId="275"/>
            <ac:spMk id="3" creationId="{A42D3CC4-CC97-0ED9-3C37-AD4D94F78D5A}"/>
          </ac:spMkLst>
        </pc:spChg>
        <pc:spChg chg="add">
          <ac:chgData name="Sujit Das" userId="S::sujit.das@pdpu.ac.in::5531694e-1714-439d-a47e-7795b732b077" providerId="AD" clId="Web-{0A33CA7A-6536-A833-383A-8B8302F018BD}" dt="2026-07-27T09:35:39.094" v="278"/>
          <ac:spMkLst>
            <pc:docMk/>
            <pc:sldMk cId="1752055512" sldId="275"/>
            <ac:spMk id="8" creationId="{100EDD19-6802-4EC3-95CE-CFFAB042CFD6}"/>
          </ac:spMkLst>
        </pc:spChg>
        <pc:spChg chg="add">
          <ac:chgData name="Sujit Das" userId="S::sujit.das@pdpu.ac.in::5531694e-1714-439d-a47e-7795b732b077" providerId="AD" clId="Web-{0A33CA7A-6536-A833-383A-8B8302F018BD}" dt="2026-07-27T09:35:39.094" v="278"/>
          <ac:spMkLst>
            <pc:docMk/>
            <pc:sldMk cId="1752055512" sldId="275"/>
            <ac:spMk id="10" creationId="{DB17E863-922E-4C26-BD64-E8FD41D28661}"/>
          </ac:spMkLst>
        </pc:spChg>
      </pc:sldChg>
      <pc:sldChg chg="addSp modSp new mod setBg">
        <pc:chgData name="Sujit Das" userId="S::sujit.das@pdpu.ac.in::5531694e-1714-439d-a47e-7795b732b077" providerId="AD" clId="Web-{0A33CA7A-6536-A833-383A-8B8302F018BD}" dt="2026-07-27T09:39:13.594" v="299" actId="20577"/>
        <pc:sldMkLst>
          <pc:docMk/>
          <pc:sldMk cId="3085655296" sldId="276"/>
        </pc:sldMkLst>
        <pc:spChg chg="mod">
          <ac:chgData name="Sujit Das" userId="S::sujit.das@pdpu.ac.in::5531694e-1714-439d-a47e-7795b732b077" providerId="AD" clId="Web-{0A33CA7A-6536-A833-383A-8B8302F018BD}" dt="2026-07-27T09:37:57.391" v="286"/>
          <ac:spMkLst>
            <pc:docMk/>
            <pc:sldMk cId="3085655296" sldId="276"/>
            <ac:spMk id="2" creationId="{5B5F2993-98CC-6A04-18C5-F85577127661}"/>
          </ac:spMkLst>
        </pc:spChg>
        <pc:spChg chg="mod">
          <ac:chgData name="Sujit Das" userId="S::sujit.das@pdpu.ac.in::5531694e-1714-439d-a47e-7795b732b077" providerId="AD" clId="Web-{0A33CA7A-6536-A833-383A-8B8302F018BD}" dt="2026-07-27T09:39:13.594" v="299" actId="20577"/>
          <ac:spMkLst>
            <pc:docMk/>
            <pc:sldMk cId="3085655296" sldId="276"/>
            <ac:spMk id="3" creationId="{D7091658-52EC-0977-A92E-D3BBC8F4F9E7}"/>
          </ac:spMkLst>
        </pc:spChg>
        <pc:spChg chg="add">
          <ac:chgData name="Sujit Das" userId="S::sujit.das@pdpu.ac.in::5531694e-1714-439d-a47e-7795b732b077" providerId="AD" clId="Web-{0A33CA7A-6536-A833-383A-8B8302F018BD}" dt="2026-07-27T09:37:57.391" v="286"/>
          <ac:spMkLst>
            <pc:docMk/>
            <pc:sldMk cId="3085655296" sldId="276"/>
            <ac:spMk id="8" creationId="{100EDD19-6802-4EC3-95CE-CFFAB042CFD6}"/>
          </ac:spMkLst>
        </pc:spChg>
        <pc:spChg chg="add">
          <ac:chgData name="Sujit Das" userId="S::sujit.das@pdpu.ac.in::5531694e-1714-439d-a47e-7795b732b077" providerId="AD" clId="Web-{0A33CA7A-6536-A833-383A-8B8302F018BD}" dt="2026-07-27T09:37:57.391" v="286"/>
          <ac:spMkLst>
            <pc:docMk/>
            <pc:sldMk cId="3085655296" sldId="276"/>
            <ac:spMk id="10" creationId="{DB17E863-922E-4C26-BD64-E8FD41D28661}"/>
          </ac:spMkLst>
        </pc:spChg>
      </pc:sldChg>
      <pc:sldChg chg="addSp modSp new mod setBg">
        <pc:chgData name="Sujit Das" userId="S::sujit.das@pdpu.ac.in::5531694e-1714-439d-a47e-7795b732b077" providerId="AD" clId="Web-{0A33CA7A-6536-A833-383A-8B8302F018BD}" dt="2026-07-27T10:49:35.413" v="318"/>
        <pc:sldMkLst>
          <pc:docMk/>
          <pc:sldMk cId="2158302921" sldId="277"/>
        </pc:sldMkLst>
        <pc:spChg chg="mod">
          <ac:chgData name="Sujit Das" userId="S::sujit.das@pdpu.ac.in::5531694e-1714-439d-a47e-7795b732b077" providerId="AD" clId="Web-{0A33CA7A-6536-A833-383A-8B8302F018BD}" dt="2026-07-27T10:49:35.413" v="318"/>
          <ac:spMkLst>
            <pc:docMk/>
            <pc:sldMk cId="2158302921" sldId="277"/>
            <ac:spMk id="2" creationId="{9FE14EA7-BF25-D13E-E7DB-A40D08F59AF8}"/>
          </ac:spMkLst>
        </pc:spChg>
        <pc:spChg chg="mod">
          <ac:chgData name="Sujit Das" userId="S::sujit.das@pdpu.ac.in::5531694e-1714-439d-a47e-7795b732b077" providerId="AD" clId="Web-{0A33CA7A-6536-A833-383A-8B8302F018BD}" dt="2026-07-27T10:49:35.413" v="318"/>
          <ac:spMkLst>
            <pc:docMk/>
            <pc:sldMk cId="2158302921" sldId="277"/>
            <ac:spMk id="3" creationId="{B0CC864E-E0E9-9B31-764B-DE9D3CC9159F}"/>
          </ac:spMkLst>
        </pc:spChg>
        <pc:spChg chg="add">
          <ac:chgData name="Sujit Das" userId="S::sujit.das@pdpu.ac.in::5531694e-1714-439d-a47e-7795b732b077" providerId="AD" clId="Web-{0A33CA7A-6536-A833-383A-8B8302F018BD}" dt="2026-07-27T10:49:35.413" v="318"/>
          <ac:spMkLst>
            <pc:docMk/>
            <pc:sldMk cId="2158302921" sldId="277"/>
            <ac:spMk id="8" creationId="{100EDD19-6802-4EC3-95CE-CFFAB042CFD6}"/>
          </ac:spMkLst>
        </pc:spChg>
        <pc:spChg chg="add">
          <ac:chgData name="Sujit Das" userId="S::sujit.das@pdpu.ac.in::5531694e-1714-439d-a47e-7795b732b077" providerId="AD" clId="Web-{0A33CA7A-6536-A833-383A-8B8302F018BD}" dt="2026-07-27T10:49:35.413" v="318"/>
          <ac:spMkLst>
            <pc:docMk/>
            <pc:sldMk cId="2158302921" sldId="277"/>
            <ac:spMk id="10" creationId="{DB17E863-922E-4C26-BD64-E8FD41D28661}"/>
          </ac:spMkLst>
        </pc:spChg>
      </pc:sldChg>
      <pc:sldChg chg="addSp modSp new mod setBg">
        <pc:chgData name="Sujit Das" userId="S::sujit.das@pdpu.ac.in::5531694e-1714-439d-a47e-7795b732b077" providerId="AD" clId="Web-{0A33CA7A-6536-A833-383A-8B8302F018BD}" dt="2026-07-27T10:50:06.539" v="323" actId="20577"/>
        <pc:sldMkLst>
          <pc:docMk/>
          <pc:sldMk cId="3065589311" sldId="278"/>
        </pc:sldMkLst>
        <pc:spChg chg="mod">
          <ac:chgData name="Sujit Das" userId="S::sujit.das@pdpu.ac.in::5531694e-1714-439d-a47e-7795b732b077" providerId="AD" clId="Web-{0A33CA7A-6536-A833-383A-8B8302F018BD}" dt="2026-07-27T10:50:03.679" v="322" actId="20577"/>
          <ac:spMkLst>
            <pc:docMk/>
            <pc:sldMk cId="3065589311" sldId="278"/>
            <ac:spMk id="2" creationId="{779EDCD6-EBC0-73A6-EA6D-46E0B8BFAB0A}"/>
          </ac:spMkLst>
        </pc:spChg>
        <pc:spChg chg="mod">
          <ac:chgData name="Sujit Das" userId="S::sujit.das@pdpu.ac.in::5531694e-1714-439d-a47e-7795b732b077" providerId="AD" clId="Web-{0A33CA7A-6536-A833-383A-8B8302F018BD}" dt="2026-07-27T10:50:06.539" v="323" actId="20577"/>
          <ac:spMkLst>
            <pc:docMk/>
            <pc:sldMk cId="3065589311" sldId="278"/>
            <ac:spMk id="3" creationId="{CCF92BCE-050F-2174-615A-075DB7499F2E}"/>
          </ac:spMkLst>
        </pc:spChg>
        <pc:spChg chg="add">
          <ac:chgData name="Sujit Das" userId="S::sujit.das@pdpu.ac.in::5531694e-1714-439d-a47e-7795b732b077" providerId="AD" clId="Web-{0A33CA7A-6536-A833-383A-8B8302F018BD}" dt="2026-07-27T10:49:55.320" v="321"/>
          <ac:spMkLst>
            <pc:docMk/>
            <pc:sldMk cId="3065589311" sldId="278"/>
            <ac:spMk id="8" creationId="{100EDD19-6802-4EC3-95CE-CFFAB042CFD6}"/>
          </ac:spMkLst>
        </pc:spChg>
        <pc:spChg chg="add">
          <ac:chgData name="Sujit Das" userId="S::sujit.das@pdpu.ac.in::5531694e-1714-439d-a47e-7795b732b077" providerId="AD" clId="Web-{0A33CA7A-6536-A833-383A-8B8302F018BD}" dt="2026-07-27T10:49:55.320" v="321"/>
          <ac:spMkLst>
            <pc:docMk/>
            <pc:sldMk cId="3065589311" sldId="278"/>
            <ac:spMk id="10" creationId="{DB17E863-922E-4C26-BD64-E8FD41D28661}"/>
          </ac:spMkLst>
        </pc:spChg>
      </pc:sldChg>
    </pc:docChg>
  </pc:docChgLst>
  <pc:docChgLst>
    <pc:chgData name="Sujit Das" userId="S::sujit.das@pdpu.ac.in::5531694e-1714-439d-a47e-7795b732b077" providerId="AD" clId="Web-{95D6DEBD-905A-4A04-C351-34A67B56C3A8}"/>
    <pc:docChg chg="addSld delSld modSld">
      <pc:chgData name="Sujit Das" userId="S::sujit.das@pdpu.ac.in::5531694e-1714-439d-a47e-7795b732b077" providerId="AD" clId="Web-{95D6DEBD-905A-4A04-C351-34A67B56C3A8}" dt="2026-07-27T12:30:48.948" v="275" actId="20577"/>
      <pc:docMkLst>
        <pc:docMk/>
      </pc:docMkLst>
      <pc:sldChg chg="del">
        <pc:chgData name="Sujit Das" userId="S::sujit.das@pdpu.ac.in::5531694e-1714-439d-a47e-7795b732b077" providerId="AD" clId="Web-{95D6DEBD-905A-4A04-C351-34A67B56C3A8}" dt="2026-07-27T12:21:42.799" v="184"/>
        <pc:sldMkLst>
          <pc:docMk/>
          <pc:sldMk cId="3637662926" sldId="259"/>
        </pc:sldMkLst>
      </pc:sldChg>
      <pc:sldChg chg="del">
        <pc:chgData name="Sujit Das" userId="S::sujit.das@pdpu.ac.in::5531694e-1714-439d-a47e-7795b732b077" providerId="AD" clId="Web-{95D6DEBD-905A-4A04-C351-34A67B56C3A8}" dt="2026-07-27T12:21:42.799" v="185"/>
        <pc:sldMkLst>
          <pc:docMk/>
          <pc:sldMk cId="486403073" sldId="260"/>
        </pc:sldMkLst>
      </pc:sldChg>
      <pc:sldChg chg="addSp modSp mod setBg">
        <pc:chgData name="Sujit Das" userId="S::sujit.das@pdpu.ac.in::5531694e-1714-439d-a47e-7795b732b077" providerId="AD" clId="Web-{95D6DEBD-905A-4A04-C351-34A67B56C3A8}" dt="2026-07-27T12:25:44.959" v="220"/>
        <pc:sldMkLst>
          <pc:docMk/>
          <pc:sldMk cId="1721623136" sldId="261"/>
        </pc:sldMkLst>
        <pc:spChg chg="mod">
          <ac:chgData name="Sujit Das" userId="S::sujit.das@pdpu.ac.in::5531694e-1714-439d-a47e-7795b732b077" providerId="AD" clId="Web-{95D6DEBD-905A-4A04-C351-34A67B56C3A8}" dt="2026-07-27T12:25:44.959" v="220"/>
          <ac:spMkLst>
            <pc:docMk/>
            <pc:sldMk cId="1721623136" sldId="261"/>
            <ac:spMk id="2" creationId="{00000000-0000-0000-0000-000000000000}"/>
          </ac:spMkLst>
        </pc:spChg>
        <pc:spChg chg="mod">
          <ac:chgData name="Sujit Das" userId="S::sujit.das@pdpu.ac.in::5531694e-1714-439d-a47e-7795b732b077" providerId="AD" clId="Web-{95D6DEBD-905A-4A04-C351-34A67B56C3A8}" dt="2026-07-27T12:25:44.959" v="220"/>
          <ac:spMkLst>
            <pc:docMk/>
            <pc:sldMk cId="1721623136" sldId="261"/>
            <ac:spMk id="5" creationId="{00000000-0000-0000-0000-000000000000}"/>
          </ac:spMkLst>
        </pc:spChg>
        <pc:spChg chg="add">
          <ac:chgData name="Sujit Das" userId="S::sujit.das@pdpu.ac.in::5531694e-1714-439d-a47e-7795b732b077" providerId="AD" clId="Web-{95D6DEBD-905A-4A04-C351-34A67B56C3A8}" dt="2026-07-27T12:25:44.959" v="220"/>
          <ac:spMkLst>
            <pc:docMk/>
            <pc:sldMk cId="1721623136" sldId="261"/>
            <ac:spMk id="10" creationId="{100EDD19-6802-4EC3-95CE-CFFAB042CFD6}"/>
          </ac:spMkLst>
        </pc:spChg>
        <pc:spChg chg="add">
          <ac:chgData name="Sujit Das" userId="S::sujit.das@pdpu.ac.in::5531694e-1714-439d-a47e-7795b732b077" providerId="AD" clId="Web-{95D6DEBD-905A-4A04-C351-34A67B56C3A8}" dt="2026-07-27T12:25:44.959" v="220"/>
          <ac:spMkLst>
            <pc:docMk/>
            <pc:sldMk cId="1721623136" sldId="261"/>
            <ac:spMk id="12" creationId="{DB17E863-922E-4C26-BD64-E8FD41D28661}"/>
          </ac:spMkLst>
        </pc:spChg>
      </pc:sldChg>
      <pc:sldChg chg="addSp modSp mod setBg">
        <pc:chgData name="Sujit Das" userId="S::sujit.das@pdpu.ac.in::5531694e-1714-439d-a47e-7795b732b077" providerId="AD" clId="Web-{95D6DEBD-905A-4A04-C351-34A67B56C3A8}" dt="2026-07-27T12:25:50.068" v="221"/>
        <pc:sldMkLst>
          <pc:docMk/>
          <pc:sldMk cId="2822516186" sldId="262"/>
        </pc:sldMkLst>
        <pc:spChg chg="mod">
          <ac:chgData name="Sujit Das" userId="S::sujit.das@pdpu.ac.in::5531694e-1714-439d-a47e-7795b732b077" providerId="AD" clId="Web-{95D6DEBD-905A-4A04-C351-34A67B56C3A8}" dt="2026-07-27T12:25:50.068" v="221"/>
          <ac:spMkLst>
            <pc:docMk/>
            <pc:sldMk cId="2822516186" sldId="262"/>
            <ac:spMk id="2" creationId="{00000000-0000-0000-0000-000000000000}"/>
          </ac:spMkLst>
        </pc:spChg>
        <pc:spChg chg="mod">
          <ac:chgData name="Sujit Das" userId="S::sujit.das@pdpu.ac.in::5531694e-1714-439d-a47e-7795b732b077" providerId="AD" clId="Web-{95D6DEBD-905A-4A04-C351-34A67B56C3A8}" dt="2026-07-27T12:25:50.068" v="221"/>
          <ac:spMkLst>
            <pc:docMk/>
            <pc:sldMk cId="2822516186" sldId="262"/>
            <ac:spMk id="5" creationId="{00000000-0000-0000-0000-000000000000}"/>
          </ac:spMkLst>
        </pc:spChg>
        <pc:spChg chg="add">
          <ac:chgData name="Sujit Das" userId="S::sujit.das@pdpu.ac.in::5531694e-1714-439d-a47e-7795b732b077" providerId="AD" clId="Web-{95D6DEBD-905A-4A04-C351-34A67B56C3A8}" dt="2026-07-27T12:25:50.068" v="221"/>
          <ac:spMkLst>
            <pc:docMk/>
            <pc:sldMk cId="2822516186" sldId="262"/>
            <ac:spMk id="10" creationId="{100EDD19-6802-4EC3-95CE-CFFAB042CFD6}"/>
          </ac:spMkLst>
        </pc:spChg>
        <pc:spChg chg="add">
          <ac:chgData name="Sujit Das" userId="S::sujit.das@pdpu.ac.in::5531694e-1714-439d-a47e-7795b732b077" providerId="AD" clId="Web-{95D6DEBD-905A-4A04-C351-34A67B56C3A8}" dt="2026-07-27T12:25:50.068" v="221"/>
          <ac:spMkLst>
            <pc:docMk/>
            <pc:sldMk cId="2822516186" sldId="262"/>
            <ac:spMk id="12" creationId="{DB17E863-922E-4C26-BD64-E8FD41D28661}"/>
          </ac:spMkLst>
        </pc:spChg>
      </pc:sldChg>
      <pc:sldChg chg="addSp modSp mod setBg">
        <pc:chgData name="Sujit Das" userId="S::sujit.das@pdpu.ac.in::5531694e-1714-439d-a47e-7795b732b077" providerId="AD" clId="Web-{95D6DEBD-905A-4A04-C351-34A67B56C3A8}" dt="2026-07-27T12:25:53.537" v="222"/>
        <pc:sldMkLst>
          <pc:docMk/>
          <pc:sldMk cId="3691534109" sldId="263"/>
        </pc:sldMkLst>
        <pc:spChg chg="mod">
          <ac:chgData name="Sujit Das" userId="S::sujit.das@pdpu.ac.in::5531694e-1714-439d-a47e-7795b732b077" providerId="AD" clId="Web-{95D6DEBD-905A-4A04-C351-34A67B56C3A8}" dt="2026-07-27T12:25:53.537" v="222"/>
          <ac:spMkLst>
            <pc:docMk/>
            <pc:sldMk cId="3691534109" sldId="263"/>
            <ac:spMk id="2" creationId="{00000000-0000-0000-0000-000000000000}"/>
          </ac:spMkLst>
        </pc:spChg>
        <pc:spChg chg="mod">
          <ac:chgData name="Sujit Das" userId="S::sujit.das@pdpu.ac.in::5531694e-1714-439d-a47e-7795b732b077" providerId="AD" clId="Web-{95D6DEBD-905A-4A04-C351-34A67B56C3A8}" dt="2026-07-27T12:25:53.537" v="222"/>
          <ac:spMkLst>
            <pc:docMk/>
            <pc:sldMk cId="3691534109" sldId="263"/>
            <ac:spMk id="5" creationId="{00000000-0000-0000-0000-000000000000}"/>
          </ac:spMkLst>
        </pc:spChg>
        <pc:spChg chg="add">
          <ac:chgData name="Sujit Das" userId="S::sujit.das@pdpu.ac.in::5531694e-1714-439d-a47e-7795b732b077" providerId="AD" clId="Web-{95D6DEBD-905A-4A04-C351-34A67B56C3A8}" dt="2026-07-27T12:25:53.537" v="222"/>
          <ac:spMkLst>
            <pc:docMk/>
            <pc:sldMk cId="3691534109" sldId="263"/>
            <ac:spMk id="10" creationId="{100EDD19-6802-4EC3-95CE-CFFAB042CFD6}"/>
          </ac:spMkLst>
        </pc:spChg>
        <pc:spChg chg="add">
          <ac:chgData name="Sujit Das" userId="S::sujit.das@pdpu.ac.in::5531694e-1714-439d-a47e-7795b732b077" providerId="AD" clId="Web-{95D6DEBD-905A-4A04-C351-34A67B56C3A8}" dt="2026-07-27T12:25:53.537" v="222"/>
          <ac:spMkLst>
            <pc:docMk/>
            <pc:sldMk cId="3691534109" sldId="263"/>
            <ac:spMk id="12" creationId="{DB17E863-922E-4C26-BD64-E8FD41D28661}"/>
          </ac:spMkLst>
        </pc:spChg>
      </pc:sldChg>
      <pc:sldChg chg="addSp modSp mod setBg">
        <pc:chgData name="Sujit Das" userId="S::sujit.das@pdpu.ac.in::5531694e-1714-439d-a47e-7795b732b077" providerId="AD" clId="Web-{95D6DEBD-905A-4A04-C351-34A67B56C3A8}" dt="2026-07-27T12:25:57.975" v="223"/>
        <pc:sldMkLst>
          <pc:docMk/>
          <pc:sldMk cId="789083178" sldId="264"/>
        </pc:sldMkLst>
        <pc:spChg chg="mod">
          <ac:chgData name="Sujit Das" userId="S::sujit.das@pdpu.ac.in::5531694e-1714-439d-a47e-7795b732b077" providerId="AD" clId="Web-{95D6DEBD-905A-4A04-C351-34A67B56C3A8}" dt="2026-07-27T12:25:57.975" v="223"/>
          <ac:spMkLst>
            <pc:docMk/>
            <pc:sldMk cId="789083178" sldId="264"/>
            <ac:spMk id="2" creationId="{00000000-0000-0000-0000-000000000000}"/>
          </ac:spMkLst>
        </pc:spChg>
        <pc:spChg chg="mod">
          <ac:chgData name="Sujit Das" userId="S::sujit.das@pdpu.ac.in::5531694e-1714-439d-a47e-7795b732b077" providerId="AD" clId="Web-{95D6DEBD-905A-4A04-C351-34A67B56C3A8}" dt="2026-07-27T12:25:57.975" v="223"/>
          <ac:spMkLst>
            <pc:docMk/>
            <pc:sldMk cId="789083178" sldId="264"/>
            <ac:spMk id="5" creationId="{00000000-0000-0000-0000-000000000000}"/>
          </ac:spMkLst>
        </pc:spChg>
        <pc:spChg chg="add">
          <ac:chgData name="Sujit Das" userId="S::sujit.das@pdpu.ac.in::5531694e-1714-439d-a47e-7795b732b077" providerId="AD" clId="Web-{95D6DEBD-905A-4A04-C351-34A67B56C3A8}" dt="2026-07-27T12:25:57.975" v="223"/>
          <ac:spMkLst>
            <pc:docMk/>
            <pc:sldMk cId="789083178" sldId="264"/>
            <ac:spMk id="10" creationId="{100EDD19-6802-4EC3-95CE-CFFAB042CFD6}"/>
          </ac:spMkLst>
        </pc:spChg>
        <pc:spChg chg="add">
          <ac:chgData name="Sujit Das" userId="S::sujit.das@pdpu.ac.in::5531694e-1714-439d-a47e-7795b732b077" providerId="AD" clId="Web-{95D6DEBD-905A-4A04-C351-34A67B56C3A8}" dt="2026-07-27T12:25:57.975" v="223"/>
          <ac:spMkLst>
            <pc:docMk/>
            <pc:sldMk cId="789083178" sldId="264"/>
            <ac:spMk id="12" creationId="{DB17E863-922E-4C26-BD64-E8FD41D28661}"/>
          </ac:spMkLst>
        </pc:spChg>
      </pc:sldChg>
      <pc:sldChg chg="modSp">
        <pc:chgData name="Sujit Das" userId="S::sujit.das@pdpu.ac.in::5531694e-1714-439d-a47e-7795b732b077" providerId="AD" clId="Web-{95D6DEBD-905A-4A04-C351-34A67B56C3A8}" dt="2026-07-27T12:27:45.523" v="240" actId="20577"/>
        <pc:sldMkLst>
          <pc:docMk/>
          <pc:sldMk cId="3582285178" sldId="272"/>
        </pc:sldMkLst>
        <pc:spChg chg="mod">
          <ac:chgData name="Sujit Das" userId="S::sujit.das@pdpu.ac.in::5531694e-1714-439d-a47e-7795b732b077" providerId="AD" clId="Web-{95D6DEBD-905A-4A04-C351-34A67B56C3A8}" dt="2026-07-27T12:26:48.413" v="230" actId="20577"/>
          <ac:spMkLst>
            <pc:docMk/>
            <pc:sldMk cId="3582285178" sldId="272"/>
            <ac:spMk id="2" creationId="{16EB91B3-70F6-303A-DCDE-B17C2DBCCF6E}"/>
          </ac:spMkLst>
        </pc:spChg>
        <pc:spChg chg="mod">
          <ac:chgData name="Sujit Das" userId="S::sujit.das@pdpu.ac.in::5531694e-1714-439d-a47e-7795b732b077" providerId="AD" clId="Web-{95D6DEBD-905A-4A04-C351-34A67B56C3A8}" dt="2026-07-27T12:27:45.523" v="240" actId="20577"/>
          <ac:spMkLst>
            <pc:docMk/>
            <pc:sldMk cId="3582285178" sldId="272"/>
            <ac:spMk id="3" creationId="{5DEC2579-EFE2-D352-7B00-0AB00F339342}"/>
          </ac:spMkLst>
        </pc:spChg>
      </pc:sldChg>
      <pc:sldChg chg="modSp">
        <pc:chgData name="Sujit Das" userId="S::sujit.das@pdpu.ac.in::5531694e-1714-439d-a47e-7795b732b077" providerId="AD" clId="Web-{95D6DEBD-905A-4A04-C351-34A67B56C3A8}" dt="2026-07-27T12:27:37.133" v="238" actId="20577"/>
        <pc:sldMkLst>
          <pc:docMk/>
          <pc:sldMk cId="3010154133" sldId="273"/>
        </pc:sldMkLst>
        <pc:spChg chg="mod">
          <ac:chgData name="Sujit Das" userId="S::sujit.das@pdpu.ac.in::5531694e-1714-439d-a47e-7795b732b077" providerId="AD" clId="Web-{95D6DEBD-905A-4A04-C351-34A67B56C3A8}" dt="2026-07-27T12:27:37.133" v="238" actId="20577"/>
          <ac:spMkLst>
            <pc:docMk/>
            <pc:sldMk cId="3010154133" sldId="273"/>
            <ac:spMk id="3" creationId="{020CEB8F-3A15-5D25-8DDE-0CBB10603A6D}"/>
          </ac:spMkLst>
        </pc:spChg>
      </pc:sldChg>
      <pc:sldChg chg="modSp">
        <pc:chgData name="Sujit Das" userId="S::sujit.das@pdpu.ac.in::5531694e-1714-439d-a47e-7795b732b077" providerId="AD" clId="Web-{95D6DEBD-905A-4A04-C351-34A67B56C3A8}" dt="2026-07-27T12:27:17.835" v="235" actId="20577"/>
        <pc:sldMkLst>
          <pc:docMk/>
          <pc:sldMk cId="3085655296" sldId="276"/>
        </pc:sldMkLst>
        <pc:spChg chg="mod">
          <ac:chgData name="Sujit Das" userId="S::sujit.das@pdpu.ac.in::5531694e-1714-439d-a47e-7795b732b077" providerId="AD" clId="Web-{95D6DEBD-905A-4A04-C351-34A67B56C3A8}" dt="2026-07-27T12:27:17.835" v="235" actId="20577"/>
          <ac:spMkLst>
            <pc:docMk/>
            <pc:sldMk cId="3085655296" sldId="276"/>
            <ac:spMk id="3" creationId="{D7091658-52EC-0977-A92E-D3BBC8F4F9E7}"/>
          </ac:spMkLst>
        </pc:spChg>
      </pc:sldChg>
      <pc:sldChg chg="modSp">
        <pc:chgData name="Sujit Das" userId="S::sujit.das@pdpu.ac.in::5531694e-1714-439d-a47e-7795b732b077" providerId="AD" clId="Web-{95D6DEBD-905A-4A04-C351-34A67B56C3A8}" dt="2026-07-27T12:27:09.835" v="232" actId="20577"/>
        <pc:sldMkLst>
          <pc:docMk/>
          <pc:sldMk cId="2158302921" sldId="277"/>
        </pc:sldMkLst>
        <pc:spChg chg="mod">
          <ac:chgData name="Sujit Das" userId="S::sujit.das@pdpu.ac.in::5531694e-1714-439d-a47e-7795b732b077" providerId="AD" clId="Web-{95D6DEBD-905A-4A04-C351-34A67B56C3A8}" dt="2026-07-27T12:27:09.835" v="232" actId="20577"/>
          <ac:spMkLst>
            <pc:docMk/>
            <pc:sldMk cId="2158302921" sldId="277"/>
            <ac:spMk id="3" creationId="{B0CC864E-E0E9-9B31-764B-DE9D3CC9159F}"/>
          </ac:spMkLst>
        </pc:spChg>
      </pc:sldChg>
      <pc:sldChg chg="modSp del">
        <pc:chgData name="Sujit Das" userId="S::sujit.das@pdpu.ac.in::5531694e-1714-439d-a47e-7795b732b077" providerId="AD" clId="Web-{95D6DEBD-905A-4A04-C351-34A67B56C3A8}" dt="2026-07-27T11:56:04.588" v="18"/>
        <pc:sldMkLst>
          <pc:docMk/>
          <pc:sldMk cId="3065589311" sldId="278"/>
        </pc:sldMkLst>
        <pc:spChg chg="mod">
          <ac:chgData name="Sujit Das" userId="S::sujit.das@pdpu.ac.in::5531694e-1714-439d-a47e-7795b732b077" providerId="AD" clId="Web-{95D6DEBD-905A-4A04-C351-34A67B56C3A8}" dt="2026-07-27T11:55:59.854" v="16" actId="20577"/>
          <ac:spMkLst>
            <pc:docMk/>
            <pc:sldMk cId="3065589311" sldId="278"/>
            <ac:spMk id="3" creationId="{CCF92BCE-050F-2174-615A-075DB7499F2E}"/>
          </ac:spMkLst>
        </pc:spChg>
      </pc:sldChg>
      <pc:sldChg chg="addSp modSp new mod setBg">
        <pc:chgData name="Sujit Das" userId="S::sujit.das@pdpu.ac.in::5531694e-1714-439d-a47e-7795b732b077" providerId="AD" clId="Web-{95D6DEBD-905A-4A04-C351-34A67B56C3A8}" dt="2026-07-27T11:56:29.370" v="24"/>
        <pc:sldMkLst>
          <pc:docMk/>
          <pc:sldMk cId="2657203552" sldId="279"/>
        </pc:sldMkLst>
        <pc:spChg chg="mod">
          <ac:chgData name="Sujit Das" userId="S::sujit.das@pdpu.ac.in::5531694e-1714-439d-a47e-7795b732b077" providerId="AD" clId="Web-{95D6DEBD-905A-4A04-C351-34A67B56C3A8}" dt="2026-07-27T11:55:54.525" v="15" actId="20577"/>
          <ac:spMkLst>
            <pc:docMk/>
            <pc:sldMk cId="2657203552" sldId="279"/>
            <ac:spMk id="2" creationId="{F8F4416E-C020-1D69-1AEE-00B401AD2040}"/>
          </ac:spMkLst>
        </pc:spChg>
        <pc:spChg chg="mod">
          <ac:chgData name="Sujit Das" userId="S::sujit.das@pdpu.ac.in::5531694e-1714-439d-a47e-7795b732b077" providerId="AD" clId="Web-{95D6DEBD-905A-4A04-C351-34A67B56C3A8}" dt="2026-07-27T11:56:29.370" v="24"/>
          <ac:spMkLst>
            <pc:docMk/>
            <pc:sldMk cId="2657203552" sldId="279"/>
            <ac:spMk id="3" creationId="{89AFC78E-7025-9F1F-798F-03002A76C2FD}"/>
          </ac:spMkLst>
        </pc:spChg>
        <pc:spChg chg="add">
          <ac:chgData name="Sujit Das" userId="S::sujit.das@pdpu.ac.in::5531694e-1714-439d-a47e-7795b732b077" providerId="AD" clId="Web-{95D6DEBD-905A-4A04-C351-34A67B56C3A8}" dt="2026-07-27T11:55:44.119" v="13"/>
          <ac:spMkLst>
            <pc:docMk/>
            <pc:sldMk cId="2657203552" sldId="279"/>
            <ac:spMk id="8" creationId="{100EDD19-6802-4EC3-95CE-CFFAB042CFD6}"/>
          </ac:spMkLst>
        </pc:spChg>
        <pc:spChg chg="add">
          <ac:chgData name="Sujit Das" userId="S::sujit.das@pdpu.ac.in::5531694e-1714-439d-a47e-7795b732b077" providerId="AD" clId="Web-{95D6DEBD-905A-4A04-C351-34A67B56C3A8}" dt="2026-07-27T11:55:44.119" v="13"/>
          <ac:spMkLst>
            <pc:docMk/>
            <pc:sldMk cId="2657203552" sldId="279"/>
            <ac:spMk id="10" creationId="{DB17E863-922E-4C26-BD64-E8FD41D28661}"/>
          </ac:spMkLst>
        </pc:spChg>
      </pc:sldChg>
      <pc:sldChg chg="addSp modSp new mod setBg">
        <pc:chgData name="Sujit Das" userId="S::sujit.das@pdpu.ac.in::5531694e-1714-439d-a47e-7795b732b077" providerId="AD" clId="Web-{95D6DEBD-905A-4A04-C351-34A67B56C3A8}" dt="2026-07-27T12:27:56.836" v="241" actId="20577"/>
        <pc:sldMkLst>
          <pc:docMk/>
          <pc:sldMk cId="1679007778" sldId="280"/>
        </pc:sldMkLst>
        <pc:spChg chg="mod">
          <ac:chgData name="Sujit Das" userId="S::sujit.das@pdpu.ac.in::5531694e-1714-439d-a47e-7795b732b077" providerId="AD" clId="Web-{95D6DEBD-905A-4A04-C351-34A67B56C3A8}" dt="2026-07-27T11:57:46.574" v="40"/>
          <ac:spMkLst>
            <pc:docMk/>
            <pc:sldMk cId="1679007778" sldId="280"/>
            <ac:spMk id="2" creationId="{742AD0B2-D2AE-4B0A-A964-5DE0F8CC01C5}"/>
          </ac:spMkLst>
        </pc:spChg>
        <pc:spChg chg="mod">
          <ac:chgData name="Sujit Das" userId="S::sujit.das@pdpu.ac.in::5531694e-1714-439d-a47e-7795b732b077" providerId="AD" clId="Web-{95D6DEBD-905A-4A04-C351-34A67B56C3A8}" dt="2026-07-27T12:27:56.836" v="241" actId="20577"/>
          <ac:spMkLst>
            <pc:docMk/>
            <pc:sldMk cId="1679007778" sldId="280"/>
            <ac:spMk id="3" creationId="{58187836-2B1A-89F7-6F68-2B7120544BE4}"/>
          </ac:spMkLst>
        </pc:spChg>
        <pc:spChg chg="add">
          <ac:chgData name="Sujit Das" userId="S::sujit.das@pdpu.ac.in::5531694e-1714-439d-a47e-7795b732b077" providerId="AD" clId="Web-{95D6DEBD-905A-4A04-C351-34A67B56C3A8}" dt="2026-07-27T11:57:46.574" v="40"/>
          <ac:spMkLst>
            <pc:docMk/>
            <pc:sldMk cId="1679007778" sldId="280"/>
            <ac:spMk id="8" creationId="{100EDD19-6802-4EC3-95CE-CFFAB042CFD6}"/>
          </ac:spMkLst>
        </pc:spChg>
        <pc:spChg chg="add">
          <ac:chgData name="Sujit Das" userId="S::sujit.das@pdpu.ac.in::5531694e-1714-439d-a47e-7795b732b077" providerId="AD" clId="Web-{95D6DEBD-905A-4A04-C351-34A67B56C3A8}" dt="2026-07-27T11:57:46.574" v="40"/>
          <ac:spMkLst>
            <pc:docMk/>
            <pc:sldMk cId="1679007778" sldId="280"/>
            <ac:spMk id="10" creationId="{DB17E863-922E-4C26-BD64-E8FD41D28661}"/>
          </ac:spMkLst>
        </pc:spChg>
      </pc:sldChg>
      <pc:sldChg chg="addSp modSp new mod setBg">
        <pc:chgData name="Sujit Das" userId="S::sujit.das@pdpu.ac.in::5531694e-1714-439d-a47e-7795b732b077" providerId="AD" clId="Web-{95D6DEBD-905A-4A04-C351-34A67B56C3A8}" dt="2026-07-27T12:28:01.664" v="242" actId="20577"/>
        <pc:sldMkLst>
          <pc:docMk/>
          <pc:sldMk cId="2733857404" sldId="281"/>
        </pc:sldMkLst>
        <pc:spChg chg="mod">
          <ac:chgData name="Sujit Das" userId="S::sujit.das@pdpu.ac.in::5531694e-1714-439d-a47e-7795b732b077" providerId="AD" clId="Web-{95D6DEBD-905A-4A04-C351-34A67B56C3A8}" dt="2026-07-27T11:58:19.809" v="45" actId="20577"/>
          <ac:spMkLst>
            <pc:docMk/>
            <pc:sldMk cId="2733857404" sldId="281"/>
            <ac:spMk id="2" creationId="{9DD80889-DBE0-CD79-9AED-15D8869FCA60}"/>
          </ac:spMkLst>
        </pc:spChg>
        <pc:spChg chg="mod">
          <ac:chgData name="Sujit Das" userId="S::sujit.das@pdpu.ac.in::5531694e-1714-439d-a47e-7795b732b077" providerId="AD" clId="Web-{95D6DEBD-905A-4A04-C351-34A67B56C3A8}" dt="2026-07-27T12:28:01.664" v="242" actId="20577"/>
          <ac:spMkLst>
            <pc:docMk/>
            <pc:sldMk cId="2733857404" sldId="281"/>
            <ac:spMk id="3" creationId="{0AA5D63E-A3B6-E35F-B8EC-78837ADAEA55}"/>
          </ac:spMkLst>
        </pc:spChg>
        <pc:spChg chg="add">
          <ac:chgData name="Sujit Das" userId="S::sujit.das@pdpu.ac.in::5531694e-1714-439d-a47e-7795b732b077" providerId="AD" clId="Web-{95D6DEBD-905A-4A04-C351-34A67B56C3A8}" dt="2026-07-27T11:58:03.668" v="42"/>
          <ac:spMkLst>
            <pc:docMk/>
            <pc:sldMk cId="2733857404" sldId="281"/>
            <ac:spMk id="8" creationId="{100EDD19-6802-4EC3-95CE-CFFAB042CFD6}"/>
          </ac:spMkLst>
        </pc:spChg>
        <pc:spChg chg="add">
          <ac:chgData name="Sujit Das" userId="S::sujit.das@pdpu.ac.in::5531694e-1714-439d-a47e-7795b732b077" providerId="AD" clId="Web-{95D6DEBD-905A-4A04-C351-34A67B56C3A8}" dt="2026-07-27T11:58:03.668" v="42"/>
          <ac:spMkLst>
            <pc:docMk/>
            <pc:sldMk cId="2733857404" sldId="281"/>
            <ac:spMk id="10" creationId="{DB17E863-922E-4C26-BD64-E8FD41D28661}"/>
          </ac:spMkLst>
        </pc:spChg>
      </pc:sldChg>
      <pc:sldChg chg="addSp modSp new mod setBg">
        <pc:chgData name="Sujit Das" userId="S::sujit.das@pdpu.ac.in::5531694e-1714-439d-a47e-7795b732b077" providerId="AD" clId="Web-{95D6DEBD-905A-4A04-C351-34A67B56C3A8}" dt="2026-07-27T12:13:34.182" v="150" actId="20577"/>
        <pc:sldMkLst>
          <pc:docMk/>
          <pc:sldMk cId="740249116" sldId="282"/>
        </pc:sldMkLst>
        <pc:spChg chg="mod">
          <ac:chgData name="Sujit Das" userId="S::sujit.das@pdpu.ac.in::5531694e-1714-439d-a47e-7795b732b077" providerId="AD" clId="Web-{95D6DEBD-905A-4A04-C351-34A67B56C3A8}" dt="2026-07-27T12:13:34.182" v="150" actId="20577"/>
          <ac:spMkLst>
            <pc:docMk/>
            <pc:sldMk cId="740249116" sldId="282"/>
            <ac:spMk id="2" creationId="{5884151E-805A-B1BD-696D-5B62CBA8E2B8}"/>
          </ac:spMkLst>
        </pc:spChg>
        <pc:spChg chg="mod">
          <ac:chgData name="Sujit Das" userId="S::sujit.das@pdpu.ac.in::5531694e-1714-439d-a47e-7795b732b077" providerId="AD" clId="Web-{95D6DEBD-905A-4A04-C351-34A67B56C3A8}" dt="2026-07-27T12:00:00.498" v="66"/>
          <ac:spMkLst>
            <pc:docMk/>
            <pc:sldMk cId="740249116" sldId="282"/>
            <ac:spMk id="3" creationId="{6911D2EF-609B-F5C3-4810-9777966AEBC7}"/>
          </ac:spMkLst>
        </pc:spChg>
        <pc:spChg chg="add">
          <ac:chgData name="Sujit Das" userId="S::sujit.das@pdpu.ac.in::5531694e-1714-439d-a47e-7795b732b077" providerId="AD" clId="Web-{95D6DEBD-905A-4A04-C351-34A67B56C3A8}" dt="2026-07-27T11:59:05.997" v="54"/>
          <ac:spMkLst>
            <pc:docMk/>
            <pc:sldMk cId="740249116" sldId="282"/>
            <ac:spMk id="8" creationId="{100EDD19-6802-4EC3-95CE-CFFAB042CFD6}"/>
          </ac:spMkLst>
        </pc:spChg>
        <pc:spChg chg="add">
          <ac:chgData name="Sujit Das" userId="S::sujit.das@pdpu.ac.in::5531694e-1714-439d-a47e-7795b732b077" providerId="AD" clId="Web-{95D6DEBD-905A-4A04-C351-34A67B56C3A8}" dt="2026-07-27T11:59:05.997" v="54"/>
          <ac:spMkLst>
            <pc:docMk/>
            <pc:sldMk cId="740249116" sldId="282"/>
            <ac:spMk id="10" creationId="{DB17E863-922E-4C26-BD64-E8FD41D28661}"/>
          </ac:spMkLst>
        </pc:spChg>
      </pc:sldChg>
      <pc:sldChg chg="addSp modSp new mod setBg">
        <pc:chgData name="Sujit Das" userId="S::sujit.das@pdpu.ac.in::5531694e-1714-439d-a47e-7795b732b077" providerId="AD" clId="Web-{95D6DEBD-905A-4A04-C351-34A67B56C3A8}" dt="2026-07-27T12:28:13.383" v="243" actId="20577"/>
        <pc:sldMkLst>
          <pc:docMk/>
          <pc:sldMk cId="520561321" sldId="283"/>
        </pc:sldMkLst>
        <pc:spChg chg="mod">
          <ac:chgData name="Sujit Das" userId="S::sujit.das@pdpu.ac.in::5531694e-1714-439d-a47e-7795b732b077" providerId="AD" clId="Web-{95D6DEBD-905A-4A04-C351-34A67B56C3A8}" dt="2026-07-27T12:00:51.655" v="69" actId="20577"/>
          <ac:spMkLst>
            <pc:docMk/>
            <pc:sldMk cId="520561321" sldId="283"/>
            <ac:spMk id="2" creationId="{FBBF5103-EDA7-8630-16BF-43CCC7831BCA}"/>
          </ac:spMkLst>
        </pc:spChg>
        <pc:spChg chg="mod">
          <ac:chgData name="Sujit Das" userId="S::sujit.das@pdpu.ac.in::5531694e-1714-439d-a47e-7795b732b077" providerId="AD" clId="Web-{95D6DEBD-905A-4A04-C351-34A67B56C3A8}" dt="2026-07-27T12:28:13.383" v="243" actId="20577"/>
          <ac:spMkLst>
            <pc:docMk/>
            <pc:sldMk cId="520561321" sldId="283"/>
            <ac:spMk id="3" creationId="{A7DD2DFE-85C2-30E6-24D9-FE61185B26BC}"/>
          </ac:spMkLst>
        </pc:spChg>
        <pc:spChg chg="add">
          <ac:chgData name="Sujit Das" userId="S::sujit.das@pdpu.ac.in::5531694e-1714-439d-a47e-7795b732b077" providerId="AD" clId="Web-{95D6DEBD-905A-4A04-C351-34A67B56C3A8}" dt="2026-07-27T12:00:49.780" v="68"/>
          <ac:spMkLst>
            <pc:docMk/>
            <pc:sldMk cId="520561321" sldId="283"/>
            <ac:spMk id="8" creationId="{100EDD19-6802-4EC3-95CE-CFFAB042CFD6}"/>
          </ac:spMkLst>
        </pc:spChg>
        <pc:spChg chg="add">
          <ac:chgData name="Sujit Das" userId="S::sujit.das@pdpu.ac.in::5531694e-1714-439d-a47e-7795b732b077" providerId="AD" clId="Web-{95D6DEBD-905A-4A04-C351-34A67B56C3A8}" dt="2026-07-27T12:00:49.780" v="68"/>
          <ac:spMkLst>
            <pc:docMk/>
            <pc:sldMk cId="520561321" sldId="283"/>
            <ac:spMk id="10" creationId="{DB17E863-922E-4C26-BD64-E8FD41D28661}"/>
          </ac:spMkLst>
        </pc:spChg>
      </pc:sldChg>
      <pc:sldChg chg="addSp modSp new mod setBg">
        <pc:chgData name="Sujit Das" userId="S::sujit.das@pdpu.ac.in::5531694e-1714-439d-a47e-7795b732b077" providerId="AD" clId="Web-{95D6DEBD-905A-4A04-C351-34A67B56C3A8}" dt="2026-07-27T12:28:33.305" v="248" actId="20577"/>
        <pc:sldMkLst>
          <pc:docMk/>
          <pc:sldMk cId="2016529522" sldId="284"/>
        </pc:sldMkLst>
        <pc:spChg chg="mod">
          <ac:chgData name="Sujit Das" userId="S::sujit.das@pdpu.ac.in::5531694e-1714-439d-a47e-7795b732b077" providerId="AD" clId="Web-{95D6DEBD-905A-4A04-C351-34A67B56C3A8}" dt="2026-07-27T12:01:52.500" v="76" actId="20577"/>
          <ac:spMkLst>
            <pc:docMk/>
            <pc:sldMk cId="2016529522" sldId="284"/>
            <ac:spMk id="2" creationId="{A92A1C24-E76D-155C-6CB3-DFA965F02DB9}"/>
          </ac:spMkLst>
        </pc:spChg>
        <pc:spChg chg="mod">
          <ac:chgData name="Sujit Das" userId="S::sujit.das@pdpu.ac.in::5531694e-1714-439d-a47e-7795b732b077" providerId="AD" clId="Web-{95D6DEBD-905A-4A04-C351-34A67B56C3A8}" dt="2026-07-27T12:28:33.305" v="248" actId="20577"/>
          <ac:spMkLst>
            <pc:docMk/>
            <pc:sldMk cId="2016529522" sldId="284"/>
            <ac:spMk id="3" creationId="{5D5D476F-E5A8-26CF-C7DF-9893FAA6CFFB}"/>
          </ac:spMkLst>
        </pc:spChg>
        <pc:spChg chg="add">
          <ac:chgData name="Sujit Das" userId="S::sujit.das@pdpu.ac.in::5531694e-1714-439d-a47e-7795b732b077" providerId="AD" clId="Web-{95D6DEBD-905A-4A04-C351-34A67B56C3A8}" dt="2026-07-27T12:01:50.156" v="75"/>
          <ac:spMkLst>
            <pc:docMk/>
            <pc:sldMk cId="2016529522" sldId="284"/>
            <ac:spMk id="8" creationId="{100EDD19-6802-4EC3-95CE-CFFAB042CFD6}"/>
          </ac:spMkLst>
        </pc:spChg>
        <pc:spChg chg="add">
          <ac:chgData name="Sujit Das" userId="S::sujit.das@pdpu.ac.in::5531694e-1714-439d-a47e-7795b732b077" providerId="AD" clId="Web-{95D6DEBD-905A-4A04-C351-34A67B56C3A8}" dt="2026-07-27T12:01:50.156" v="75"/>
          <ac:spMkLst>
            <pc:docMk/>
            <pc:sldMk cId="2016529522" sldId="284"/>
            <ac:spMk id="10" creationId="{DB17E863-922E-4C26-BD64-E8FD41D28661}"/>
          </ac:spMkLst>
        </pc:spChg>
      </pc:sldChg>
      <pc:sldChg chg="addSp modSp new mod setBg">
        <pc:chgData name="Sujit Das" userId="S::sujit.das@pdpu.ac.in::5531694e-1714-439d-a47e-7795b732b077" providerId="AD" clId="Web-{95D6DEBD-905A-4A04-C351-34A67B56C3A8}" dt="2026-07-27T12:28:24.758" v="244" actId="20577"/>
        <pc:sldMkLst>
          <pc:docMk/>
          <pc:sldMk cId="1906701131" sldId="285"/>
        </pc:sldMkLst>
        <pc:spChg chg="mod">
          <ac:chgData name="Sujit Das" userId="S::sujit.das@pdpu.ac.in::5531694e-1714-439d-a47e-7795b732b077" providerId="AD" clId="Web-{95D6DEBD-905A-4A04-C351-34A67B56C3A8}" dt="2026-07-27T12:03:13.220" v="89" actId="20577"/>
          <ac:spMkLst>
            <pc:docMk/>
            <pc:sldMk cId="1906701131" sldId="285"/>
            <ac:spMk id="2" creationId="{2C79E4DE-C8CD-6558-FADF-CD7B13514B86}"/>
          </ac:spMkLst>
        </pc:spChg>
        <pc:spChg chg="mod">
          <ac:chgData name="Sujit Das" userId="S::sujit.das@pdpu.ac.in::5531694e-1714-439d-a47e-7795b732b077" providerId="AD" clId="Web-{95D6DEBD-905A-4A04-C351-34A67B56C3A8}" dt="2026-07-27T12:28:24.758" v="244" actId="20577"/>
          <ac:spMkLst>
            <pc:docMk/>
            <pc:sldMk cId="1906701131" sldId="285"/>
            <ac:spMk id="3" creationId="{BA3F1978-05A8-8205-C9E3-36108E7151A3}"/>
          </ac:spMkLst>
        </pc:spChg>
        <pc:spChg chg="add">
          <ac:chgData name="Sujit Das" userId="S::sujit.das@pdpu.ac.in::5531694e-1714-439d-a47e-7795b732b077" providerId="AD" clId="Web-{95D6DEBD-905A-4A04-C351-34A67B56C3A8}" dt="2026-07-27T12:03:03.798" v="87"/>
          <ac:spMkLst>
            <pc:docMk/>
            <pc:sldMk cId="1906701131" sldId="285"/>
            <ac:spMk id="8" creationId="{100EDD19-6802-4EC3-95CE-CFFAB042CFD6}"/>
          </ac:spMkLst>
        </pc:spChg>
        <pc:spChg chg="add">
          <ac:chgData name="Sujit Das" userId="S::sujit.das@pdpu.ac.in::5531694e-1714-439d-a47e-7795b732b077" providerId="AD" clId="Web-{95D6DEBD-905A-4A04-C351-34A67B56C3A8}" dt="2026-07-27T12:03:03.798" v="87"/>
          <ac:spMkLst>
            <pc:docMk/>
            <pc:sldMk cId="1906701131" sldId="285"/>
            <ac:spMk id="10" creationId="{DB17E863-922E-4C26-BD64-E8FD41D28661}"/>
          </ac:spMkLst>
        </pc:spChg>
      </pc:sldChg>
      <pc:sldChg chg="addSp modSp new mod setBg">
        <pc:chgData name="Sujit Das" userId="S::sujit.das@pdpu.ac.in::5531694e-1714-439d-a47e-7795b732b077" providerId="AD" clId="Web-{95D6DEBD-905A-4A04-C351-34A67B56C3A8}" dt="2026-07-27T12:28:54.509" v="252" actId="20577"/>
        <pc:sldMkLst>
          <pc:docMk/>
          <pc:sldMk cId="485297447" sldId="286"/>
        </pc:sldMkLst>
        <pc:spChg chg="mod">
          <ac:chgData name="Sujit Das" userId="S::sujit.das@pdpu.ac.in::5531694e-1714-439d-a47e-7795b732b077" providerId="AD" clId="Web-{95D6DEBD-905A-4A04-C351-34A67B56C3A8}" dt="2026-07-27T12:28:54.509" v="252" actId="20577"/>
          <ac:spMkLst>
            <pc:docMk/>
            <pc:sldMk cId="485297447" sldId="286"/>
            <ac:spMk id="2" creationId="{E60662D6-9B34-E3B4-9B6F-1BD94FD1214A}"/>
          </ac:spMkLst>
        </pc:spChg>
        <pc:spChg chg="mod">
          <ac:chgData name="Sujit Das" userId="S::sujit.das@pdpu.ac.in::5531694e-1714-439d-a47e-7795b732b077" providerId="AD" clId="Web-{95D6DEBD-905A-4A04-C351-34A67B56C3A8}" dt="2026-07-27T12:28:41.306" v="249" actId="20577"/>
          <ac:spMkLst>
            <pc:docMk/>
            <pc:sldMk cId="485297447" sldId="286"/>
            <ac:spMk id="3" creationId="{78019F4E-61F3-4653-8739-81A34B4BDE8B}"/>
          </ac:spMkLst>
        </pc:spChg>
        <pc:spChg chg="add">
          <ac:chgData name="Sujit Das" userId="S::sujit.das@pdpu.ac.in::5531694e-1714-439d-a47e-7795b732b077" providerId="AD" clId="Web-{95D6DEBD-905A-4A04-C351-34A67B56C3A8}" dt="2026-07-27T12:04:01.205" v="96"/>
          <ac:spMkLst>
            <pc:docMk/>
            <pc:sldMk cId="485297447" sldId="286"/>
            <ac:spMk id="8" creationId="{100EDD19-6802-4EC3-95CE-CFFAB042CFD6}"/>
          </ac:spMkLst>
        </pc:spChg>
        <pc:spChg chg="add">
          <ac:chgData name="Sujit Das" userId="S::sujit.das@pdpu.ac.in::5531694e-1714-439d-a47e-7795b732b077" providerId="AD" clId="Web-{95D6DEBD-905A-4A04-C351-34A67B56C3A8}" dt="2026-07-27T12:04:01.205" v="96"/>
          <ac:spMkLst>
            <pc:docMk/>
            <pc:sldMk cId="485297447" sldId="286"/>
            <ac:spMk id="10" creationId="{DB17E863-922E-4C26-BD64-E8FD41D28661}"/>
          </ac:spMkLst>
        </pc:spChg>
      </pc:sldChg>
      <pc:sldChg chg="addSp modSp new mod setBg">
        <pc:chgData name="Sujit Das" userId="S::sujit.das@pdpu.ac.in::5531694e-1714-439d-a47e-7795b732b077" providerId="AD" clId="Web-{95D6DEBD-905A-4A04-C351-34A67B56C3A8}" dt="2026-07-27T12:29:09.072" v="256" actId="20577"/>
        <pc:sldMkLst>
          <pc:docMk/>
          <pc:sldMk cId="2972122727" sldId="287"/>
        </pc:sldMkLst>
        <pc:spChg chg="mod">
          <ac:chgData name="Sujit Das" userId="S::sujit.das@pdpu.ac.in::5531694e-1714-439d-a47e-7795b732b077" providerId="AD" clId="Web-{95D6DEBD-905A-4A04-C351-34A67B56C3A8}" dt="2026-07-27T12:29:02.806" v="255" actId="20577"/>
          <ac:spMkLst>
            <pc:docMk/>
            <pc:sldMk cId="2972122727" sldId="287"/>
            <ac:spMk id="2" creationId="{AD4F1785-1E0C-8F9D-4311-261FF24C8E50}"/>
          </ac:spMkLst>
        </pc:spChg>
        <pc:spChg chg="mod">
          <ac:chgData name="Sujit Das" userId="S::sujit.das@pdpu.ac.in::5531694e-1714-439d-a47e-7795b732b077" providerId="AD" clId="Web-{95D6DEBD-905A-4A04-C351-34A67B56C3A8}" dt="2026-07-27T12:29:09.072" v="256" actId="20577"/>
          <ac:spMkLst>
            <pc:docMk/>
            <pc:sldMk cId="2972122727" sldId="287"/>
            <ac:spMk id="3" creationId="{89A7707E-FDEA-DD37-D87F-911BB1CDFC78}"/>
          </ac:spMkLst>
        </pc:spChg>
        <pc:spChg chg="add">
          <ac:chgData name="Sujit Das" userId="S::sujit.das@pdpu.ac.in::5531694e-1714-439d-a47e-7795b732b077" providerId="AD" clId="Web-{95D6DEBD-905A-4A04-C351-34A67B56C3A8}" dt="2026-07-27T12:04:33.439" v="102"/>
          <ac:spMkLst>
            <pc:docMk/>
            <pc:sldMk cId="2972122727" sldId="287"/>
            <ac:spMk id="8" creationId="{100EDD19-6802-4EC3-95CE-CFFAB042CFD6}"/>
          </ac:spMkLst>
        </pc:spChg>
        <pc:spChg chg="add">
          <ac:chgData name="Sujit Das" userId="S::sujit.das@pdpu.ac.in::5531694e-1714-439d-a47e-7795b732b077" providerId="AD" clId="Web-{95D6DEBD-905A-4A04-C351-34A67B56C3A8}" dt="2026-07-27T12:04:33.439" v="102"/>
          <ac:spMkLst>
            <pc:docMk/>
            <pc:sldMk cId="2972122727" sldId="287"/>
            <ac:spMk id="10" creationId="{DB17E863-922E-4C26-BD64-E8FD41D28661}"/>
          </ac:spMkLst>
        </pc:spChg>
      </pc:sldChg>
      <pc:sldChg chg="addSp modSp new mod setBg">
        <pc:chgData name="Sujit Das" userId="S::sujit.das@pdpu.ac.in::5531694e-1714-439d-a47e-7795b732b077" providerId="AD" clId="Web-{95D6DEBD-905A-4A04-C351-34A67B56C3A8}" dt="2026-07-27T12:29:18.353" v="258" actId="20577"/>
        <pc:sldMkLst>
          <pc:docMk/>
          <pc:sldMk cId="513014313" sldId="288"/>
        </pc:sldMkLst>
        <pc:spChg chg="mod">
          <ac:chgData name="Sujit Das" userId="S::sujit.das@pdpu.ac.in::5531694e-1714-439d-a47e-7795b732b077" providerId="AD" clId="Web-{95D6DEBD-905A-4A04-C351-34A67B56C3A8}" dt="2026-07-27T12:29:14.822" v="257" actId="20577"/>
          <ac:spMkLst>
            <pc:docMk/>
            <pc:sldMk cId="513014313" sldId="288"/>
            <ac:spMk id="2" creationId="{B35D70FC-C7C1-4202-6939-39F6365F86E0}"/>
          </ac:spMkLst>
        </pc:spChg>
        <pc:spChg chg="mod">
          <ac:chgData name="Sujit Das" userId="S::sujit.das@pdpu.ac.in::5531694e-1714-439d-a47e-7795b732b077" providerId="AD" clId="Web-{95D6DEBD-905A-4A04-C351-34A67B56C3A8}" dt="2026-07-27T12:29:18.353" v="258" actId="20577"/>
          <ac:spMkLst>
            <pc:docMk/>
            <pc:sldMk cId="513014313" sldId="288"/>
            <ac:spMk id="3" creationId="{8BEFFF56-9249-FB9C-7840-F5EEEBA0A499}"/>
          </ac:spMkLst>
        </pc:spChg>
        <pc:spChg chg="add">
          <ac:chgData name="Sujit Das" userId="S::sujit.das@pdpu.ac.in::5531694e-1714-439d-a47e-7795b732b077" providerId="AD" clId="Web-{95D6DEBD-905A-4A04-C351-34A67B56C3A8}" dt="2026-07-27T12:09:52.257" v="108"/>
          <ac:spMkLst>
            <pc:docMk/>
            <pc:sldMk cId="513014313" sldId="288"/>
            <ac:spMk id="8" creationId="{100EDD19-6802-4EC3-95CE-CFFAB042CFD6}"/>
          </ac:spMkLst>
        </pc:spChg>
        <pc:spChg chg="add">
          <ac:chgData name="Sujit Das" userId="S::sujit.das@pdpu.ac.in::5531694e-1714-439d-a47e-7795b732b077" providerId="AD" clId="Web-{95D6DEBD-905A-4A04-C351-34A67B56C3A8}" dt="2026-07-27T12:09:52.257" v="108"/>
          <ac:spMkLst>
            <pc:docMk/>
            <pc:sldMk cId="513014313" sldId="288"/>
            <ac:spMk id="10" creationId="{DB17E863-922E-4C26-BD64-E8FD41D28661}"/>
          </ac:spMkLst>
        </pc:spChg>
      </pc:sldChg>
      <pc:sldChg chg="addSp modSp new mod setBg">
        <pc:chgData name="Sujit Das" userId="S::sujit.das@pdpu.ac.in::5531694e-1714-439d-a47e-7795b732b077" providerId="AD" clId="Web-{95D6DEBD-905A-4A04-C351-34A67B56C3A8}" dt="2026-07-27T12:19:10.093" v="183" actId="20577"/>
        <pc:sldMkLst>
          <pc:docMk/>
          <pc:sldMk cId="723439028" sldId="289"/>
        </pc:sldMkLst>
        <pc:spChg chg="mod">
          <ac:chgData name="Sujit Das" userId="S::sujit.das@pdpu.ac.in::5531694e-1714-439d-a47e-7795b732b077" providerId="AD" clId="Web-{95D6DEBD-905A-4A04-C351-34A67B56C3A8}" dt="2026-07-27T12:10:17.288" v="113" actId="20577"/>
          <ac:spMkLst>
            <pc:docMk/>
            <pc:sldMk cId="723439028" sldId="289"/>
            <ac:spMk id="2" creationId="{59276712-4ADB-2E29-8184-12602232E71C}"/>
          </ac:spMkLst>
        </pc:spChg>
        <pc:spChg chg="mod">
          <ac:chgData name="Sujit Das" userId="S::sujit.das@pdpu.ac.in::5531694e-1714-439d-a47e-7795b732b077" providerId="AD" clId="Web-{95D6DEBD-905A-4A04-C351-34A67B56C3A8}" dt="2026-07-27T12:19:10.093" v="183" actId="20577"/>
          <ac:spMkLst>
            <pc:docMk/>
            <pc:sldMk cId="723439028" sldId="289"/>
            <ac:spMk id="3" creationId="{73B82F36-F724-E3C6-398B-C59073313348}"/>
          </ac:spMkLst>
        </pc:spChg>
        <pc:spChg chg="add">
          <ac:chgData name="Sujit Das" userId="S::sujit.das@pdpu.ac.in::5531694e-1714-439d-a47e-7795b732b077" providerId="AD" clId="Web-{95D6DEBD-905A-4A04-C351-34A67B56C3A8}" dt="2026-07-27T12:10:04.679" v="111"/>
          <ac:spMkLst>
            <pc:docMk/>
            <pc:sldMk cId="723439028" sldId="289"/>
            <ac:spMk id="8" creationId="{100EDD19-6802-4EC3-95CE-CFFAB042CFD6}"/>
          </ac:spMkLst>
        </pc:spChg>
        <pc:spChg chg="add">
          <ac:chgData name="Sujit Das" userId="S::sujit.das@pdpu.ac.in::5531694e-1714-439d-a47e-7795b732b077" providerId="AD" clId="Web-{95D6DEBD-905A-4A04-C351-34A67B56C3A8}" dt="2026-07-27T12:10:04.679" v="111"/>
          <ac:spMkLst>
            <pc:docMk/>
            <pc:sldMk cId="723439028" sldId="289"/>
            <ac:spMk id="10" creationId="{DB17E863-922E-4C26-BD64-E8FD41D28661}"/>
          </ac:spMkLst>
        </pc:spChg>
      </pc:sldChg>
      <pc:sldChg chg="addSp modSp new mod setBg">
        <pc:chgData name="Sujit Das" userId="S::sujit.das@pdpu.ac.in::5531694e-1714-439d-a47e-7795b732b077" providerId="AD" clId="Web-{95D6DEBD-905A-4A04-C351-34A67B56C3A8}" dt="2026-07-27T12:29:34.525" v="259" actId="20577"/>
        <pc:sldMkLst>
          <pc:docMk/>
          <pc:sldMk cId="3839550873" sldId="290"/>
        </pc:sldMkLst>
        <pc:spChg chg="mod">
          <ac:chgData name="Sujit Das" userId="S::sujit.das@pdpu.ac.in::5531694e-1714-439d-a47e-7795b732b077" providerId="AD" clId="Web-{95D6DEBD-905A-4A04-C351-34A67B56C3A8}" dt="2026-07-27T12:11:31.711" v="128"/>
          <ac:spMkLst>
            <pc:docMk/>
            <pc:sldMk cId="3839550873" sldId="290"/>
            <ac:spMk id="2" creationId="{67379FC9-6E37-F19C-F15C-19E97A1CFBA2}"/>
          </ac:spMkLst>
        </pc:spChg>
        <pc:spChg chg="mod">
          <ac:chgData name="Sujit Das" userId="S::sujit.das@pdpu.ac.in::5531694e-1714-439d-a47e-7795b732b077" providerId="AD" clId="Web-{95D6DEBD-905A-4A04-C351-34A67B56C3A8}" dt="2026-07-27T12:29:34.525" v="259" actId="20577"/>
          <ac:spMkLst>
            <pc:docMk/>
            <pc:sldMk cId="3839550873" sldId="290"/>
            <ac:spMk id="3" creationId="{A21A18B7-424E-3D54-4FC5-FA8D9C9B2600}"/>
          </ac:spMkLst>
        </pc:spChg>
        <pc:spChg chg="add">
          <ac:chgData name="Sujit Das" userId="S::sujit.das@pdpu.ac.in::5531694e-1714-439d-a47e-7795b732b077" providerId="AD" clId="Web-{95D6DEBD-905A-4A04-C351-34A67B56C3A8}" dt="2026-07-27T12:11:31.711" v="128"/>
          <ac:spMkLst>
            <pc:docMk/>
            <pc:sldMk cId="3839550873" sldId="290"/>
            <ac:spMk id="8" creationId="{100EDD19-6802-4EC3-95CE-CFFAB042CFD6}"/>
          </ac:spMkLst>
        </pc:spChg>
        <pc:spChg chg="add">
          <ac:chgData name="Sujit Das" userId="S::sujit.das@pdpu.ac.in::5531694e-1714-439d-a47e-7795b732b077" providerId="AD" clId="Web-{95D6DEBD-905A-4A04-C351-34A67B56C3A8}" dt="2026-07-27T12:11:31.711" v="128"/>
          <ac:spMkLst>
            <pc:docMk/>
            <pc:sldMk cId="3839550873" sldId="290"/>
            <ac:spMk id="10" creationId="{DB17E863-922E-4C26-BD64-E8FD41D28661}"/>
          </ac:spMkLst>
        </pc:spChg>
      </pc:sldChg>
      <pc:sldChg chg="addSp modSp new mod setBg">
        <pc:chgData name="Sujit Das" userId="S::sujit.das@pdpu.ac.in::5531694e-1714-439d-a47e-7795b732b077" providerId="AD" clId="Web-{95D6DEBD-905A-4A04-C351-34A67B56C3A8}" dt="2026-07-27T12:30:14.104" v="263" actId="20577"/>
        <pc:sldMkLst>
          <pc:docMk/>
          <pc:sldMk cId="129782421" sldId="291"/>
        </pc:sldMkLst>
        <pc:spChg chg="mod">
          <ac:chgData name="Sujit Das" userId="S::sujit.das@pdpu.ac.in::5531694e-1714-439d-a47e-7795b732b077" providerId="AD" clId="Web-{95D6DEBD-905A-4A04-C351-34A67B56C3A8}" dt="2026-07-27T12:29:47.478" v="260" actId="20577"/>
          <ac:spMkLst>
            <pc:docMk/>
            <pc:sldMk cId="129782421" sldId="291"/>
            <ac:spMk id="2" creationId="{C211142A-DF49-9C19-ABB8-71B7F34D17A8}"/>
          </ac:spMkLst>
        </pc:spChg>
        <pc:spChg chg="mod">
          <ac:chgData name="Sujit Das" userId="S::sujit.das@pdpu.ac.in::5531694e-1714-439d-a47e-7795b732b077" providerId="AD" clId="Web-{95D6DEBD-905A-4A04-C351-34A67B56C3A8}" dt="2026-07-27T12:30:14.104" v="263" actId="20577"/>
          <ac:spMkLst>
            <pc:docMk/>
            <pc:sldMk cId="129782421" sldId="291"/>
            <ac:spMk id="3" creationId="{279E0F38-8DDC-8B25-1655-4FE4BA7944E6}"/>
          </ac:spMkLst>
        </pc:spChg>
        <pc:spChg chg="add">
          <ac:chgData name="Sujit Das" userId="S::sujit.das@pdpu.ac.in::5531694e-1714-439d-a47e-7795b732b077" providerId="AD" clId="Web-{95D6DEBD-905A-4A04-C351-34A67B56C3A8}" dt="2026-07-27T12:12:27.275" v="138"/>
          <ac:spMkLst>
            <pc:docMk/>
            <pc:sldMk cId="129782421" sldId="291"/>
            <ac:spMk id="8" creationId="{100EDD19-6802-4EC3-95CE-CFFAB042CFD6}"/>
          </ac:spMkLst>
        </pc:spChg>
        <pc:spChg chg="add">
          <ac:chgData name="Sujit Das" userId="S::sujit.das@pdpu.ac.in::5531694e-1714-439d-a47e-7795b732b077" providerId="AD" clId="Web-{95D6DEBD-905A-4A04-C351-34A67B56C3A8}" dt="2026-07-27T12:12:27.275" v="138"/>
          <ac:spMkLst>
            <pc:docMk/>
            <pc:sldMk cId="129782421" sldId="291"/>
            <ac:spMk id="10" creationId="{DB17E863-922E-4C26-BD64-E8FD41D28661}"/>
          </ac:spMkLst>
        </pc:spChg>
      </pc:sldChg>
      <pc:sldChg chg="addSp modSp new mod setBg">
        <pc:chgData name="Sujit Das" userId="S::sujit.das@pdpu.ac.in::5531694e-1714-439d-a47e-7795b732b077" providerId="AD" clId="Web-{95D6DEBD-905A-4A04-C351-34A67B56C3A8}" dt="2026-07-27T12:30:20.557" v="264" actId="20577"/>
        <pc:sldMkLst>
          <pc:docMk/>
          <pc:sldMk cId="3915400121" sldId="292"/>
        </pc:sldMkLst>
        <pc:spChg chg="mod">
          <ac:chgData name="Sujit Das" userId="S::sujit.das@pdpu.ac.in::5531694e-1714-439d-a47e-7795b732b077" providerId="AD" clId="Web-{95D6DEBD-905A-4A04-C351-34A67B56C3A8}" dt="2026-07-27T12:29:51.322" v="261" actId="20577"/>
          <ac:spMkLst>
            <pc:docMk/>
            <pc:sldMk cId="3915400121" sldId="292"/>
            <ac:spMk id="2" creationId="{7704FEBD-843F-2BFA-13EC-1EFBC9E07320}"/>
          </ac:spMkLst>
        </pc:spChg>
        <pc:spChg chg="mod">
          <ac:chgData name="Sujit Das" userId="S::sujit.das@pdpu.ac.in::5531694e-1714-439d-a47e-7795b732b077" providerId="AD" clId="Web-{95D6DEBD-905A-4A04-C351-34A67B56C3A8}" dt="2026-07-27T12:30:20.557" v="264" actId="20577"/>
          <ac:spMkLst>
            <pc:docMk/>
            <pc:sldMk cId="3915400121" sldId="292"/>
            <ac:spMk id="3" creationId="{81BFE9FF-A0BA-5F85-73B1-A0B35AD45D5C}"/>
          </ac:spMkLst>
        </pc:spChg>
        <pc:spChg chg="add">
          <ac:chgData name="Sujit Das" userId="S::sujit.das@pdpu.ac.in::5531694e-1714-439d-a47e-7795b732b077" providerId="AD" clId="Web-{95D6DEBD-905A-4A04-C351-34A67B56C3A8}" dt="2026-07-27T12:12:41.369" v="140"/>
          <ac:spMkLst>
            <pc:docMk/>
            <pc:sldMk cId="3915400121" sldId="292"/>
            <ac:spMk id="8" creationId="{100EDD19-6802-4EC3-95CE-CFFAB042CFD6}"/>
          </ac:spMkLst>
        </pc:spChg>
        <pc:spChg chg="add">
          <ac:chgData name="Sujit Das" userId="S::sujit.das@pdpu.ac.in::5531694e-1714-439d-a47e-7795b732b077" providerId="AD" clId="Web-{95D6DEBD-905A-4A04-C351-34A67B56C3A8}" dt="2026-07-27T12:12:41.369" v="140"/>
          <ac:spMkLst>
            <pc:docMk/>
            <pc:sldMk cId="3915400121" sldId="292"/>
            <ac:spMk id="10" creationId="{DB17E863-922E-4C26-BD64-E8FD41D28661}"/>
          </ac:spMkLst>
        </pc:spChg>
      </pc:sldChg>
      <pc:sldChg chg="addSp modSp new mod setBg">
        <pc:chgData name="Sujit Das" userId="S::sujit.das@pdpu.ac.in::5531694e-1714-439d-a47e-7795b732b077" providerId="AD" clId="Web-{95D6DEBD-905A-4A04-C351-34A67B56C3A8}" dt="2026-07-27T12:30:34.042" v="267" actId="20577"/>
        <pc:sldMkLst>
          <pc:docMk/>
          <pc:sldMk cId="4159346374" sldId="293"/>
        </pc:sldMkLst>
        <pc:spChg chg="mod">
          <ac:chgData name="Sujit Das" userId="S::sujit.das@pdpu.ac.in::5531694e-1714-439d-a47e-7795b732b077" providerId="AD" clId="Web-{95D6DEBD-905A-4A04-C351-34A67B56C3A8}" dt="2026-07-27T12:29:55.572" v="262" actId="20577"/>
          <ac:spMkLst>
            <pc:docMk/>
            <pc:sldMk cId="4159346374" sldId="293"/>
            <ac:spMk id="2" creationId="{80CB7E20-2372-5A02-43EE-0E93870CA737}"/>
          </ac:spMkLst>
        </pc:spChg>
        <pc:spChg chg="mod">
          <ac:chgData name="Sujit Das" userId="S::sujit.das@pdpu.ac.in::5531694e-1714-439d-a47e-7795b732b077" providerId="AD" clId="Web-{95D6DEBD-905A-4A04-C351-34A67B56C3A8}" dt="2026-07-27T12:30:34.042" v="267" actId="20577"/>
          <ac:spMkLst>
            <pc:docMk/>
            <pc:sldMk cId="4159346374" sldId="293"/>
            <ac:spMk id="3" creationId="{750E6F92-1DC7-AABB-673C-CDC063253886}"/>
          </ac:spMkLst>
        </pc:spChg>
        <pc:spChg chg="add">
          <ac:chgData name="Sujit Das" userId="S::sujit.das@pdpu.ac.in::5531694e-1714-439d-a47e-7795b732b077" providerId="AD" clId="Web-{95D6DEBD-905A-4A04-C351-34A67B56C3A8}" dt="2026-07-27T12:15:21.262" v="165"/>
          <ac:spMkLst>
            <pc:docMk/>
            <pc:sldMk cId="4159346374" sldId="293"/>
            <ac:spMk id="8" creationId="{100EDD19-6802-4EC3-95CE-CFFAB042CFD6}"/>
          </ac:spMkLst>
        </pc:spChg>
        <pc:spChg chg="add">
          <ac:chgData name="Sujit Das" userId="S::sujit.das@pdpu.ac.in::5531694e-1714-439d-a47e-7795b732b077" providerId="AD" clId="Web-{95D6DEBD-905A-4A04-C351-34A67B56C3A8}" dt="2026-07-27T12:15:21.262" v="165"/>
          <ac:spMkLst>
            <pc:docMk/>
            <pc:sldMk cId="4159346374" sldId="293"/>
            <ac:spMk id="10" creationId="{DB17E863-922E-4C26-BD64-E8FD41D28661}"/>
          </ac:spMkLst>
        </pc:spChg>
      </pc:sldChg>
      <pc:sldChg chg="addSp modSp new mod setBg">
        <pc:chgData name="Sujit Das" userId="S::sujit.das@pdpu.ac.in::5531694e-1714-439d-a47e-7795b732b077" providerId="AD" clId="Web-{95D6DEBD-905A-4A04-C351-34A67B56C3A8}" dt="2026-07-27T12:30:48.948" v="275" actId="20577"/>
        <pc:sldMkLst>
          <pc:docMk/>
          <pc:sldMk cId="2077967194" sldId="294"/>
        </pc:sldMkLst>
        <pc:spChg chg="mod">
          <ac:chgData name="Sujit Das" userId="S::sujit.das@pdpu.ac.in::5531694e-1714-439d-a47e-7795b732b077" providerId="AD" clId="Web-{95D6DEBD-905A-4A04-C351-34A67B56C3A8}" dt="2026-07-27T12:17:55.905" v="169" actId="20577"/>
          <ac:spMkLst>
            <pc:docMk/>
            <pc:sldMk cId="2077967194" sldId="294"/>
            <ac:spMk id="2" creationId="{F1B6699D-BFB9-7C23-EF98-9B50D6BBB012}"/>
          </ac:spMkLst>
        </pc:spChg>
        <pc:spChg chg="mod">
          <ac:chgData name="Sujit Das" userId="S::sujit.das@pdpu.ac.in::5531694e-1714-439d-a47e-7795b732b077" providerId="AD" clId="Web-{95D6DEBD-905A-4A04-C351-34A67B56C3A8}" dt="2026-07-27T12:30:48.948" v="275" actId="20577"/>
          <ac:spMkLst>
            <pc:docMk/>
            <pc:sldMk cId="2077967194" sldId="294"/>
            <ac:spMk id="3" creationId="{0EE41BE3-8AEB-6920-C5D5-1C44D55B5E29}"/>
          </ac:spMkLst>
        </pc:spChg>
        <pc:spChg chg="add">
          <ac:chgData name="Sujit Das" userId="S::sujit.das@pdpu.ac.in::5531694e-1714-439d-a47e-7795b732b077" providerId="AD" clId="Web-{95D6DEBD-905A-4A04-C351-34A67B56C3A8}" dt="2026-07-27T12:17:54.702" v="167"/>
          <ac:spMkLst>
            <pc:docMk/>
            <pc:sldMk cId="2077967194" sldId="294"/>
            <ac:spMk id="8" creationId="{100EDD19-6802-4EC3-95CE-CFFAB042CFD6}"/>
          </ac:spMkLst>
        </pc:spChg>
        <pc:spChg chg="add">
          <ac:chgData name="Sujit Das" userId="S::sujit.das@pdpu.ac.in::5531694e-1714-439d-a47e-7795b732b077" providerId="AD" clId="Web-{95D6DEBD-905A-4A04-C351-34A67B56C3A8}" dt="2026-07-27T12:17:54.702" v="167"/>
          <ac:spMkLst>
            <pc:docMk/>
            <pc:sldMk cId="2077967194" sldId="294"/>
            <ac:spMk id="10" creationId="{DB17E863-922E-4C26-BD64-E8FD41D28661}"/>
          </ac:spMkLst>
        </pc:spChg>
      </pc:sldChg>
      <pc:sldChg chg="addSp modSp new mod setBg">
        <pc:chgData name="Sujit Das" userId="S::sujit.das@pdpu.ac.in::5531694e-1714-439d-a47e-7795b732b077" providerId="AD" clId="Web-{95D6DEBD-905A-4A04-C351-34A67B56C3A8}" dt="2026-07-27T12:25:30.177" v="219"/>
        <pc:sldMkLst>
          <pc:docMk/>
          <pc:sldMk cId="1496674935" sldId="295"/>
        </pc:sldMkLst>
        <pc:spChg chg="mod">
          <ac:chgData name="Sujit Das" userId="S::sujit.das@pdpu.ac.in::5531694e-1714-439d-a47e-7795b732b077" providerId="AD" clId="Web-{95D6DEBD-905A-4A04-C351-34A67B56C3A8}" dt="2026-07-27T12:25:30.177" v="219"/>
          <ac:spMkLst>
            <pc:docMk/>
            <pc:sldMk cId="1496674935" sldId="295"/>
            <ac:spMk id="2" creationId="{D5F678AA-5DD7-F256-EB3F-896341D91434}"/>
          </ac:spMkLst>
        </pc:spChg>
        <pc:spChg chg="mod">
          <ac:chgData name="Sujit Das" userId="S::sujit.das@pdpu.ac.in::5531694e-1714-439d-a47e-7795b732b077" providerId="AD" clId="Web-{95D6DEBD-905A-4A04-C351-34A67B56C3A8}" dt="2026-07-27T12:25:30.177" v="219"/>
          <ac:spMkLst>
            <pc:docMk/>
            <pc:sldMk cId="1496674935" sldId="295"/>
            <ac:spMk id="3" creationId="{4F865CC4-C6E8-5E42-78B0-E8CDFBEE6607}"/>
          </ac:spMkLst>
        </pc:spChg>
        <pc:spChg chg="add">
          <ac:chgData name="Sujit Das" userId="S::sujit.das@pdpu.ac.in::5531694e-1714-439d-a47e-7795b732b077" providerId="AD" clId="Web-{95D6DEBD-905A-4A04-C351-34A67B56C3A8}" dt="2026-07-27T12:25:30.177" v="219"/>
          <ac:spMkLst>
            <pc:docMk/>
            <pc:sldMk cId="1496674935" sldId="295"/>
            <ac:spMk id="8" creationId="{100EDD19-6802-4EC3-95CE-CFFAB042CFD6}"/>
          </ac:spMkLst>
        </pc:spChg>
        <pc:spChg chg="add">
          <ac:chgData name="Sujit Das" userId="S::sujit.das@pdpu.ac.in::5531694e-1714-439d-a47e-7795b732b077" providerId="AD" clId="Web-{95D6DEBD-905A-4A04-C351-34A67B56C3A8}" dt="2026-07-27T12:25:30.177" v="219"/>
          <ac:spMkLst>
            <pc:docMk/>
            <pc:sldMk cId="1496674935" sldId="295"/>
            <ac:spMk id="10" creationId="{DB17E863-922E-4C26-BD64-E8FD41D28661}"/>
          </ac:spMkLst>
        </pc:spChg>
      </pc:sldChg>
      <pc:sldChg chg="addSp delSp modSp new mod setBg">
        <pc:chgData name="Sujit Das" userId="S::sujit.das@pdpu.ac.in::5531694e-1714-439d-a47e-7795b732b077" providerId="AD" clId="Web-{95D6DEBD-905A-4A04-C351-34A67B56C3A8}" dt="2026-07-27T12:25:26.037" v="218"/>
        <pc:sldMkLst>
          <pc:docMk/>
          <pc:sldMk cId="2345662590" sldId="296"/>
        </pc:sldMkLst>
        <pc:spChg chg="mod">
          <ac:chgData name="Sujit Das" userId="S::sujit.das@pdpu.ac.in::5531694e-1714-439d-a47e-7795b732b077" providerId="AD" clId="Web-{95D6DEBD-905A-4A04-C351-34A67B56C3A8}" dt="2026-07-27T12:25:26.037" v="218"/>
          <ac:spMkLst>
            <pc:docMk/>
            <pc:sldMk cId="2345662590" sldId="296"/>
            <ac:spMk id="2" creationId="{F891545A-B7DD-F89F-717A-C6AC28E6A2C8}"/>
          </ac:spMkLst>
        </pc:spChg>
        <pc:spChg chg="mod">
          <ac:chgData name="Sujit Das" userId="S::sujit.das@pdpu.ac.in::5531694e-1714-439d-a47e-7795b732b077" providerId="AD" clId="Web-{95D6DEBD-905A-4A04-C351-34A67B56C3A8}" dt="2026-07-27T12:25:26.037" v="218"/>
          <ac:spMkLst>
            <pc:docMk/>
            <pc:sldMk cId="2345662590" sldId="296"/>
            <ac:spMk id="3" creationId="{7898E4CD-70BA-CF7A-33B9-FF83AE26FE58}"/>
          </ac:spMkLst>
        </pc:spChg>
        <pc:spChg chg="add del">
          <ac:chgData name="Sujit Das" userId="S::sujit.das@pdpu.ac.in::5531694e-1714-439d-a47e-7795b732b077" providerId="AD" clId="Web-{95D6DEBD-905A-4A04-C351-34A67B56C3A8}" dt="2026-07-27T12:25:18.802" v="215"/>
          <ac:spMkLst>
            <pc:docMk/>
            <pc:sldMk cId="2345662590" sldId="296"/>
            <ac:spMk id="8" creationId="{100EDD19-6802-4EC3-95CE-CFFAB042CFD6}"/>
          </ac:spMkLst>
        </pc:spChg>
        <pc:spChg chg="add del">
          <ac:chgData name="Sujit Das" userId="S::sujit.das@pdpu.ac.in::5531694e-1714-439d-a47e-7795b732b077" providerId="AD" clId="Web-{95D6DEBD-905A-4A04-C351-34A67B56C3A8}" dt="2026-07-27T12:25:26.021" v="217"/>
          <ac:spMkLst>
            <pc:docMk/>
            <pc:sldMk cId="2345662590" sldId="296"/>
            <ac:spMk id="9" creationId="{F13C74B1-5B17-4795-BED0-7140497B445A}"/>
          </ac:spMkLst>
        </pc:spChg>
        <pc:spChg chg="add del">
          <ac:chgData name="Sujit Das" userId="S::sujit.das@pdpu.ac.in::5531694e-1714-439d-a47e-7795b732b077" providerId="AD" clId="Web-{95D6DEBD-905A-4A04-C351-34A67B56C3A8}" dt="2026-07-27T12:25:18.802" v="215"/>
          <ac:spMkLst>
            <pc:docMk/>
            <pc:sldMk cId="2345662590" sldId="296"/>
            <ac:spMk id="10" creationId="{DB17E863-922E-4C26-BD64-E8FD41D28661}"/>
          </ac:spMkLst>
        </pc:spChg>
        <pc:spChg chg="add del">
          <ac:chgData name="Sujit Das" userId="S::sujit.das@pdpu.ac.in::5531694e-1714-439d-a47e-7795b732b077" providerId="AD" clId="Web-{95D6DEBD-905A-4A04-C351-34A67B56C3A8}" dt="2026-07-27T12:25:26.021" v="217"/>
          <ac:spMkLst>
            <pc:docMk/>
            <pc:sldMk cId="2345662590" sldId="296"/>
            <ac:spMk id="11" creationId="{D4974D33-8DC5-464E-8C6D-BE58F0669C17}"/>
          </ac:spMkLst>
        </pc:spChg>
        <pc:spChg chg="add">
          <ac:chgData name="Sujit Das" userId="S::sujit.das@pdpu.ac.in::5531694e-1714-439d-a47e-7795b732b077" providerId="AD" clId="Web-{95D6DEBD-905A-4A04-C351-34A67B56C3A8}" dt="2026-07-27T12:25:26.037" v="218"/>
          <ac:spMkLst>
            <pc:docMk/>
            <pc:sldMk cId="2345662590" sldId="296"/>
            <ac:spMk id="13" creationId="{100EDD19-6802-4EC3-95CE-CFFAB042CFD6}"/>
          </ac:spMkLst>
        </pc:spChg>
        <pc:spChg chg="add">
          <ac:chgData name="Sujit Das" userId="S::sujit.das@pdpu.ac.in::5531694e-1714-439d-a47e-7795b732b077" providerId="AD" clId="Web-{95D6DEBD-905A-4A04-C351-34A67B56C3A8}" dt="2026-07-27T12:25:26.037" v="218"/>
          <ac:spMkLst>
            <pc:docMk/>
            <pc:sldMk cId="2345662590" sldId="296"/>
            <ac:spMk id="14" creationId="{DB17E863-922E-4C26-BD64-E8FD41D28661}"/>
          </ac:spMkLst>
        </pc:spChg>
        <pc:picChg chg="add del">
          <ac:chgData name="Sujit Das" userId="S::sujit.das@pdpu.ac.in::5531694e-1714-439d-a47e-7795b732b077" providerId="AD" clId="Web-{95D6DEBD-905A-4A04-C351-34A67B56C3A8}" dt="2026-07-27T12:25:26.021" v="217"/>
          <ac:picMkLst>
            <pc:docMk/>
            <pc:sldMk cId="2345662590" sldId="296"/>
            <ac:picMk id="5" creationId="{129624FB-00A4-B339-8967-B006EDEBB224}"/>
          </ac:picMkLst>
        </pc:picChg>
      </pc:sldChg>
      <pc:sldChg chg="addSp modSp new mod setBg">
        <pc:chgData name="Sujit Das" userId="S::sujit.das@pdpu.ac.in::5531694e-1714-439d-a47e-7795b732b077" providerId="AD" clId="Web-{95D6DEBD-905A-4A04-C351-34A67B56C3A8}" dt="2026-07-27T12:25:10.412" v="213"/>
        <pc:sldMkLst>
          <pc:docMk/>
          <pc:sldMk cId="3219818556" sldId="297"/>
        </pc:sldMkLst>
        <pc:spChg chg="mod">
          <ac:chgData name="Sujit Das" userId="S::sujit.das@pdpu.ac.in::5531694e-1714-439d-a47e-7795b732b077" providerId="AD" clId="Web-{95D6DEBD-905A-4A04-C351-34A67B56C3A8}" dt="2026-07-27T12:25:10.412" v="213"/>
          <ac:spMkLst>
            <pc:docMk/>
            <pc:sldMk cId="3219818556" sldId="297"/>
            <ac:spMk id="2" creationId="{CDD92D24-A0AA-E2F1-E8ED-B9F8AA7C73AC}"/>
          </ac:spMkLst>
        </pc:spChg>
        <pc:spChg chg="mod">
          <ac:chgData name="Sujit Das" userId="S::sujit.das@pdpu.ac.in::5531694e-1714-439d-a47e-7795b732b077" providerId="AD" clId="Web-{95D6DEBD-905A-4A04-C351-34A67B56C3A8}" dt="2026-07-27T12:25:10.412" v="213"/>
          <ac:spMkLst>
            <pc:docMk/>
            <pc:sldMk cId="3219818556" sldId="297"/>
            <ac:spMk id="3" creationId="{96169549-E437-79C8-672C-DA6C6E11F341}"/>
          </ac:spMkLst>
        </pc:spChg>
        <pc:spChg chg="add">
          <ac:chgData name="Sujit Das" userId="S::sujit.das@pdpu.ac.in::5531694e-1714-439d-a47e-7795b732b077" providerId="AD" clId="Web-{95D6DEBD-905A-4A04-C351-34A67B56C3A8}" dt="2026-07-27T12:25:10.412" v="213"/>
          <ac:spMkLst>
            <pc:docMk/>
            <pc:sldMk cId="3219818556" sldId="297"/>
            <ac:spMk id="8" creationId="{100EDD19-6802-4EC3-95CE-CFFAB042CFD6}"/>
          </ac:spMkLst>
        </pc:spChg>
        <pc:spChg chg="add">
          <ac:chgData name="Sujit Das" userId="S::sujit.das@pdpu.ac.in::5531694e-1714-439d-a47e-7795b732b077" providerId="AD" clId="Web-{95D6DEBD-905A-4A04-C351-34A67B56C3A8}" dt="2026-07-27T12:25:10.412" v="213"/>
          <ac:spMkLst>
            <pc:docMk/>
            <pc:sldMk cId="3219818556" sldId="297"/>
            <ac:spMk id="10" creationId="{DB17E863-922E-4C26-BD64-E8FD41D28661}"/>
          </ac:spMkLst>
        </pc:spChg>
      </pc:sldChg>
      <pc:sldChg chg="addSp modSp new mod setBg">
        <pc:chgData name="Sujit Das" userId="S::sujit.das@pdpu.ac.in::5531694e-1714-439d-a47e-7795b732b077" providerId="AD" clId="Web-{95D6DEBD-905A-4A04-C351-34A67B56C3A8}" dt="2026-07-27T12:24:54.036" v="212"/>
        <pc:sldMkLst>
          <pc:docMk/>
          <pc:sldMk cId="3758973884" sldId="298"/>
        </pc:sldMkLst>
        <pc:spChg chg="mod">
          <ac:chgData name="Sujit Das" userId="S::sujit.das@pdpu.ac.in::5531694e-1714-439d-a47e-7795b732b077" providerId="AD" clId="Web-{95D6DEBD-905A-4A04-C351-34A67B56C3A8}" dt="2026-07-27T12:24:54.036" v="212"/>
          <ac:spMkLst>
            <pc:docMk/>
            <pc:sldMk cId="3758973884" sldId="298"/>
            <ac:spMk id="2" creationId="{26CA0F8D-BEA2-4ED6-063D-48CCE5DDFB1A}"/>
          </ac:spMkLst>
        </pc:spChg>
        <pc:spChg chg="mod">
          <ac:chgData name="Sujit Das" userId="S::sujit.das@pdpu.ac.in::5531694e-1714-439d-a47e-7795b732b077" providerId="AD" clId="Web-{95D6DEBD-905A-4A04-C351-34A67B56C3A8}" dt="2026-07-27T12:24:54.036" v="212"/>
          <ac:spMkLst>
            <pc:docMk/>
            <pc:sldMk cId="3758973884" sldId="298"/>
            <ac:spMk id="3" creationId="{79AFE3A5-22F8-263A-7324-EC8C28CD575F}"/>
          </ac:spMkLst>
        </pc:spChg>
        <pc:spChg chg="add">
          <ac:chgData name="Sujit Das" userId="S::sujit.das@pdpu.ac.in::5531694e-1714-439d-a47e-7795b732b077" providerId="AD" clId="Web-{95D6DEBD-905A-4A04-C351-34A67B56C3A8}" dt="2026-07-27T12:24:54.036" v="212"/>
          <ac:spMkLst>
            <pc:docMk/>
            <pc:sldMk cId="3758973884" sldId="298"/>
            <ac:spMk id="8" creationId="{100EDD19-6802-4EC3-95CE-CFFAB042CFD6}"/>
          </ac:spMkLst>
        </pc:spChg>
        <pc:spChg chg="add">
          <ac:chgData name="Sujit Das" userId="S::sujit.das@pdpu.ac.in::5531694e-1714-439d-a47e-7795b732b077" providerId="AD" clId="Web-{95D6DEBD-905A-4A04-C351-34A67B56C3A8}" dt="2026-07-27T12:24:54.036" v="212"/>
          <ac:spMkLst>
            <pc:docMk/>
            <pc:sldMk cId="3758973884" sldId="298"/>
            <ac:spMk id="10" creationId="{DB17E863-922E-4C26-BD64-E8FD41D2866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697599-81A5-4167-AB22-9B0AB245CAD0}"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CA3FCF39-617F-49A9-94A6-EE287642458B}">
      <dgm:prSet/>
      <dgm:spPr/>
      <dgm:t>
        <a:bodyPr/>
        <a:lstStyle/>
        <a:p>
          <a:r>
            <a:rPr lang="en-US"/>
            <a:t>Benefits to Law Enforcement </a:t>
          </a:r>
        </a:p>
      </dgm:t>
    </dgm:pt>
    <dgm:pt modelId="{9571E859-9890-4EB4-BE63-6009AB16CFBB}" type="parTrans" cxnId="{753F71E3-3D65-4236-AE5E-D00EDE097242}">
      <dgm:prSet/>
      <dgm:spPr/>
      <dgm:t>
        <a:bodyPr/>
        <a:lstStyle/>
        <a:p>
          <a:endParaRPr lang="en-US"/>
        </a:p>
      </dgm:t>
    </dgm:pt>
    <dgm:pt modelId="{F5175236-8384-461A-BE30-F3DC197C8021}" type="sibTrans" cxnId="{753F71E3-3D65-4236-AE5E-D00EDE097242}">
      <dgm:prSet/>
      <dgm:spPr/>
      <dgm:t>
        <a:bodyPr/>
        <a:lstStyle/>
        <a:p>
          <a:endParaRPr lang="en-US"/>
        </a:p>
      </dgm:t>
    </dgm:pt>
    <dgm:pt modelId="{2C9A4B27-35A6-489E-8DFD-A0297AF4574C}">
      <dgm:prSet/>
      <dgm:spPr/>
      <dgm:t>
        <a:bodyPr/>
        <a:lstStyle/>
        <a:p>
          <a:r>
            <a:rPr lang="en-US"/>
            <a:t>Benefits to the Judicial System </a:t>
          </a:r>
        </a:p>
      </dgm:t>
    </dgm:pt>
    <dgm:pt modelId="{C4EF36BE-0A1B-4304-9EBE-9F65AD666834}" type="parTrans" cxnId="{78F7ABC8-B417-4E50-BB43-D9C79691A37B}">
      <dgm:prSet/>
      <dgm:spPr/>
      <dgm:t>
        <a:bodyPr/>
        <a:lstStyle/>
        <a:p>
          <a:endParaRPr lang="en-US"/>
        </a:p>
      </dgm:t>
    </dgm:pt>
    <dgm:pt modelId="{3362A0E3-361B-4F58-B833-E7ED2D6AC775}" type="sibTrans" cxnId="{78F7ABC8-B417-4E50-BB43-D9C79691A37B}">
      <dgm:prSet/>
      <dgm:spPr/>
      <dgm:t>
        <a:bodyPr/>
        <a:lstStyle/>
        <a:p>
          <a:endParaRPr lang="en-US"/>
        </a:p>
      </dgm:t>
    </dgm:pt>
    <dgm:pt modelId="{54D816C6-5158-44A9-81D3-0055A69C9A4E}">
      <dgm:prSet/>
      <dgm:spPr/>
      <dgm:t>
        <a:bodyPr/>
        <a:lstStyle/>
        <a:p>
          <a:r>
            <a:rPr lang="en-US"/>
            <a:t>Benefits to Organizations </a:t>
          </a:r>
        </a:p>
      </dgm:t>
    </dgm:pt>
    <dgm:pt modelId="{B8098D99-F242-405C-915A-6503BFA8584D}" type="parTrans" cxnId="{F8E19D82-90A3-432B-B034-2E97FA5CEB6A}">
      <dgm:prSet/>
      <dgm:spPr/>
      <dgm:t>
        <a:bodyPr/>
        <a:lstStyle/>
        <a:p>
          <a:endParaRPr lang="en-US"/>
        </a:p>
      </dgm:t>
    </dgm:pt>
    <dgm:pt modelId="{190BB78B-1088-45C1-BC8B-53D7C24A8CFF}" type="sibTrans" cxnId="{F8E19D82-90A3-432B-B034-2E97FA5CEB6A}">
      <dgm:prSet/>
      <dgm:spPr/>
      <dgm:t>
        <a:bodyPr/>
        <a:lstStyle/>
        <a:p>
          <a:endParaRPr lang="en-US"/>
        </a:p>
      </dgm:t>
    </dgm:pt>
    <dgm:pt modelId="{3C74676B-4249-4321-BF2B-CA4AA568ADDB}">
      <dgm:prSet/>
      <dgm:spPr/>
      <dgm:t>
        <a:bodyPr/>
        <a:lstStyle/>
        <a:p>
          <a:r>
            <a:rPr lang="en-US"/>
            <a:t>Benefits to Individuals </a:t>
          </a:r>
        </a:p>
      </dgm:t>
    </dgm:pt>
    <dgm:pt modelId="{B25C997B-A038-45FF-A8AF-5D0CA19AB9B3}" type="parTrans" cxnId="{781E76DB-65E5-46AC-978C-BB960F155ABE}">
      <dgm:prSet/>
      <dgm:spPr/>
      <dgm:t>
        <a:bodyPr/>
        <a:lstStyle/>
        <a:p>
          <a:endParaRPr lang="en-US"/>
        </a:p>
      </dgm:t>
    </dgm:pt>
    <dgm:pt modelId="{367F689C-7030-41F3-B4D9-9B663D306D38}" type="sibTrans" cxnId="{781E76DB-65E5-46AC-978C-BB960F155ABE}">
      <dgm:prSet/>
      <dgm:spPr/>
      <dgm:t>
        <a:bodyPr/>
        <a:lstStyle/>
        <a:p>
          <a:endParaRPr lang="en-US"/>
        </a:p>
      </dgm:t>
    </dgm:pt>
    <dgm:pt modelId="{6868D8E2-925F-4572-BF24-948FC7AFF3A7}">
      <dgm:prSet/>
      <dgm:spPr/>
      <dgm:t>
        <a:bodyPr/>
        <a:lstStyle/>
        <a:p>
          <a:r>
            <a:rPr lang="en-US"/>
            <a:t>Benefits to Cybersecurity </a:t>
          </a:r>
        </a:p>
      </dgm:t>
    </dgm:pt>
    <dgm:pt modelId="{671C4F0D-E064-4060-AC09-A2FC5689DFA2}" type="parTrans" cxnId="{202B724E-401C-43C8-ADF8-40E8451FE32E}">
      <dgm:prSet/>
      <dgm:spPr/>
      <dgm:t>
        <a:bodyPr/>
        <a:lstStyle/>
        <a:p>
          <a:endParaRPr lang="en-US"/>
        </a:p>
      </dgm:t>
    </dgm:pt>
    <dgm:pt modelId="{2E35D460-2BF0-4078-B0D3-C18EB6262375}" type="sibTrans" cxnId="{202B724E-401C-43C8-ADF8-40E8451FE32E}">
      <dgm:prSet/>
      <dgm:spPr/>
      <dgm:t>
        <a:bodyPr/>
        <a:lstStyle/>
        <a:p>
          <a:endParaRPr lang="en-US"/>
        </a:p>
      </dgm:t>
    </dgm:pt>
    <dgm:pt modelId="{B3F193CF-530C-4E82-BA9A-DF95CDA95A7B}">
      <dgm:prSet/>
      <dgm:spPr/>
      <dgm:t>
        <a:bodyPr/>
        <a:lstStyle/>
        <a:p>
          <a:r>
            <a:rPr lang="en-US"/>
            <a:t>Benefits to Society &amp; National Security</a:t>
          </a:r>
        </a:p>
      </dgm:t>
    </dgm:pt>
    <dgm:pt modelId="{15FF76EF-67A8-4BA6-A686-9029851EE355}" type="parTrans" cxnId="{EC940799-37E5-4714-B7DA-D4808CB2FF75}">
      <dgm:prSet/>
      <dgm:spPr/>
      <dgm:t>
        <a:bodyPr/>
        <a:lstStyle/>
        <a:p>
          <a:endParaRPr lang="en-US"/>
        </a:p>
      </dgm:t>
    </dgm:pt>
    <dgm:pt modelId="{D47B0CFB-46DA-4B65-8BA5-7AC157AE4BBB}" type="sibTrans" cxnId="{EC940799-37E5-4714-B7DA-D4808CB2FF75}">
      <dgm:prSet/>
      <dgm:spPr/>
      <dgm:t>
        <a:bodyPr/>
        <a:lstStyle/>
        <a:p>
          <a:endParaRPr lang="en-US"/>
        </a:p>
      </dgm:t>
    </dgm:pt>
    <dgm:pt modelId="{46E8AACC-225A-4B64-864B-15B27E0575FC}" type="pres">
      <dgm:prSet presAssocID="{00697599-81A5-4167-AB22-9B0AB245CAD0}" presName="diagram" presStyleCnt="0">
        <dgm:presLayoutVars>
          <dgm:dir/>
          <dgm:resizeHandles val="exact"/>
        </dgm:presLayoutVars>
      </dgm:prSet>
      <dgm:spPr/>
    </dgm:pt>
    <dgm:pt modelId="{1C276F3C-E342-48E5-995C-C0AE9FD55F40}" type="pres">
      <dgm:prSet presAssocID="{CA3FCF39-617F-49A9-94A6-EE287642458B}" presName="node" presStyleLbl="node1" presStyleIdx="0" presStyleCnt="6">
        <dgm:presLayoutVars>
          <dgm:bulletEnabled val="1"/>
        </dgm:presLayoutVars>
      </dgm:prSet>
      <dgm:spPr/>
    </dgm:pt>
    <dgm:pt modelId="{418F1664-1883-4367-9BBE-C940F8F89C78}" type="pres">
      <dgm:prSet presAssocID="{F5175236-8384-461A-BE30-F3DC197C8021}" presName="sibTrans" presStyleCnt="0"/>
      <dgm:spPr/>
    </dgm:pt>
    <dgm:pt modelId="{BDAE86A7-FED0-448C-8FE1-7CFC2150CF36}" type="pres">
      <dgm:prSet presAssocID="{2C9A4B27-35A6-489E-8DFD-A0297AF4574C}" presName="node" presStyleLbl="node1" presStyleIdx="1" presStyleCnt="6">
        <dgm:presLayoutVars>
          <dgm:bulletEnabled val="1"/>
        </dgm:presLayoutVars>
      </dgm:prSet>
      <dgm:spPr/>
    </dgm:pt>
    <dgm:pt modelId="{2A404FB6-2451-4256-8A4D-27BEC2628A0B}" type="pres">
      <dgm:prSet presAssocID="{3362A0E3-361B-4F58-B833-E7ED2D6AC775}" presName="sibTrans" presStyleCnt="0"/>
      <dgm:spPr/>
    </dgm:pt>
    <dgm:pt modelId="{E38109B7-F2E9-4BEF-B85B-6B777ECCB89E}" type="pres">
      <dgm:prSet presAssocID="{54D816C6-5158-44A9-81D3-0055A69C9A4E}" presName="node" presStyleLbl="node1" presStyleIdx="2" presStyleCnt="6">
        <dgm:presLayoutVars>
          <dgm:bulletEnabled val="1"/>
        </dgm:presLayoutVars>
      </dgm:prSet>
      <dgm:spPr/>
    </dgm:pt>
    <dgm:pt modelId="{1B9FAD4E-2AA9-4685-A9DB-8C450FA61F7F}" type="pres">
      <dgm:prSet presAssocID="{190BB78B-1088-45C1-BC8B-53D7C24A8CFF}" presName="sibTrans" presStyleCnt="0"/>
      <dgm:spPr/>
    </dgm:pt>
    <dgm:pt modelId="{D01C68C2-24D7-4A07-B5F2-B68AC825640D}" type="pres">
      <dgm:prSet presAssocID="{3C74676B-4249-4321-BF2B-CA4AA568ADDB}" presName="node" presStyleLbl="node1" presStyleIdx="3" presStyleCnt="6">
        <dgm:presLayoutVars>
          <dgm:bulletEnabled val="1"/>
        </dgm:presLayoutVars>
      </dgm:prSet>
      <dgm:spPr/>
    </dgm:pt>
    <dgm:pt modelId="{BC734581-6F7F-4667-8A6E-7E89BC61802B}" type="pres">
      <dgm:prSet presAssocID="{367F689C-7030-41F3-B4D9-9B663D306D38}" presName="sibTrans" presStyleCnt="0"/>
      <dgm:spPr/>
    </dgm:pt>
    <dgm:pt modelId="{F34E0B0B-FACD-42C4-A83B-7CC6D904D697}" type="pres">
      <dgm:prSet presAssocID="{6868D8E2-925F-4572-BF24-948FC7AFF3A7}" presName="node" presStyleLbl="node1" presStyleIdx="4" presStyleCnt="6">
        <dgm:presLayoutVars>
          <dgm:bulletEnabled val="1"/>
        </dgm:presLayoutVars>
      </dgm:prSet>
      <dgm:spPr/>
    </dgm:pt>
    <dgm:pt modelId="{E9A1C347-876E-4971-BB13-3086928BD1B3}" type="pres">
      <dgm:prSet presAssocID="{2E35D460-2BF0-4078-B0D3-C18EB6262375}" presName="sibTrans" presStyleCnt="0"/>
      <dgm:spPr/>
    </dgm:pt>
    <dgm:pt modelId="{17A7382B-2479-4F19-83E9-F59E60E9F915}" type="pres">
      <dgm:prSet presAssocID="{B3F193CF-530C-4E82-BA9A-DF95CDA95A7B}" presName="node" presStyleLbl="node1" presStyleIdx="5" presStyleCnt="6">
        <dgm:presLayoutVars>
          <dgm:bulletEnabled val="1"/>
        </dgm:presLayoutVars>
      </dgm:prSet>
      <dgm:spPr/>
    </dgm:pt>
  </dgm:ptLst>
  <dgm:cxnLst>
    <dgm:cxn modelId="{26E7B85C-8C77-47F3-95DE-FE68F0A2B1EC}" type="presOf" srcId="{3C74676B-4249-4321-BF2B-CA4AA568ADDB}" destId="{D01C68C2-24D7-4A07-B5F2-B68AC825640D}" srcOrd="0" destOrd="0" presId="urn:microsoft.com/office/officeart/2005/8/layout/default"/>
    <dgm:cxn modelId="{202B724E-401C-43C8-ADF8-40E8451FE32E}" srcId="{00697599-81A5-4167-AB22-9B0AB245CAD0}" destId="{6868D8E2-925F-4572-BF24-948FC7AFF3A7}" srcOrd="4" destOrd="0" parTransId="{671C4F0D-E064-4060-AC09-A2FC5689DFA2}" sibTransId="{2E35D460-2BF0-4078-B0D3-C18EB6262375}"/>
    <dgm:cxn modelId="{2CC10B58-42BA-4A53-8669-787D30DA5603}" type="presOf" srcId="{2C9A4B27-35A6-489E-8DFD-A0297AF4574C}" destId="{BDAE86A7-FED0-448C-8FE1-7CFC2150CF36}" srcOrd="0" destOrd="0" presId="urn:microsoft.com/office/officeart/2005/8/layout/default"/>
    <dgm:cxn modelId="{4728607F-824F-4464-9769-13D32157735F}" type="presOf" srcId="{00697599-81A5-4167-AB22-9B0AB245CAD0}" destId="{46E8AACC-225A-4B64-864B-15B27E0575FC}" srcOrd="0" destOrd="0" presId="urn:microsoft.com/office/officeart/2005/8/layout/default"/>
    <dgm:cxn modelId="{F8E19D82-90A3-432B-B034-2E97FA5CEB6A}" srcId="{00697599-81A5-4167-AB22-9B0AB245CAD0}" destId="{54D816C6-5158-44A9-81D3-0055A69C9A4E}" srcOrd="2" destOrd="0" parTransId="{B8098D99-F242-405C-915A-6503BFA8584D}" sibTransId="{190BB78B-1088-45C1-BC8B-53D7C24A8CFF}"/>
    <dgm:cxn modelId="{EC940799-37E5-4714-B7DA-D4808CB2FF75}" srcId="{00697599-81A5-4167-AB22-9B0AB245CAD0}" destId="{B3F193CF-530C-4E82-BA9A-DF95CDA95A7B}" srcOrd="5" destOrd="0" parTransId="{15FF76EF-67A8-4BA6-A686-9029851EE355}" sibTransId="{D47B0CFB-46DA-4B65-8BA5-7AC157AE4BBB}"/>
    <dgm:cxn modelId="{811D42B1-C6ED-40F3-BE1A-787022F8FB80}" type="presOf" srcId="{6868D8E2-925F-4572-BF24-948FC7AFF3A7}" destId="{F34E0B0B-FACD-42C4-A83B-7CC6D904D697}" srcOrd="0" destOrd="0" presId="urn:microsoft.com/office/officeart/2005/8/layout/default"/>
    <dgm:cxn modelId="{6A9C99BB-BE68-474C-B1DF-1ADBBE2FE08B}" type="presOf" srcId="{54D816C6-5158-44A9-81D3-0055A69C9A4E}" destId="{E38109B7-F2E9-4BEF-B85B-6B777ECCB89E}" srcOrd="0" destOrd="0" presId="urn:microsoft.com/office/officeart/2005/8/layout/default"/>
    <dgm:cxn modelId="{0E854FC2-380F-4B4A-9538-85033A3E0151}" type="presOf" srcId="{B3F193CF-530C-4E82-BA9A-DF95CDA95A7B}" destId="{17A7382B-2479-4F19-83E9-F59E60E9F915}" srcOrd="0" destOrd="0" presId="urn:microsoft.com/office/officeart/2005/8/layout/default"/>
    <dgm:cxn modelId="{78F7ABC8-B417-4E50-BB43-D9C79691A37B}" srcId="{00697599-81A5-4167-AB22-9B0AB245CAD0}" destId="{2C9A4B27-35A6-489E-8DFD-A0297AF4574C}" srcOrd="1" destOrd="0" parTransId="{C4EF36BE-0A1B-4304-9EBE-9F65AD666834}" sibTransId="{3362A0E3-361B-4F58-B833-E7ED2D6AC775}"/>
    <dgm:cxn modelId="{781E76DB-65E5-46AC-978C-BB960F155ABE}" srcId="{00697599-81A5-4167-AB22-9B0AB245CAD0}" destId="{3C74676B-4249-4321-BF2B-CA4AA568ADDB}" srcOrd="3" destOrd="0" parTransId="{B25C997B-A038-45FF-A8AF-5D0CA19AB9B3}" sibTransId="{367F689C-7030-41F3-B4D9-9B663D306D38}"/>
    <dgm:cxn modelId="{753F71E3-3D65-4236-AE5E-D00EDE097242}" srcId="{00697599-81A5-4167-AB22-9B0AB245CAD0}" destId="{CA3FCF39-617F-49A9-94A6-EE287642458B}" srcOrd="0" destOrd="0" parTransId="{9571E859-9890-4EB4-BE63-6009AB16CFBB}" sibTransId="{F5175236-8384-461A-BE30-F3DC197C8021}"/>
    <dgm:cxn modelId="{251D40E8-52B2-4F80-B16B-A7116294ECC3}" type="presOf" srcId="{CA3FCF39-617F-49A9-94A6-EE287642458B}" destId="{1C276F3C-E342-48E5-995C-C0AE9FD55F40}" srcOrd="0" destOrd="0" presId="urn:microsoft.com/office/officeart/2005/8/layout/default"/>
    <dgm:cxn modelId="{936E269A-03C6-4B80-AAE2-AA4917F96AC8}" type="presParOf" srcId="{46E8AACC-225A-4B64-864B-15B27E0575FC}" destId="{1C276F3C-E342-48E5-995C-C0AE9FD55F40}" srcOrd="0" destOrd="0" presId="urn:microsoft.com/office/officeart/2005/8/layout/default"/>
    <dgm:cxn modelId="{19A0D9C4-0BD9-4EB0-BF4C-4CA75252B1E1}" type="presParOf" srcId="{46E8AACC-225A-4B64-864B-15B27E0575FC}" destId="{418F1664-1883-4367-9BBE-C940F8F89C78}" srcOrd="1" destOrd="0" presId="urn:microsoft.com/office/officeart/2005/8/layout/default"/>
    <dgm:cxn modelId="{B733FDF1-824C-46A8-B3DB-20DAEDAC902F}" type="presParOf" srcId="{46E8AACC-225A-4B64-864B-15B27E0575FC}" destId="{BDAE86A7-FED0-448C-8FE1-7CFC2150CF36}" srcOrd="2" destOrd="0" presId="urn:microsoft.com/office/officeart/2005/8/layout/default"/>
    <dgm:cxn modelId="{4589D315-8272-4AF1-9AEA-49B82CCC6C6A}" type="presParOf" srcId="{46E8AACC-225A-4B64-864B-15B27E0575FC}" destId="{2A404FB6-2451-4256-8A4D-27BEC2628A0B}" srcOrd="3" destOrd="0" presId="urn:microsoft.com/office/officeart/2005/8/layout/default"/>
    <dgm:cxn modelId="{F6884173-D8D6-4918-B4A8-F034E7DC123C}" type="presParOf" srcId="{46E8AACC-225A-4B64-864B-15B27E0575FC}" destId="{E38109B7-F2E9-4BEF-B85B-6B777ECCB89E}" srcOrd="4" destOrd="0" presId="urn:microsoft.com/office/officeart/2005/8/layout/default"/>
    <dgm:cxn modelId="{7BAE26D5-1BE1-4172-9A68-6A8B60A3AC03}" type="presParOf" srcId="{46E8AACC-225A-4B64-864B-15B27E0575FC}" destId="{1B9FAD4E-2AA9-4685-A9DB-8C450FA61F7F}" srcOrd="5" destOrd="0" presId="urn:microsoft.com/office/officeart/2005/8/layout/default"/>
    <dgm:cxn modelId="{237D9190-EF1B-4EC0-93DC-C030AD8A10E9}" type="presParOf" srcId="{46E8AACC-225A-4B64-864B-15B27E0575FC}" destId="{D01C68C2-24D7-4A07-B5F2-B68AC825640D}" srcOrd="6" destOrd="0" presId="urn:microsoft.com/office/officeart/2005/8/layout/default"/>
    <dgm:cxn modelId="{2A02AD2D-D114-4988-B12B-184A208969F3}" type="presParOf" srcId="{46E8AACC-225A-4B64-864B-15B27E0575FC}" destId="{BC734581-6F7F-4667-8A6E-7E89BC61802B}" srcOrd="7" destOrd="0" presId="urn:microsoft.com/office/officeart/2005/8/layout/default"/>
    <dgm:cxn modelId="{3A03763C-BF60-486E-B183-0B5676747C8C}" type="presParOf" srcId="{46E8AACC-225A-4B64-864B-15B27E0575FC}" destId="{F34E0B0B-FACD-42C4-A83B-7CC6D904D697}" srcOrd="8" destOrd="0" presId="urn:microsoft.com/office/officeart/2005/8/layout/default"/>
    <dgm:cxn modelId="{B1333DFA-AE90-4720-BE44-FA3481C0F955}" type="presParOf" srcId="{46E8AACC-225A-4B64-864B-15B27E0575FC}" destId="{E9A1C347-876E-4971-BB13-3086928BD1B3}" srcOrd="9" destOrd="0" presId="urn:microsoft.com/office/officeart/2005/8/layout/default"/>
    <dgm:cxn modelId="{417FAEC4-0A9E-4944-AB39-C5A1AA16AFA4}" type="presParOf" srcId="{46E8AACC-225A-4B64-864B-15B27E0575FC}" destId="{17A7382B-2479-4F19-83E9-F59E60E9F915}"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276F3C-E342-48E5-995C-C0AE9FD55F40}">
      <dsp:nvSpPr>
        <dsp:cNvPr id="0" name=""/>
        <dsp:cNvSpPr/>
      </dsp:nvSpPr>
      <dsp:spPr>
        <a:xfrm>
          <a:off x="0" y="39687"/>
          <a:ext cx="3286125" cy="197167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Benefits to Law Enforcement </a:t>
          </a:r>
        </a:p>
      </dsp:txBody>
      <dsp:txXfrm>
        <a:off x="0" y="39687"/>
        <a:ext cx="3286125" cy="1971675"/>
      </dsp:txXfrm>
    </dsp:sp>
    <dsp:sp modelId="{BDAE86A7-FED0-448C-8FE1-7CFC2150CF36}">
      <dsp:nvSpPr>
        <dsp:cNvPr id="0" name=""/>
        <dsp:cNvSpPr/>
      </dsp:nvSpPr>
      <dsp:spPr>
        <a:xfrm>
          <a:off x="3614737" y="39687"/>
          <a:ext cx="3286125" cy="197167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Benefits to the Judicial System </a:t>
          </a:r>
        </a:p>
      </dsp:txBody>
      <dsp:txXfrm>
        <a:off x="3614737" y="39687"/>
        <a:ext cx="3286125" cy="1971675"/>
      </dsp:txXfrm>
    </dsp:sp>
    <dsp:sp modelId="{E38109B7-F2E9-4BEF-B85B-6B777ECCB89E}">
      <dsp:nvSpPr>
        <dsp:cNvPr id="0" name=""/>
        <dsp:cNvSpPr/>
      </dsp:nvSpPr>
      <dsp:spPr>
        <a:xfrm>
          <a:off x="7229475" y="39687"/>
          <a:ext cx="3286125" cy="197167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Benefits to Organizations </a:t>
          </a:r>
        </a:p>
      </dsp:txBody>
      <dsp:txXfrm>
        <a:off x="7229475" y="39687"/>
        <a:ext cx="3286125" cy="1971675"/>
      </dsp:txXfrm>
    </dsp:sp>
    <dsp:sp modelId="{D01C68C2-24D7-4A07-B5F2-B68AC825640D}">
      <dsp:nvSpPr>
        <dsp:cNvPr id="0" name=""/>
        <dsp:cNvSpPr/>
      </dsp:nvSpPr>
      <dsp:spPr>
        <a:xfrm>
          <a:off x="0" y="2339975"/>
          <a:ext cx="3286125" cy="197167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Benefits to Individuals </a:t>
          </a:r>
        </a:p>
      </dsp:txBody>
      <dsp:txXfrm>
        <a:off x="0" y="2339975"/>
        <a:ext cx="3286125" cy="1971675"/>
      </dsp:txXfrm>
    </dsp:sp>
    <dsp:sp modelId="{F34E0B0B-FACD-42C4-A83B-7CC6D904D697}">
      <dsp:nvSpPr>
        <dsp:cNvPr id="0" name=""/>
        <dsp:cNvSpPr/>
      </dsp:nvSpPr>
      <dsp:spPr>
        <a:xfrm>
          <a:off x="3614737" y="2339975"/>
          <a:ext cx="3286125" cy="197167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Benefits to Cybersecurity </a:t>
          </a:r>
        </a:p>
      </dsp:txBody>
      <dsp:txXfrm>
        <a:off x="3614737" y="2339975"/>
        <a:ext cx="3286125" cy="1971675"/>
      </dsp:txXfrm>
    </dsp:sp>
    <dsp:sp modelId="{17A7382B-2479-4F19-83E9-F59E60E9F915}">
      <dsp:nvSpPr>
        <dsp:cNvPr id="0" name=""/>
        <dsp:cNvSpPr/>
      </dsp:nvSpPr>
      <dsp:spPr>
        <a:xfrm>
          <a:off x="7229475" y="2339975"/>
          <a:ext cx="3286125" cy="197167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Benefits to Society &amp; National Security</a:t>
          </a:r>
        </a:p>
      </dsp:txBody>
      <dsp:txXfrm>
        <a:off x="7229475" y="2339975"/>
        <a:ext cx="3286125" cy="197167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79FA31A-512E-4245-9DFD-3B6BE7D63AE9}"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2972802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879FA31A-512E-4245-9DFD-3B6BE7D63AE9}"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165925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9FA31A-512E-4245-9DFD-3B6BE7D63AE9}"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375467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79FA31A-512E-4245-9DFD-3B6BE7D63AE9}" type="datetimeFigureOut">
              <a:rPr lang="en-IN" smtClean="0"/>
              <a:t>27-07-2026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1265094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79FA31A-512E-4245-9DFD-3B6BE7D63AE9}" type="datetimeFigureOut">
              <a:rPr lang="en-IN" smtClean="0"/>
              <a:t>27-07-2026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2613184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79FA31A-512E-4245-9DFD-3B6BE7D63AE9}" type="datetimeFigureOut">
              <a:rPr lang="en-IN" smtClean="0"/>
              <a:t>27-07-2026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823260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9FA31A-512E-4245-9DFD-3B6BE7D63AE9}" type="datetimeFigureOut">
              <a:rPr lang="en-IN" smtClean="0"/>
              <a:t>27-07-2026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06552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9FA31A-512E-4245-9DFD-3B6BE7D63AE9}" type="datetimeFigureOut">
              <a:rPr lang="en-IN" smtClean="0"/>
              <a:t>27-07-2026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2991625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9FA31A-512E-4245-9DFD-3B6BE7D63AE9}" type="datetimeFigureOut">
              <a:rPr lang="en-IN" smtClean="0"/>
              <a:t>27-07-2026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574922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9FA31A-512E-4245-9DFD-3B6BE7D63AE9}"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4191760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9FA31A-512E-4245-9DFD-3B6BE7D63AE9}"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2770095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9FA31A-512E-4245-9DFD-3B6BE7D63AE9}" type="datetimeFigureOut">
              <a:rPr lang="en-IN" smtClean="0"/>
              <a:t>27-07-2026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FEE6D3-5DA8-420D-961E-84E341E47D49}" type="slidenum">
              <a:rPr lang="en-IN" smtClean="0"/>
              <a:t>‹#›</a:t>
            </a:fld>
            <a:endParaRPr lang="en-IN"/>
          </a:p>
        </p:txBody>
      </p:sp>
    </p:spTree>
    <p:extLst>
      <p:ext uri="{BB962C8B-B14F-4D97-AF65-F5344CB8AC3E}">
        <p14:creationId xmlns:p14="http://schemas.microsoft.com/office/powerpoint/2010/main" val="1319882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38200" y="451381"/>
            <a:ext cx="10512552" cy="4066540"/>
          </a:xfrm>
        </p:spPr>
        <p:txBody>
          <a:bodyPr vert="horz" lIns="91440" tIns="45720" rIns="91440" bIns="45720" rtlCol="0" anchor="b">
            <a:normAutofit/>
          </a:bodyPr>
          <a:lstStyle/>
          <a:p>
            <a:pPr algn="l"/>
            <a:r>
              <a:rPr lang="en-IN" sz="6600"/>
              <a:t>Digital Forensics (</a:t>
            </a:r>
            <a:r>
              <a:rPr lang="en-US" sz="6600"/>
              <a:t>20CP411T</a:t>
            </a:r>
            <a:r>
              <a:rPr lang="en-IN" sz="6600"/>
              <a:t>)</a:t>
            </a:r>
            <a:endParaRPr lang="en-US" sz="6600"/>
          </a:p>
          <a:p>
            <a:pPr algn="l"/>
            <a:r>
              <a:rPr lang="en-IN" sz="6600"/>
              <a:t>UNIT 1 – Lecture 2</a:t>
            </a:r>
          </a:p>
          <a:p>
            <a:pPr algn="l"/>
            <a:endParaRPr lang="en-IN" sz="6600">
              <a:ea typeface="Calibri Light"/>
              <a:cs typeface="Calibri Light"/>
            </a:endParaRPr>
          </a:p>
        </p:txBody>
      </p:sp>
      <p:sp>
        <p:nvSpPr>
          <p:cNvPr id="3" name="Subtitle 2"/>
          <p:cNvSpPr>
            <a:spLocks noGrp="1"/>
          </p:cNvSpPr>
          <p:nvPr>
            <p:ph type="subTitle" idx="1"/>
          </p:nvPr>
        </p:nvSpPr>
        <p:spPr>
          <a:xfrm>
            <a:off x="838199" y="4983276"/>
            <a:ext cx="10512552" cy="1126680"/>
          </a:xfrm>
        </p:spPr>
        <p:txBody>
          <a:bodyPr vert="horz" lIns="91440" tIns="45720" rIns="91440" bIns="45720" rtlCol="0">
            <a:normAutofit/>
          </a:bodyPr>
          <a:lstStyle/>
          <a:p>
            <a:pPr algn="l"/>
            <a:r>
              <a:rPr lang="en-IN">
                <a:latin typeface="+mj-lt"/>
                <a:ea typeface="+mj-ea"/>
                <a:cs typeface="+mj-cs"/>
              </a:rPr>
              <a:t>Benefits of Digital Forensics</a:t>
            </a:r>
            <a:endParaRPr lang="en-US">
              <a:ea typeface="+mj-ea"/>
              <a:cs typeface="+mj-cs"/>
            </a:endParaRPr>
          </a:p>
        </p:txBody>
      </p:sp>
      <p:sp>
        <p:nvSpPr>
          <p:cNvPr id="68"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1154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0A619E-C398-066D-634C-46EF91C2E82F}"/>
              </a:ext>
            </a:extLst>
          </p:cNvPr>
          <p:cNvSpPr>
            <a:spLocks noGrp="1"/>
          </p:cNvSpPr>
          <p:nvPr>
            <p:ph type="title"/>
          </p:nvPr>
        </p:nvSpPr>
        <p:spPr>
          <a:xfrm>
            <a:off x="838200" y="365125"/>
            <a:ext cx="10515600" cy="1325563"/>
          </a:xfrm>
        </p:spPr>
        <p:txBody>
          <a:bodyPr>
            <a:normAutofit/>
          </a:bodyPr>
          <a:lstStyle/>
          <a:p>
            <a:r>
              <a:rPr lang="en-US" sz="5400">
                <a:ea typeface="+mj-lt"/>
                <a:cs typeface="+mj-lt"/>
              </a:rPr>
              <a:t>Recap of Previous Lecture</a:t>
            </a:r>
            <a:endParaRPr lang="en-US" sz="5400"/>
          </a:p>
        </p:txBody>
      </p:sp>
      <p:sp>
        <p:nvSpPr>
          <p:cNvPr id="2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ntent Placeholder 2">
            <a:extLst>
              <a:ext uri="{FF2B5EF4-FFF2-40B4-BE49-F238E27FC236}">
                <a16:creationId xmlns:a16="http://schemas.microsoft.com/office/drawing/2014/main" id="{C6D09EE0-0E55-BDEA-A441-592D80821F36}"/>
              </a:ext>
            </a:extLst>
          </p:cNvPr>
          <p:cNvSpPr>
            <a:spLocks noGrp="1"/>
          </p:cNvSpPr>
          <p:nvPr>
            <p:ph idx="1"/>
          </p:nvPr>
        </p:nvSpPr>
        <p:spPr>
          <a:xfrm>
            <a:off x="838200" y="1929384"/>
            <a:ext cx="10515600" cy="4251960"/>
          </a:xfrm>
        </p:spPr>
        <p:txBody>
          <a:bodyPr vert="horz" lIns="91440" tIns="45720" rIns="91440" bIns="45720" rtlCol="0" anchor="t">
            <a:noAutofit/>
          </a:bodyPr>
          <a:lstStyle/>
          <a:p>
            <a:pPr marL="0" indent="0">
              <a:buNone/>
            </a:pPr>
            <a:r>
              <a:rPr lang="en-US">
                <a:ea typeface="+mn-lt"/>
                <a:cs typeface="+mn-lt"/>
              </a:rPr>
              <a:t>In the previous lecture, we learned:</a:t>
            </a:r>
            <a:endParaRPr lang="en-US" dirty="0">
              <a:ea typeface="Calibri" panose="020F0502020204030204"/>
              <a:cs typeface="Calibri" panose="020F0502020204030204"/>
            </a:endParaRPr>
          </a:p>
          <a:p>
            <a:pPr>
              <a:buFont typeface="Wingdings" panose="020B0604020202020204" pitchFamily="34" charset="0"/>
              <a:buChar char="Ø"/>
            </a:pPr>
            <a:r>
              <a:rPr lang="en-US">
                <a:ea typeface="+mn-lt"/>
                <a:cs typeface="+mn-lt"/>
              </a:rPr>
              <a:t>What is Digital Forensics? </a:t>
            </a:r>
            <a:endParaRPr lang="en-US" dirty="0">
              <a:ea typeface="Calibri" panose="020F0502020204030204"/>
              <a:cs typeface="Calibri" panose="020F0502020204030204"/>
            </a:endParaRPr>
          </a:p>
          <a:p>
            <a:pPr>
              <a:buFont typeface="Wingdings" panose="020B0604020202020204" pitchFamily="34" charset="0"/>
              <a:buChar char="Ø"/>
            </a:pPr>
            <a:r>
              <a:rPr lang="en-US">
                <a:ea typeface="+mn-lt"/>
                <a:cs typeface="+mn-lt"/>
              </a:rPr>
              <a:t>Need for Digital Forensics </a:t>
            </a:r>
            <a:endParaRPr lang="en-US" dirty="0">
              <a:ea typeface="Calibri" panose="020F0502020204030204"/>
              <a:cs typeface="Calibri" panose="020F0502020204030204"/>
            </a:endParaRPr>
          </a:p>
          <a:p>
            <a:pPr>
              <a:buFont typeface="Wingdings" panose="020B0604020202020204" pitchFamily="34" charset="0"/>
              <a:buChar char="Ø"/>
            </a:pPr>
            <a:r>
              <a:rPr lang="en-US">
                <a:ea typeface="+mn-lt"/>
                <a:cs typeface="+mn-lt"/>
              </a:rPr>
              <a:t>Digital Forensics Process </a:t>
            </a:r>
            <a:endParaRPr lang="en-US" dirty="0">
              <a:ea typeface="Calibri" panose="020F0502020204030204"/>
              <a:cs typeface="Calibri" panose="020F0502020204030204"/>
            </a:endParaRPr>
          </a:p>
          <a:p>
            <a:pPr>
              <a:buFont typeface="Wingdings" panose="020B0604020202020204" pitchFamily="34" charset="0"/>
              <a:buChar char="Ø"/>
            </a:pPr>
            <a:r>
              <a:rPr lang="en-US">
                <a:ea typeface="+mn-lt"/>
                <a:cs typeface="+mn-lt"/>
              </a:rPr>
              <a:t>Categories of Digital Forensics </a:t>
            </a:r>
            <a:endParaRPr lang="en-US" dirty="0">
              <a:ea typeface="Calibri" panose="020F0502020204030204"/>
              <a:cs typeface="Calibri" panose="020F0502020204030204"/>
            </a:endParaRPr>
          </a:p>
          <a:p>
            <a:pPr>
              <a:buFont typeface="Wingdings" panose="020B0604020202020204" pitchFamily="34" charset="0"/>
              <a:buChar char="Ø"/>
            </a:pPr>
            <a:r>
              <a:rPr lang="en-US">
                <a:ea typeface="+mn-lt"/>
                <a:cs typeface="+mn-lt"/>
              </a:rPr>
              <a:t>Goals of Digital Forensics </a:t>
            </a:r>
            <a:endParaRPr lang="en-US" dirty="0">
              <a:ea typeface="Calibri" panose="020F0502020204030204"/>
              <a:cs typeface="Calibri" panose="020F0502020204030204"/>
            </a:endParaRPr>
          </a:p>
          <a:p>
            <a:pPr>
              <a:buFont typeface="Wingdings" panose="020B0604020202020204" pitchFamily="34" charset="0"/>
              <a:buChar char="Ø"/>
            </a:pPr>
            <a:r>
              <a:rPr lang="en-US">
                <a:ea typeface="+mn-lt"/>
                <a:cs typeface="+mn-lt"/>
              </a:rPr>
              <a:t>Computer Forensics Fundamentals</a:t>
            </a:r>
            <a:endParaRPr lang="en-US" dirty="0">
              <a:ea typeface="Calibri" panose="020F0502020204030204"/>
              <a:cs typeface="Calibri" panose="020F0502020204030204"/>
            </a:endParaRPr>
          </a:p>
          <a:p>
            <a:pPr marL="0" indent="0">
              <a:lnSpc>
                <a:spcPct val="80000"/>
              </a:lnSpc>
              <a:buNone/>
            </a:pPr>
            <a:r>
              <a:rPr lang="en-US">
                <a:ea typeface="+mn-lt"/>
                <a:cs typeface="+mn-lt"/>
              </a:rPr>
              <a:t>We know what Digital Forensics is.</a:t>
            </a:r>
            <a:endParaRPr lang="en-US" dirty="0">
              <a:ea typeface="Calibri" panose="020F0502020204030204"/>
              <a:cs typeface="Calibri" panose="020F0502020204030204"/>
            </a:endParaRPr>
          </a:p>
          <a:p>
            <a:pPr>
              <a:lnSpc>
                <a:spcPct val="80000"/>
              </a:lnSpc>
              <a:buFont typeface="Wingdings" panose="020B0604020202020204" pitchFamily="34" charset="0"/>
              <a:buChar char="Ø"/>
            </a:pPr>
            <a:r>
              <a:rPr lang="en-US">
                <a:ea typeface="+mn-lt"/>
                <a:cs typeface="+mn-lt"/>
              </a:rPr>
              <a:t>But why do governments, banks, hospitals, companies, and police spend millions of dollars on Digital Forensics?</a:t>
            </a:r>
            <a:endParaRPr lang="en-US"/>
          </a:p>
          <a:p>
            <a:pPr>
              <a:buFont typeface="Wingdings" panose="020B0604020202020204" pitchFamily="34" charset="0"/>
              <a:buChar char="Ø"/>
            </a:pPr>
            <a:endParaRPr lang="en-US" sz="2200" dirty="0">
              <a:ea typeface="Calibri" panose="020F0502020204030204"/>
              <a:cs typeface="Calibri" panose="020F0502020204030204"/>
            </a:endParaRPr>
          </a:p>
          <a:p>
            <a:pPr>
              <a:buFont typeface="Wingdings" panose="020B0604020202020204" pitchFamily="34" charset="0"/>
              <a:buChar char="Ø"/>
            </a:pPr>
            <a:endParaRPr lang="en-US" sz="2200">
              <a:ea typeface="Calibri" panose="020F0502020204030204"/>
              <a:cs typeface="Calibri" panose="020F0502020204030204"/>
            </a:endParaRPr>
          </a:p>
        </p:txBody>
      </p:sp>
    </p:spTree>
    <p:extLst>
      <p:ext uri="{BB962C8B-B14F-4D97-AF65-F5344CB8AC3E}">
        <p14:creationId xmlns:p14="http://schemas.microsoft.com/office/powerpoint/2010/main" val="4004345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E49E3C3-65DE-9174-BFE6-99C14ED00764}"/>
              </a:ext>
            </a:extLst>
          </p:cNvPr>
          <p:cNvPicPr>
            <a:picLocks noChangeAspect="1"/>
          </p:cNvPicPr>
          <p:nvPr/>
        </p:nvPicPr>
        <p:blipFill>
          <a:blip r:embed="rId2">
            <a:duotone>
              <a:schemeClr val="bg2">
                <a:shade val="45000"/>
                <a:satMod val="135000"/>
              </a:schemeClr>
              <a:prstClr val="white"/>
            </a:duotone>
          </a:blip>
          <a:srcRect t="2611" r="5054" b="2443"/>
          <a:stretch>
            <a:fillRect/>
          </a:stretch>
        </p:blipFill>
        <p:spPr>
          <a:xfrm>
            <a:off x="20" y="10"/>
            <a:ext cx="12191980" cy="6857990"/>
          </a:xfrm>
          <a:prstGeom prst="rect">
            <a:avLst/>
          </a:prstGeom>
        </p:spPr>
      </p:pic>
      <p:sp>
        <p:nvSpPr>
          <p:cNvPr id="17" name="Rectangle 16">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03BE87-445C-3DAB-A8E3-D2E58CC629CA}"/>
              </a:ext>
            </a:extLst>
          </p:cNvPr>
          <p:cNvSpPr>
            <a:spLocks noGrp="1"/>
          </p:cNvSpPr>
          <p:nvPr>
            <p:ph type="title"/>
          </p:nvPr>
        </p:nvSpPr>
        <p:spPr>
          <a:xfrm>
            <a:off x="838200" y="365125"/>
            <a:ext cx="10515600" cy="1325563"/>
          </a:xfrm>
        </p:spPr>
        <p:txBody>
          <a:bodyPr>
            <a:normAutofit/>
          </a:bodyPr>
          <a:lstStyle/>
          <a:p>
            <a:r>
              <a:rPr lang="en-US">
                <a:ea typeface="+mj-lt"/>
                <a:cs typeface="+mj-lt"/>
              </a:rPr>
              <a:t>Who Benefits from Digital Forensics?</a:t>
            </a:r>
            <a:endParaRPr lang="en-US"/>
          </a:p>
        </p:txBody>
      </p:sp>
      <p:graphicFrame>
        <p:nvGraphicFramePr>
          <p:cNvPr id="12" name="Content Placeholder 2">
            <a:extLst>
              <a:ext uri="{FF2B5EF4-FFF2-40B4-BE49-F238E27FC236}">
                <a16:creationId xmlns:a16="http://schemas.microsoft.com/office/drawing/2014/main" id="{0B249B63-A2D9-E2B7-61C0-89FB765FE5C3}"/>
              </a:ext>
            </a:extLst>
          </p:cNvPr>
          <p:cNvGraphicFramePr>
            <a:graphicFrameLocks noGrp="1"/>
          </p:cNvGraphicFramePr>
          <p:nvPr>
            <p:ph idx="1"/>
            <p:extLst>
              <p:ext uri="{D42A27DB-BD31-4B8C-83A1-F6EECF244321}">
                <p14:modId xmlns:p14="http://schemas.microsoft.com/office/powerpoint/2010/main" val="96704299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2375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2FED42-C363-C5EB-3352-FA0239919B5E}"/>
              </a:ext>
            </a:extLst>
          </p:cNvPr>
          <p:cNvSpPr>
            <a:spLocks noGrp="1"/>
          </p:cNvSpPr>
          <p:nvPr>
            <p:ph type="title"/>
          </p:nvPr>
        </p:nvSpPr>
        <p:spPr>
          <a:xfrm>
            <a:off x="838200" y="365125"/>
            <a:ext cx="10515600" cy="1325563"/>
          </a:xfrm>
        </p:spPr>
        <p:txBody>
          <a:bodyPr>
            <a:normAutofit fontScale="90000"/>
          </a:bodyPr>
          <a:lstStyle/>
          <a:p>
            <a:r>
              <a:rPr lang="en-US" sz="5400">
                <a:ea typeface="+mj-lt"/>
                <a:cs typeface="+mj-lt"/>
              </a:rPr>
              <a:t>Benefits to Law Enforcement Agencies</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F90660B-219B-2249-FC05-9141465921DE}"/>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a:ea typeface="+mn-lt"/>
                <a:cs typeface="+mn-lt"/>
              </a:rPr>
              <a:t>Why Law Enforcement Agencies Need Digital Forensics</a:t>
            </a:r>
            <a:endParaRPr lang="en-US"/>
          </a:p>
          <a:p>
            <a:pPr lvl="1"/>
            <a:r>
              <a:rPr lang="en-US">
                <a:ea typeface="+mn-lt"/>
                <a:cs typeface="+mn-lt"/>
              </a:rPr>
              <a:t>Law Enforcement Agencies are among the largest users of Digital Forensics. </a:t>
            </a:r>
          </a:p>
          <a:p>
            <a:pPr lvl="1"/>
            <a:r>
              <a:rPr lang="en-US">
                <a:ea typeface="+mn-lt"/>
                <a:cs typeface="+mn-lt"/>
              </a:rPr>
              <a:t>Modern crimes frequently involve computers, smartphones, social media platforms, cloud services, and digital communication systems. </a:t>
            </a:r>
          </a:p>
          <a:p>
            <a:pPr lvl="1"/>
            <a:r>
              <a:rPr lang="en-US">
                <a:ea typeface="+mn-lt"/>
                <a:cs typeface="+mn-lt"/>
              </a:rPr>
              <a:t>Even traditional crimes such as murder, kidnapping, fraud, and theft often leave digital traces.</a:t>
            </a:r>
            <a:endParaRPr lang="en-US">
              <a:ea typeface="Calibri"/>
              <a:cs typeface="Calibri"/>
            </a:endParaRPr>
          </a:p>
        </p:txBody>
      </p:sp>
    </p:spTree>
    <p:extLst>
      <p:ext uri="{BB962C8B-B14F-4D97-AF65-F5344CB8AC3E}">
        <p14:creationId xmlns:p14="http://schemas.microsoft.com/office/powerpoint/2010/main" val="1866011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A7E4DC-B6C3-3755-2A02-AFA786CC3DD4}"/>
              </a:ext>
            </a:extLst>
          </p:cNvPr>
          <p:cNvSpPr>
            <a:spLocks noGrp="1"/>
          </p:cNvSpPr>
          <p:nvPr>
            <p:ph type="title"/>
          </p:nvPr>
        </p:nvSpPr>
        <p:spPr>
          <a:xfrm>
            <a:off x="838200" y="365125"/>
            <a:ext cx="10515600" cy="1325563"/>
          </a:xfrm>
        </p:spPr>
        <p:txBody>
          <a:bodyPr>
            <a:normAutofit/>
          </a:bodyPr>
          <a:lstStyle/>
          <a:p>
            <a:r>
              <a:rPr lang="en-US" sz="5400">
                <a:ea typeface="+mj-lt"/>
                <a:cs typeface="+mj-lt"/>
              </a:rPr>
              <a:t>Digital Forensics helps investigators</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EE9D355-A7AA-2351-3AAF-044A61F6971D}"/>
              </a:ext>
            </a:extLst>
          </p:cNvPr>
          <p:cNvSpPr>
            <a:spLocks noGrp="1"/>
          </p:cNvSpPr>
          <p:nvPr>
            <p:ph idx="1"/>
          </p:nvPr>
        </p:nvSpPr>
        <p:spPr>
          <a:xfrm>
            <a:off x="838200" y="1929384"/>
            <a:ext cx="10515600" cy="4251960"/>
          </a:xfrm>
        </p:spPr>
        <p:txBody>
          <a:bodyPr vert="horz" lIns="91440" tIns="45720" rIns="91440" bIns="45720" rtlCol="0" anchor="t">
            <a:normAutofit lnSpcReduction="10000"/>
          </a:bodyPr>
          <a:lstStyle/>
          <a:p>
            <a:r>
              <a:rPr lang="en-US">
                <a:ea typeface="+mn-lt"/>
                <a:cs typeface="+mn-lt"/>
              </a:rPr>
              <a:t>To Identify Suspects</a:t>
            </a:r>
            <a:endParaRPr lang="en-US">
              <a:ea typeface="Calibri"/>
              <a:cs typeface="Calibri"/>
            </a:endParaRPr>
          </a:p>
          <a:p>
            <a:pPr lvl="1">
              <a:buFont typeface="Courier New" panose="020B0604020202020204" pitchFamily="34" charset="0"/>
              <a:buChar char="o"/>
            </a:pPr>
            <a:r>
              <a:rPr lang="en-US">
                <a:ea typeface="+mn-lt"/>
                <a:cs typeface="+mn-lt"/>
              </a:rPr>
              <a:t>Digital evidence can help link an individual to a device, account, or online activity.</a:t>
            </a:r>
            <a:endParaRPr lang="en-US">
              <a:ea typeface="Calibri"/>
              <a:cs typeface="Calibri"/>
            </a:endParaRPr>
          </a:p>
          <a:p>
            <a:r>
              <a:rPr lang="en-US">
                <a:ea typeface="+mn-lt"/>
                <a:cs typeface="+mn-lt"/>
              </a:rPr>
              <a:t>To Reconstruct Crime Timelines</a:t>
            </a:r>
          </a:p>
          <a:p>
            <a:pPr marL="800100" indent="-342900">
              <a:spcBef>
                <a:spcPts val="500"/>
              </a:spcBef>
            </a:pPr>
            <a:r>
              <a:rPr lang="en-US" sz="2400">
                <a:ea typeface="+mn-lt"/>
                <a:cs typeface="+mn-lt"/>
              </a:rPr>
              <a:t>Investigators can determine:</a:t>
            </a:r>
            <a:endParaRPr lang="en-US" sz="2400">
              <a:ea typeface="Calibri"/>
              <a:cs typeface="Calibri"/>
            </a:endParaRPr>
          </a:p>
          <a:p>
            <a:pPr lvl="2">
              <a:buFont typeface="Wingdings" panose="020B0604020202020204" pitchFamily="34" charset="0"/>
              <a:buChar char="§"/>
            </a:pPr>
            <a:r>
              <a:rPr lang="en-US">
                <a:ea typeface="+mn-lt"/>
                <a:cs typeface="+mn-lt"/>
              </a:rPr>
              <a:t>When an activity occurred </a:t>
            </a:r>
            <a:endParaRPr lang="en-US">
              <a:ea typeface="Calibri"/>
              <a:cs typeface="Calibri"/>
            </a:endParaRPr>
          </a:p>
          <a:p>
            <a:pPr lvl="2">
              <a:buFont typeface="Wingdings" panose="020B0604020202020204" pitchFamily="34" charset="0"/>
              <a:buChar char="§"/>
            </a:pPr>
            <a:r>
              <a:rPr lang="en-US">
                <a:ea typeface="+mn-lt"/>
                <a:cs typeface="+mn-lt"/>
              </a:rPr>
              <a:t>Sequence of events </a:t>
            </a:r>
            <a:endParaRPr lang="en-US">
              <a:ea typeface="Calibri"/>
              <a:cs typeface="Calibri"/>
            </a:endParaRPr>
          </a:p>
          <a:p>
            <a:pPr lvl="2">
              <a:buFont typeface="Wingdings" panose="020B0604020202020204" pitchFamily="34" charset="0"/>
              <a:buChar char="§"/>
            </a:pPr>
            <a:r>
              <a:rPr lang="en-US">
                <a:ea typeface="+mn-lt"/>
                <a:cs typeface="+mn-lt"/>
              </a:rPr>
              <a:t>User actions before and after the incident</a:t>
            </a:r>
            <a:endParaRPr lang="en-US">
              <a:ea typeface="Calibri"/>
              <a:cs typeface="Calibri"/>
            </a:endParaRPr>
          </a:p>
          <a:p>
            <a:r>
              <a:rPr lang="en-US" dirty="0">
                <a:ea typeface="+mn-lt"/>
                <a:cs typeface="+mn-lt"/>
              </a:rPr>
              <a:t>To Locate Missing Persons and Criminals using </a:t>
            </a:r>
            <a:r>
              <a:rPr lang="en-US" dirty="0" err="1">
                <a:ea typeface="+mn-lt"/>
                <a:cs typeface="+mn-lt"/>
              </a:rPr>
              <a:t>gps</a:t>
            </a:r>
            <a:r>
              <a:rPr lang="en-US" dirty="0">
                <a:ea typeface="+mn-lt"/>
                <a:cs typeface="+mn-lt"/>
              </a:rPr>
              <a:t> records, or Mobile tower connections</a:t>
            </a:r>
            <a:endParaRPr lang="en-US" dirty="0">
              <a:ea typeface="Calibri"/>
              <a:cs typeface="Calibri"/>
            </a:endParaRPr>
          </a:p>
          <a:p>
            <a:r>
              <a:rPr lang="en-US">
                <a:ea typeface="+mn-lt"/>
                <a:cs typeface="+mn-lt"/>
              </a:rPr>
              <a:t>To Support Criminal Prosecution</a:t>
            </a:r>
            <a:endParaRPr lang="en-US" dirty="0">
              <a:ea typeface="Calibri"/>
              <a:cs typeface="Calibri"/>
            </a:endParaRPr>
          </a:p>
          <a:p>
            <a:pPr lvl="1">
              <a:buFont typeface="Courier New" panose="020B0604020202020204" pitchFamily="34" charset="0"/>
              <a:buChar char="o"/>
            </a:pPr>
            <a:endParaRPr lang="en-US" dirty="0">
              <a:ea typeface="Calibri"/>
              <a:cs typeface="Calibri"/>
            </a:endParaRPr>
          </a:p>
          <a:p>
            <a:pPr lvl="1">
              <a:buFont typeface="Courier New" panose="020B0604020202020204" pitchFamily="34" charset="0"/>
              <a:buChar char="o"/>
            </a:pPr>
            <a:endParaRPr lang="en-US" sz="1800" dirty="0">
              <a:ea typeface="Calibri"/>
              <a:cs typeface="Calibri"/>
            </a:endParaRPr>
          </a:p>
        </p:txBody>
      </p:sp>
    </p:spTree>
    <p:extLst>
      <p:ext uri="{BB962C8B-B14F-4D97-AF65-F5344CB8AC3E}">
        <p14:creationId xmlns:p14="http://schemas.microsoft.com/office/powerpoint/2010/main" val="1972080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5E9020-6FFE-4BD9-87FB-E6EDDA2EDBDA}"/>
              </a:ext>
            </a:extLst>
          </p:cNvPr>
          <p:cNvSpPr>
            <a:spLocks noGrp="1"/>
          </p:cNvSpPr>
          <p:nvPr>
            <p:ph type="title"/>
          </p:nvPr>
        </p:nvSpPr>
        <p:spPr>
          <a:xfrm>
            <a:off x="838200" y="365125"/>
            <a:ext cx="10515600" cy="1325563"/>
          </a:xfrm>
        </p:spPr>
        <p:txBody>
          <a:bodyPr>
            <a:normAutofit fontScale="90000"/>
          </a:bodyPr>
          <a:lstStyle/>
          <a:p>
            <a:r>
              <a:rPr lang="en-US"/>
              <a:t>Real-Life Example</a:t>
            </a:r>
          </a:p>
          <a:p>
            <a:r>
              <a:rPr lang="en-US" dirty="0"/>
              <a:t>Mobile Phone Evidence in a Kidnapping Investigation</a:t>
            </a:r>
            <a:endParaRPr lang="en-US" dirty="0">
              <a:ea typeface="Calibri Light"/>
              <a:cs typeface="Calibri Light"/>
            </a:endParaRPr>
          </a:p>
          <a:p>
            <a:endParaRPr lang="en-US" sz="5400" dirty="0">
              <a:ea typeface="Calibri Light"/>
              <a:cs typeface="Calibri Light"/>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FC00A49-A113-5208-68DB-6C6ECDEE3B4F}"/>
              </a:ext>
            </a:extLst>
          </p:cNvPr>
          <p:cNvSpPr>
            <a:spLocks noGrp="1"/>
          </p:cNvSpPr>
          <p:nvPr>
            <p:ph idx="1"/>
          </p:nvPr>
        </p:nvSpPr>
        <p:spPr>
          <a:xfrm>
            <a:off x="838200" y="1929384"/>
            <a:ext cx="10515600" cy="4251960"/>
          </a:xfrm>
        </p:spPr>
        <p:txBody>
          <a:bodyPr vert="horz" lIns="91440" tIns="45720" rIns="91440" bIns="45720" rtlCol="0" anchor="t">
            <a:normAutofit lnSpcReduction="10000"/>
          </a:bodyPr>
          <a:lstStyle/>
          <a:p>
            <a:pPr marL="0" indent="0">
              <a:buNone/>
            </a:pPr>
            <a:r>
              <a:rPr lang="en-US" sz="2400">
                <a:ea typeface="Calibri"/>
                <a:cs typeface="Calibri"/>
              </a:rPr>
              <a:t>A child is reported missing.</a:t>
            </a:r>
          </a:p>
          <a:p>
            <a:pPr marL="0" indent="0">
              <a:buNone/>
            </a:pPr>
            <a:endParaRPr lang="en-US" sz="2400" dirty="0">
              <a:ea typeface="Calibri"/>
              <a:cs typeface="Calibri"/>
            </a:endParaRPr>
          </a:p>
          <a:p>
            <a:pPr marL="0" indent="0">
              <a:buNone/>
            </a:pPr>
            <a:r>
              <a:rPr lang="en-US" sz="2400">
                <a:ea typeface="Calibri"/>
                <a:cs typeface="Calibri"/>
              </a:rPr>
              <a:t>Investigators examine:</a:t>
            </a:r>
          </a:p>
          <a:p>
            <a:r>
              <a:rPr lang="en-US" sz="2400">
                <a:ea typeface="Calibri"/>
                <a:cs typeface="Calibri"/>
              </a:rPr>
              <a:t>Mobile call records </a:t>
            </a:r>
          </a:p>
          <a:p>
            <a:r>
              <a:rPr lang="en-US" sz="2400">
                <a:ea typeface="Calibri"/>
                <a:cs typeface="Calibri"/>
              </a:rPr>
              <a:t>GPS location history </a:t>
            </a:r>
          </a:p>
          <a:p>
            <a:r>
              <a:rPr lang="en-US" sz="2400">
                <a:ea typeface="Calibri"/>
                <a:cs typeface="Calibri"/>
              </a:rPr>
              <a:t>Messaging activity </a:t>
            </a:r>
          </a:p>
          <a:p>
            <a:r>
              <a:rPr lang="en-US" sz="2400">
                <a:ea typeface="Calibri"/>
                <a:cs typeface="Calibri"/>
              </a:rPr>
              <a:t>Social media interactions</a:t>
            </a:r>
            <a:endParaRPr lang="en-US" sz="2400"/>
          </a:p>
          <a:p>
            <a:pPr marL="0" indent="0">
              <a:buNone/>
            </a:pPr>
            <a:r>
              <a:rPr lang="en-US" sz="2400">
                <a:ea typeface="+mn-lt"/>
                <a:cs typeface="+mn-lt"/>
              </a:rPr>
              <a:t>Analysis reveals that the suspect's phone and the victim's phone were present in the same geographical area during a specific period.</a:t>
            </a:r>
          </a:p>
          <a:p>
            <a:r>
              <a:rPr lang="en-US" sz="2400">
                <a:ea typeface="+mn-lt"/>
                <a:cs typeface="+mn-lt"/>
              </a:rPr>
              <a:t>This information helps investigators narrow their search and reconstruct events.</a:t>
            </a:r>
            <a:endParaRPr lang="en-US" sz="2400" dirty="0">
              <a:ea typeface="Calibri"/>
              <a:cs typeface="Calibri"/>
            </a:endParaRPr>
          </a:p>
        </p:txBody>
      </p:sp>
    </p:spTree>
    <p:extLst>
      <p:ext uri="{BB962C8B-B14F-4D97-AF65-F5344CB8AC3E}">
        <p14:creationId xmlns:p14="http://schemas.microsoft.com/office/powerpoint/2010/main" val="418202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BA4D14-69FD-1B70-972E-E4AA9D15E43F}"/>
              </a:ext>
            </a:extLst>
          </p:cNvPr>
          <p:cNvSpPr>
            <a:spLocks noGrp="1"/>
          </p:cNvSpPr>
          <p:nvPr>
            <p:ph type="title"/>
          </p:nvPr>
        </p:nvSpPr>
        <p:spPr>
          <a:xfrm>
            <a:off x="838200" y="365125"/>
            <a:ext cx="10515600" cy="1325563"/>
          </a:xfrm>
        </p:spPr>
        <p:txBody>
          <a:bodyPr>
            <a:normAutofit/>
          </a:bodyPr>
          <a:lstStyle/>
          <a:p>
            <a:r>
              <a:rPr lang="en-US" sz="5400">
                <a:ea typeface="+mj-lt"/>
                <a:cs typeface="+mj-lt"/>
              </a:rPr>
              <a:t>Classroom Activity</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B26C874-33C3-9529-4C77-10645C090E18}"/>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a:ea typeface="+mn-lt"/>
                <a:cs typeface="+mn-lt"/>
              </a:rPr>
              <a:t>Scenario:</a:t>
            </a:r>
            <a:endParaRPr lang="en-US" dirty="0">
              <a:ea typeface="Calibri" panose="020F0502020204030204"/>
              <a:cs typeface="Calibri" panose="020F0502020204030204"/>
            </a:endParaRPr>
          </a:p>
          <a:p>
            <a:r>
              <a:rPr lang="en-US">
                <a:ea typeface="+mn-lt"/>
                <a:cs typeface="+mn-lt"/>
              </a:rPr>
              <a:t>A bank manager receives threatening emails demanding money.</a:t>
            </a:r>
            <a:endParaRPr lang="en-US">
              <a:ea typeface="Calibri"/>
              <a:cs typeface="Calibri"/>
            </a:endParaRPr>
          </a:p>
          <a:p>
            <a:endParaRPr lang="en-US" dirty="0">
              <a:ea typeface="+mn-lt"/>
              <a:cs typeface="+mn-lt"/>
            </a:endParaRPr>
          </a:p>
          <a:p>
            <a:r>
              <a:rPr lang="en-US">
                <a:ea typeface="+mn-lt"/>
                <a:cs typeface="+mn-lt"/>
              </a:rPr>
              <a:t>What digital evidence might help investigators? </a:t>
            </a:r>
            <a:endParaRPr lang="en-US">
              <a:ea typeface="Calibri"/>
              <a:cs typeface="Calibri"/>
            </a:endParaRPr>
          </a:p>
          <a:p>
            <a:r>
              <a:rPr lang="en-US">
                <a:ea typeface="+mn-lt"/>
                <a:cs typeface="+mn-lt"/>
              </a:rPr>
              <a:t>Which devices could contain useful information? </a:t>
            </a:r>
            <a:endParaRPr lang="en-US">
              <a:ea typeface="Calibri"/>
              <a:cs typeface="Calibri"/>
            </a:endParaRPr>
          </a:p>
          <a:p>
            <a:r>
              <a:rPr lang="en-US">
                <a:ea typeface="+mn-lt"/>
                <a:cs typeface="+mn-lt"/>
              </a:rPr>
              <a:t>How might Digital Forensics assist law enforcement?</a:t>
            </a:r>
            <a:endParaRPr lang="en-US"/>
          </a:p>
          <a:p>
            <a:endParaRPr lang="en-US" sz="2200" dirty="0">
              <a:ea typeface="Calibri"/>
              <a:cs typeface="Calibri"/>
            </a:endParaRPr>
          </a:p>
        </p:txBody>
      </p:sp>
    </p:spTree>
    <p:extLst>
      <p:ext uri="{BB962C8B-B14F-4D97-AF65-F5344CB8AC3E}">
        <p14:creationId xmlns:p14="http://schemas.microsoft.com/office/powerpoint/2010/main" val="3914694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DD4A79-A392-C1C4-2D7D-731594DE88ED}"/>
              </a:ext>
            </a:extLst>
          </p:cNvPr>
          <p:cNvSpPr>
            <a:spLocks noGrp="1"/>
          </p:cNvSpPr>
          <p:nvPr>
            <p:ph type="title"/>
          </p:nvPr>
        </p:nvSpPr>
        <p:spPr>
          <a:xfrm>
            <a:off x="838200" y="365125"/>
            <a:ext cx="10515600" cy="1325563"/>
          </a:xfrm>
        </p:spPr>
        <p:txBody>
          <a:bodyPr>
            <a:normAutofit/>
          </a:bodyPr>
          <a:lstStyle/>
          <a:p>
            <a:r>
              <a:rPr lang="en-US" sz="5400">
                <a:ea typeface="+mj-lt"/>
                <a:cs typeface="+mj-lt"/>
              </a:rPr>
              <a:t>Benefits to the Judicial System</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8397F24-A679-91AE-F977-4C5EC2BE76CB}"/>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en-US" sz="2400">
                <a:ea typeface="+mn-lt"/>
                <a:cs typeface="+mn-lt"/>
              </a:rPr>
              <a:t>Why Does the Judicial System Need Digital Forensics?</a:t>
            </a:r>
            <a:endParaRPr lang="en-US" sz="2400" dirty="0">
              <a:ea typeface="+mn-lt"/>
              <a:cs typeface="+mn-lt"/>
            </a:endParaRPr>
          </a:p>
          <a:p>
            <a:r>
              <a:rPr lang="en-US" sz="2400">
                <a:ea typeface="+mn-lt"/>
                <a:cs typeface="+mn-lt"/>
              </a:rPr>
              <a:t>The primary objective of the judicial system is to ensure that justice is delivered based on </a:t>
            </a:r>
            <a:r>
              <a:rPr lang="en-US" sz="2400" b="1">
                <a:ea typeface="+mn-lt"/>
                <a:cs typeface="+mn-lt"/>
              </a:rPr>
              <a:t>facts, evidence, and the rule of law</a:t>
            </a:r>
            <a:r>
              <a:rPr lang="en-US" sz="2400">
                <a:ea typeface="+mn-lt"/>
                <a:cs typeface="+mn-lt"/>
              </a:rPr>
              <a:t>. </a:t>
            </a:r>
            <a:endParaRPr lang="en-US" sz="2400" dirty="0">
              <a:ea typeface="+mn-lt"/>
              <a:cs typeface="+mn-lt"/>
            </a:endParaRPr>
          </a:p>
          <a:p>
            <a:r>
              <a:rPr lang="en-US" sz="2400">
                <a:ea typeface="+mn-lt"/>
                <a:cs typeface="+mn-lt"/>
              </a:rPr>
              <a:t>As society becomes increasingly digital, many legal disputes involve electronic devices, online communications, and digital records.</a:t>
            </a:r>
            <a:endParaRPr lang="en-US" sz="2400" dirty="0">
              <a:ea typeface="+mn-lt"/>
              <a:cs typeface="+mn-lt"/>
            </a:endParaRPr>
          </a:p>
          <a:p>
            <a:endParaRPr lang="en-US" sz="2400" dirty="0">
              <a:ea typeface="+mn-lt"/>
              <a:cs typeface="+mn-lt"/>
            </a:endParaRPr>
          </a:p>
          <a:p>
            <a:r>
              <a:rPr lang="en-US" sz="2400">
                <a:ea typeface="+mn-lt"/>
                <a:cs typeface="+mn-lt"/>
              </a:rPr>
              <a:t>Digital Forensics assists judges, prosecutors, and defense lawyers by providing </a:t>
            </a:r>
            <a:r>
              <a:rPr lang="en-US" sz="2400" b="1">
                <a:ea typeface="+mn-lt"/>
                <a:cs typeface="+mn-lt"/>
              </a:rPr>
              <a:t>scientifically analyzed digital evidence</a:t>
            </a:r>
            <a:r>
              <a:rPr lang="en-US" sz="2400">
                <a:ea typeface="+mn-lt"/>
                <a:cs typeface="+mn-lt"/>
              </a:rPr>
              <a:t> that helps establish the facts of a case.</a:t>
            </a:r>
            <a:endParaRPr lang="en-US" sz="2400" dirty="0">
              <a:ea typeface="+mn-lt"/>
              <a:cs typeface="+mn-lt"/>
            </a:endParaRPr>
          </a:p>
        </p:txBody>
      </p:sp>
    </p:spTree>
    <p:extLst>
      <p:ext uri="{BB962C8B-B14F-4D97-AF65-F5344CB8AC3E}">
        <p14:creationId xmlns:p14="http://schemas.microsoft.com/office/powerpoint/2010/main" val="3700890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EB91B3-70F6-303A-DCDE-B17C2DBCCF6E}"/>
              </a:ext>
            </a:extLst>
          </p:cNvPr>
          <p:cNvSpPr>
            <a:spLocks noGrp="1"/>
          </p:cNvSpPr>
          <p:nvPr>
            <p:ph type="title"/>
          </p:nvPr>
        </p:nvSpPr>
        <p:spPr>
          <a:xfrm>
            <a:off x="838200" y="365125"/>
            <a:ext cx="10515600" cy="1325563"/>
          </a:xfrm>
        </p:spPr>
        <p:txBody>
          <a:bodyPr>
            <a:normAutofit/>
          </a:bodyPr>
          <a:lstStyle/>
          <a:p>
            <a:r>
              <a:rPr lang="en-US" sz="5400">
                <a:latin typeface="Calibri Light"/>
                <a:ea typeface="Calibri Light"/>
                <a:cs typeface="Calibri Light"/>
              </a:rPr>
              <a:t>Major Benefits to the Judicial System</a:t>
            </a:r>
            <a:endParaRPr lang="en-US">
              <a:ea typeface="Calibri Light"/>
              <a:cs typeface="Calibri Light"/>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DEC2579-EFE2-D352-7B00-0AB00F339342}"/>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b="1">
                <a:ea typeface="+mn-lt"/>
                <a:cs typeface="+mn-lt"/>
              </a:rPr>
              <a:t>1. Establishes Facts Objectively</a:t>
            </a:r>
            <a:endParaRPr lang="en-US" b="1" dirty="0">
              <a:ea typeface="+mn-lt"/>
              <a:cs typeface="+mn-lt"/>
            </a:endParaRPr>
          </a:p>
          <a:p>
            <a:r>
              <a:rPr lang="en-US" sz="2400">
                <a:ea typeface="+mn-lt"/>
                <a:cs typeface="+mn-lt"/>
              </a:rPr>
              <a:t>Unlike human witnesses, who may forget details or provide conflicting statements, digital evidence often records events automatically.</a:t>
            </a:r>
            <a:endParaRPr lang="en-US" sz="2400">
              <a:ea typeface="Calibri"/>
              <a:cs typeface="Calibri"/>
            </a:endParaRPr>
          </a:p>
          <a:p>
            <a:pPr marL="0" indent="0">
              <a:buNone/>
            </a:pPr>
            <a:r>
              <a:rPr lang="en-US" sz="2400" b="1">
                <a:ea typeface="+mn-lt"/>
                <a:cs typeface="+mn-lt"/>
              </a:rPr>
              <a:t>2. Supports Fair Decision-Making</a:t>
            </a:r>
            <a:endParaRPr lang="en-US" sz="2400" b="1">
              <a:ea typeface="Calibri"/>
              <a:cs typeface="Calibri"/>
            </a:endParaRPr>
          </a:p>
          <a:p>
            <a:pPr>
              <a:buNone/>
            </a:pPr>
            <a:r>
              <a:rPr lang="en-US" sz="2400">
                <a:ea typeface="+mn-lt"/>
                <a:cs typeface="+mn-lt"/>
              </a:rPr>
              <a:t>Digital evidence helps the court:</a:t>
            </a:r>
            <a:endParaRPr lang="en-US" sz="2400">
              <a:ea typeface="Calibri"/>
              <a:cs typeface="Calibri"/>
            </a:endParaRPr>
          </a:p>
          <a:p>
            <a:pPr>
              <a:buFont typeface="Arial"/>
              <a:buChar char="•"/>
            </a:pPr>
            <a:r>
              <a:rPr lang="en-US" sz="2400">
                <a:ea typeface="+mn-lt"/>
                <a:cs typeface="+mn-lt"/>
              </a:rPr>
              <a:t>Verify statements made by different parties. </a:t>
            </a:r>
            <a:endParaRPr lang="en-US" sz="2400">
              <a:ea typeface="Calibri"/>
              <a:cs typeface="Calibri"/>
            </a:endParaRPr>
          </a:p>
          <a:p>
            <a:pPr>
              <a:buFont typeface="Arial"/>
              <a:buChar char="•"/>
            </a:pPr>
            <a:r>
              <a:rPr lang="en-US" sz="2400">
                <a:ea typeface="+mn-lt"/>
                <a:cs typeface="+mn-lt"/>
              </a:rPr>
              <a:t>Compare witness testimony with digital records. </a:t>
            </a:r>
            <a:endParaRPr lang="en-US" sz="2400">
              <a:ea typeface="Calibri"/>
              <a:cs typeface="Calibri"/>
            </a:endParaRPr>
          </a:p>
          <a:p>
            <a:pPr>
              <a:buFont typeface="Arial"/>
              <a:buChar char="•"/>
            </a:pPr>
            <a:r>
              <a:rPr lang="en-US" sz="2400">
                <a:ea typeface="+mn-lt"/>
                <a:cs typeface="+mn-lt"/>
              </a:rPr>
              <a:t>Reduce uncertainty during investigations.</a:t>
            </a:r>
            <a:endParaRPr lang="en-US" sz="2400"/>
          </a:p>
          <a:p>
            <a:pPr marL="0" indent="0">
              <a:buNone/>
            </a:pPr>
            <a:endParaRPr lang="en-US" sz="2200" dirty="0">
              <a:ea typeface="Calibri"/>
              <a:cs typeface="Calibri"/>
            </a:endParaRPr>
          </a:p>
          <a:p>
            <a:pPr marL="0" indent="0">
              <a:buNone/>
            </a:pPr>
            <a:endParaRPr lang="en-US" sz="2200" dirty="0">
              <a:ea typeface="Calibri"/>
              <a:cs typeface="Calibri"/>
            </a:endParaRPr>
          </a:p>
          <a:p>
            <a:pPr marL="0" indent="0">
              <a:buNone/>
            </a:pPr>
            <a:endParaRPr lang="en-US" sz="2200" dirty="0">
              <a:ea typeface="Calibri"/>
              <a:cs typeface="Calibri"/>
            </a:endParaRPr>
          </a:p>
          <a:p>
            <a:endParaRPr lang="en-US" sz="2200" dirty="0">
              <a:ea typeface="Calibri"/>
              <a:cs typeface="Calibri"/>
            </a:endParaRPr>
          </a:p>
        </p:txBody>
      </p:sp>
    </p:spTree>
    <p:extLst>
      <p:ext uri="{BB962C8B-B14F-4D97-AF65-F5344CB8AC3E}">
        <p14:creationId xmlns:p14="http://schemas.microsoft.com/office/powerpoint/2010/main" val="3582285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C1DFB5-3FA2-5220-55D5-A79DB7783604}"/>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Major Benefits to the Judicial System</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20CEB8F-3A15-5D25-8DDE-0CBB10603A6D}"/>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b="1">
                <a:ea typeface="Calibri"/>
                <a:cs typeface="Calibri"/>
              </a:rPr>
              <a:t>3. Protects Both Victims and the Accused</a:t>
            </a:r>
            <a:endParaRPr lang="en-US" b="1"/>
          </a:p>
          <a:p>
            <a:r>
              <a:rPr lang="en-US" sz="2400">
                <a:ea typeface="Calibri"/>
                <a:cs typeface="Calibri"/>
              </a:rPr>
              <a:t>Digital Forensics is not only used to prove guilt.</a:t>
            </a:r>
          </a:p>
          <a:p>
            <a:r>
              <a:rPr lang="en-US" sz="2400">
                <a:ea typeface="Calibri"/>
                <a:cs typeface="Calibri"/>
              </a:rPr>
              <a:t>It can also demonstrate that a suspect was </a:t>
            </a:r>
            <a:r>
              <a:rPr lang="en-US" sz="2400" b="1">
                <a:ea typeface="Calibri"/>
                <a:cs typeface="Calibri"/>
              </a:rPr>
              <a:t>not involved</a:t>
            </a:r>
            <a:r>
              <a:rPr lang="en-US" sz="2400">
                <a:ea typeface="Calibri"/>
                <a:cs typeface="Calibri"/>
              </a:rPr>
              <a:t> in the alleged incident.</a:t>
            </a:r>
          </a:p>
          <a:p>
            <a:pPr marL="0" indent="0">
              <a:buNone/>
            </a:pPr>
            <a:r>
              <a:rPr lang="en-US" sz="2400" b="1">
                <a:ea typeface="+mn-lt"/>
                <a:cs typeface="+mn-lt"/>
              </a:rPr>
              <a:t>4. Strengthens Public Confidence in the Justice System</a:t>
            </a:r>
          </a:p>
          <a:p>
            <a:r>
              <a:rPr lang="en-US" sz="2400">
                <a:ea typeface="+mn-lt"/>
                <a:cs typeface="+mn-lt"/>
              </a:rPr>
              <a:t>When courts rely on objective digital evidence, judicial decisions become more transparent and credible.</a:t>
            </a:r>
            <a:endParaRPr lang="en-US">
              <a:ea typeface="Calibri" panose="020F0502020204030204"/>
              <a:cs typeface="Calibri" panose="020F0502020204030204"/>
            </a:endParaRPr>
          </a:p>
          <a:p>
            <a:r>
              <a:rPr lang="en-US" sz="2400">
                <a:ea typeface="+mn-lt"/>
                <a:cs typeface="+mn-lt"/>
              </a:rPr>
              <a:t>This increases public trust in the legal system.</a:t>
            </a:r>
            <a:endParaRPr lang="en-US">
              <a:ea typeface="Calibri" panose="020F0502020204030204"/>
              <a:cs typeface="Calibri" panose="020F0502020204030204"/>
            </a:endParaRPr>
          </a:p>
          <a:p>
            <a:pPr marL="0" indent="0">
              <a:buNone/>
            </a:pPr>
            <a:endParaRPr lang="en-US" sz="2400" dirty="0">
              <a:ea typeface="Calibri"/>
              <a:cs typeface="Calibri"/>
            </a:endParaRPr>
          </a:p>
        </p:txBody>
      </p:sp>
    </p:spTree>
    <p:extLst>
      <p:ext uri="{BB962C8B-B14F-4D97-AF65-F5344CB8AC3E}">
        <p14:creationId xmlns:p14="http://schemas.microsoft.com/office/powerpoint/2010/main" val="3010154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9CB90E-E780-1346-56DB-20E4DC7B6792}"/>
              </a:ext>
            </a:extLst>
          </p:cNvPr>
          <p:cNvSpPr>
            <a:spLocks noGrp="1"/>
          </p:cNvSpPr>
          <p:nvPr>
            <p:ph type="title"/>
          </p:nvPr>
        </p:nvSpPr>
        <p:spPr>
          <a:xfrm>
            <a:off x="838200" y="365125"/>
            <a:ext cx="10515600" cy="1325563"/>
          </a:xfrm>
        </p:spPr>
        <p:txBody>
          <a:bodyPr>
            <a:normAutofit/>
          </a:bodyPr>
          <a:lstStyle/>
          <a:p>
            <a:r>
              <a:rPr lang="en-US" sz="5400">
                <a:ea typeface="+mj-lt"/>
                <a:cs typeface="+mj-lt"/>
              </a:rPr>
              <a:t>Real-Life Example </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70FB72F-20C6-D698-0522-4103A5F1FFB5}"/>
              </a:ext>
            </a:extLst>
          </p:cNvPr>
          <p:cNvSpPr>
            <a:spLocks noGrp="1"/>
          </p:cNvSpPr>
          <p:nvPr>
            <p:ph idx="1"/>
          </p:nvPr>
        </p:nvSpPr>
        <p:spPr>
          <a:xfrm>
            <a:off x="838200" y="1929384"/>
            <a:ext cx="10515600" cy="4251960"/>
          </a:xfrm>
        </p:spPr>
        <p:txBody>
          <a:bodyPr vert="horz" lIns="91440" tIns="45720" rIns="91440" bIns="45720" rtlCol="0" anchor="t">
            <a:normAutofit lnSpcReduction="10000"/>
          </a:bodyPr>
          <a:lstStyle/>
          <a:p>
            <a:pPr marL="0" indent="0">
              <a:buNone/>
            </a:pPr>
            <a:r>
              <a:rPr lang="en-US" sz="2400" b="1">
                <a:ea typeface="+mn-lt"/>
                <a:cs typeface="+mn-lt"/>
              </a:rPr>
              <a:t>Email Evidence in a Contract Dispute</a:t>
            </a:r>
            <a:endParaRPr lang="en-US" sz="2400"/>
          </a:p>
          <a:p>
            <a:pPr marL="0" indent="0">
              <a:buNone/>
            </a:pPr>
            <a:r>
              <a:rPr lang="en-US" sz="2400">
                <a:ea typeface="+mn-lt"/>
                <a:cs typeface="+mn-lt"/>
              </a:rPr>
              <a:t>Two companies disagree about whether an important business agreement was approved.</a:t>
            </a:r>
            <a:endParaRPr lang="en-US" sz="2400">
              <a:ea typeface="Calibri"/>
              <a:cs typeface="Calibri"/>
            </a:endParaRPr>
          </a:p>
          <a:p>
            <a:pPr marL="0" indent="0">
              <a:buNone/>
            </a:pPr>
            <a:r>
              <a:rPr lang="en-US" sz="2400">
                <a:ea typeface="+mn-lt"/>
                <a:cs typeface="+mn-lt"/>
              </a:rPr>
              <a:t>The court reviews:</a:t>
            </a:r>
            <a:endParaRPr lang="en-US" sz="2400">
              <a:ea typeface="Calibri" panose="020F0502020204030204"/>
              <a:cs typeface="Calibri" panose="020F0502020204030204"/>
            </a:endParaRPr>
          </a:p>
          <a:p>
            <a:r>
              <a:rPr lang="en-US" sz="2400">
                <a:ea typeface="+mn-lt"/>
                <a:cs typeface="+mn-lt"/>
              </a:rPr>
              <a:t>Email communication </a:t>
            </a:r>
            <a:endParaRPr lang="en-US" sz="2400">
              <a:ea typeface="Calibri" panose="020F0502020204030204"/>
              <a:cs typeface="Calibri" panose="020F0502020204030204"/>
            </a:endParaRPr>
          </a:p>
          <a:p>
            <a:r>
              <a:rPr lang="en-US" sz="2400">
                <a:ea typeface="+mn-lt"/>
                <a:cs typeface="+mn-lt"/>
              </a:rPr>
              <a:t>Date and time records </a:t>
            </a:r>
            <a:endParaRPr lang="en-US" sz="2400">
              <a:ea typeface="Calibri" panose="020F0502020204030204"/>
              <a:cs typeface="Calibri" panose="020F0502020204030204"/>
            </a:endParaRPr>
          </a:p>
          <a:p>
            <a:r>
              <a:rPr lang="en-US" sz="2400">
                <a:ea typeface="+mn-lt"/>
                <a:cs typeface="+mn-lt"/>
              </a:rPr>
              <a:t>Attached documents </a:t>
            </a:r>
            <a:endParaRPr lang="en-US" sz="2400">
              <a:ea typeface="Calibri" panose="020F0502020204030204"/>
              <a:cs typeface="Calibri" panose="020F0502020204030204"/>
            </a:endParaRPr>
          </a:p>
          <a:p>
            <a:r>
              <a:rPr lang="en-US" sz="2400">
                <a:ea typeface="+mn-lt"/>
                <a:cs typeface="+mn-lt"/>
              </a:rPr>
              <a:t>Version history </a:t>
            </a:r>
            <a:endParaRPr lang="en-US" sz="2400">
              <a:ea typeface="Calibri" panose="020F0502020204030204"/>
              <a:cs typeface="Calibri" panose="020F0502020204030204"/>
            </a:endParaRPr>
          </a:p>
          <a:p>
            <a:pPr marL="0" indent="0">
              <a:buNone/>
            </a:pPr>
            <a:r>
              <a:rPr lang="en-US" sz="2400">
                <a:ea typeface="+mn-lt"/>
                <a:cs typeface="+mn-lt"/>
              </a:rPr>
              <a:t>The digital records establish when the agreement was exchanged and who approved it.</a:t>
            </a:r>
            <a:endParaRPr lang="en-US" sz="2400">
              <a:ea typeface="Calibri" panose="020F0502020204030204"/>
              <a:cs typeface="Calibri" panose="020F0502020204030204"/>
            </a:endParaRPr>
          </a:p>
          <a:p>
            <a:endParaRPr lang="en-US" sz="2200" dirty="0">
              <a:ea typeface="Calibri"/>
              <a:cs typeface="Calibri"/>
            </a:endParaRPr>
          </a:p>
        </p:txBody>
      </p:sp>
    </p:spTree>
    <p:extLst>
      <p:ext uri="{BB962C8B-B14F-4D97-AF65-F5344CB8AC3E}">
        <p14:creationId xmlns:p14="http://schemas.microsoft.com/office/powerpoint/2010/main" val="4034445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E88F22-9534-294E-247B-CAED08D99473}"/>
              </a:ext>
            </a:extLst>
          </p:cNvPr>
          <p:cNvSpPr>
            <a:spLocks noGrp="1"/>
          </p:cNvSpPr>
          <p:nvPr>
            <p:ph type="title"/>
          </p:nvPr>
        </p:nvSpPr>
        <p:spPr>
          <a:xfrm>
            <a:off x="838200" y="365125"/>
            <a:ext cx="10515600" cy="1325563"/>
          </a:xfrm>
        </p:spPr>
        <p:txBody>
          <a:bodyPr>
            <a:normAutofit fontScale="90000"/>
          </a:bodyPr>
          <a:lstStyle/>
          <a:p>
            <a:r>
              <a:rPr lang="en-US" sz="5400">
                <a:ea typeface="+mj-lt"/>
                <a:cs typeface="+mj-lt"/>
              </a:rPr>
              <a:t>Benefits to Organizations &amp; Businesses</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42D3CC4-CC97-0ED9-3C37-AD4D94F78D5A}"/>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en-US" sz="2400">
                <a:ea typeface="+mn-lt"/>
                <a:cs typeface="+mn-lt"/>
              </a:rPr>
              <a:t>Modern organizations rely heavily on digital infrastructure to conduct their daily operations. </a:t>
            </a:r>
          </a:p>
          <a:p>
            <a:r>
              <a:rPr lang="en-US" sz="2400">
                <a:ea typeface="+mn-lt"/>
                <a:cs typeface="+mn-lt"/>
              </a:rPr>
              <a:t>Customer information, financial records, intellectual property, business strategies, and employee communications are stored electronically.</a:t>
            </a:r>
            <a:endParaRPr lang="en-US" sz="2400">
              <a:ea typeface="Calibri" panose="020F0502020204030204"/>
              <a:cs typeface="Calibri" panose="020F0502020204030204"/>
            </a:endParaRPr>
          </a:p>
          <a:p>
            <a:r>
              <a:rPr lang="en-US" sz="2400">
                <a:ea typeface="+mn-lt"/>
                <a:cs typeface="+mn-lt"/>
              </a:rPr>
              <a:t>Unfortunately, these valuable digital assets are often targeted by cybercriminals, dishonest employees, and malicious insiders.</a:t>
            </a:r>
            <a:endParaRPr lang="en-US" sz="2400"/>
          </a:p>
          <a:p>
            <a:r>
              <a:rPr lang="en-US" sz="2400">
                <a:ea typeface="+mn-lt"/>
                <a:cs typeface="+mn-lt"/>
              </a:rPr>
              <a:t>Digital Forensics helps organizations </a:t>
            </a:r>
            <a:r>
              <a:rPr lang="en-US" sz="2400" b="1">
                <a:ea typeface="+mn-lt"/>
                <a:cs typeface="+mn-lt"/>
              </a:rPr>
              <a:t>investigate incidents, minimize financial losses, protect sensitive information, and strengthen business security.</a:t>
            </a:r>
            <a:endParaRPr lang="en-US" sz="2400"/>
          </a:p>
          <a:p>
            <a:endParaRPr lang="en-US" sz="2400" dirty="0">
              <a:ea typeface="Calibri"/>
              <a:cs typeface="Calibri"/>
            </a:endParaRPr>
          </a:p>
        </p:txBody>
      </p:sp>
    </p:spTree>
    <p:extLst>
      <p:ext uri="{BB962C8B-B14F-4D97-AF65-F5344CB8AC3E}">
        <p14:creationId xmlns:p14="http://schemas.microsoft.com/office/powerpoint/2010/main" val="1752055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5F2993-98CC-6A04-18C5-F85577127661}"/>
              </a:ext>
            </a:extLst>
          </p:cNvPr>
          <p:cNvSpPr>
            <a:spLocks noGrp="1"/>
          </p:cNvSpPr>
          <p:nvPr>
            <p:ph type="title"/>
          </p:nvPr>
        </p:nvSpPr>
        <p:spPr>
          <a:xfrm>
            <a:off x="838200" y="365125"/>
            <a:ext cx="10515600" cy="1325563"/>
          </a:xfrm>
        </p:spPr>
        <p:txBody>
          <a:bodyPr>
            <a:normAutofit/>
          </a:bodyPr>
          <a:lstStyle/>
          <a:p>
            <a:r>
              <a:rPr lang="en-US" sz="5400">
                <a:ea typeface="+mj-lt"/>
                <a:cs typeface="+mj-lt"/>
              </a:rPr>
              <a:t>Major Benefits to Organizations</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7091658-52EC-0977-A92E-D3BBC8F4F9E7}"/>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b="1">
                <a:ea typeface="+mn-lt"/>
                <a:cs typeface="+mn-lt"/>
              </a:rPr>
              <a:t>1. Investigation of Insider Threats</a:t>
            </a:r>
            <a:endParaRPr lang="en-US"/>
          </a:p>
          <a:p>
            <a:r>
              <a:rPr lang="en-US" sz="2400">
                <a:ea typeface="+mn-lt"/>
                <a:cs typeface="+mn-lt"/>
              </a:rPr>
              <a:t>Not every cyber incident originates from an external hacker. </a:t>
            </a:r>
          </a:p>
          <a:p>
            <a:r>
              <a:rPr lang="en-US" sz="2400">
                <a:ea typeface="+mn-lt"/>
                <a:cs typeface="+mn-lt"/>
              </a:rPr>
              <a:t>Employees, contractors, or business partners with legitimate access may intentionally or unintentionally misuse organizational resources.</a:t>
            </a:r>
          </a:p>
          <a:p>
            <a:pPr marL="0" indent="0">
              <a:buNone/>
            </a:pPr>
            <a:r>
              <a:rPr lang="en-US" sz="2400" b="1">
                <a:ea typeface="+mn-lt"/>
                <a:cs typeface="+mn-lt"/>
              </a:rPr>
              <a:t>Digital Forensics helps organizations investigate:</a:t>
            </a:r>
          </a:p>
          <a:p>
            <a:r>
              <a:rPr lang="en-US" sz="2400">
                <a:ea typeface="+mn-lt"/>
                <a:cs typeface="+mn-lt"/>
              </a:rPr>
              <a:t>Unauthorized access to confidential files </a:t>
            </a:r>
            <a:endParaRPr lang="en-US" sz="2400" dirty="0">
              <a:ea typeface="+mn-lt"/>
              <a:cs typeface="+mn-lt"/>
            </a:endParaRPr>
          </a:p>
          <a:p>
            <a:r>
              <a:rPr lang="en-US" sz="2400">
                <a:ea typeface="+mn-lt"/>
                <a:cs typeface="+mn-lt"/>
              </a:rPr>
              <a:t>Theft of intellectual property </a:t>
            </a:r>
            <a:endParaRPr lang="en-US"/>
          </a:p>
          <a:p>
            <a:r>
              <a:rPr lang="en-US" sz="2400">
                <a:ea typeface="+mn-lt"/>
                <a:cs typeface="+mn-lt"/>
              </a:rPr>
              <a:t>Unauthorized copying of customer databases </a:t>
            </a:r>
            <a:endParaRPr lang="en-US"/>
          </a:p>
          <a:p>
            <a:r>
              <a:rPr lang="en-US" sz="2400">
                <a:ea typeface="+mn-lt"/>
                <a:cs typeface="+mn-lt"/>
              </a:rPr>
              <a:t>Misuse of company computers</a:t>
            </a:r>
            <a:endParaRPr lang="en-US"/>
          </a:p>
          <a:p>
            <a:endParaRPr lang="en-US" sz="2400" dirty="0">
              <a:ea typeface="+mn-lt"/>
              <a:cs typeface="+mn-lt"/>
            </a:endParaRPr>
          </a:p>
        </p:txBody>
      </p:sp>
    </p:spTree>
    <p:extLst>
      <p:ext uri="{BB962C8B-B14F-4D97-AF65-F5344CB8AC3E}">
        <p14:creationId xmlns:p14="http://schemas.microsoft.com/office/powerpoint/2010/main" val="3085655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E14EA7-BF25-D13E-E7DB-A40D08F59AF8}"/>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Major Benefits to Organizations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0CC864E-E0E9-9B31-764B-DE9D3CC9159F}"/>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200" b="1">
                <a:ea typeface="+mn-lt"/>
                <a:cs typeface="+mn-lt"/>
              </a:rPr>
              <a:t>2. Investigation of Data Breaches: </a:t>
            </a:r>
          </a:p>
          <a:p>
            <a:pPr marL="0" indent="0">
              <a:buNone/>
            </a:pPr>
            <a:r>
              <a:rPr lang="en-US" sz="2200">
                <a:ea typeface="+mn-lt"/>
                <a:cs typeface="+mn-lt"/>
              </a:rPr>
              <a:t>Organizations frequently experience security incidents where confidential information is exposed.</a:t>
            </a:r>
            <a:endParaRPr lang="en-US" sz="2200">
              <a:ea typeface="Calibri"/>
              <a:cs typeface="Calibri"/>
            </a:endParaRPr>
          </a:p>
          <a:p>
            <a:pPr marL="0" indent="0">
              <a:buNone/>
            </a:pPr>
            <a:r>
              <a:rPr lang="en-US" sz="2200">
                <a:ea typeface="+mn-lt"/>
                <a:cs typeface="+mn-lt"/>
              </a:rPr>
              <a:t>Digital Forensics assists in determining:</a:t>
            </a:r>
          </a:p>
          <a:p>
            <a:r>
              <a:rPr lang="en-US" sz="2200">
                <a:ea typeface="+mn-lt"/>
                <a:cs typeface="+mn-lt"/>
              </a:rPr>
              <a:t>What information was compromised? </a:t>
            </a:r>
            <a:endParaRPr lang="en-US" sz="2200">
              <a:ea typeface="Calibri"/>
              <a:cs typeface="Calibri"/>
            </a:endParaRPr>
          </a:p>
          <a:p>
            <a:r>
              <a:rPr lang="en-US" sz="2200">
                <a:ea typeface="+mn-lt"/>
                <a:cs typeface="+mn-lt"/>
              </a:rPr>
              <a:t>How did attackers gain access? </a:t>
            </a:r>
            <a:endParaRPr lang="en-US" sz="2200"/>
          </a:p>
          <a:p>
            <a:r>
              <a:rPr lang="en-US" sz="2200">
                <a:ea typeface="+mn-lt"/>
                <a:cs typeface="+mn-lt"/>
              </a:rPr>
              <a:t>Which systems were affected? </a:t>
            </a:r>
            <a:endParaRPr lang="en-US" sz="2200"/>
          </a:p>
          <a:p>
            <a:r>
              <a:rPr lang="en-US" sz="2200">
                <a:ea typeface="+mn-lt"/>
                <a:cs typeface="+mn-lt"/>
              </a:rPr>
              <a:t>When did the breach occur?</a:t>
            </a:r>
            <a:endParaRPr lang="en-US" sz="2200"/>
          </a:p>
          <a:p>
            <a:pPr marL="0" indent="0">
              <a:buNone/>
            </a:pPr>
            <a:r>
              <a:rPr lang="en-US" sz="2200">
                <a:ea typeface="+mn-lt"/>
                <a:cs typeface="+mn-lt"/>
              </a:rPr>
              <a:t>Understanding these questions enables organizations to improve their security posture.</a:t>
            </a:r>
          </a:p>
          <a:p>
            <a:endParaRPr lang="en-US" sz="2200">
              <a:ea typeface="Calibri"/>
              <a:cs typeface="Calibri"/>
            </a:endParaRPr>
          </a:p>
        </p:txBody>
      </p:sp>
    </p:spTree>
    <p:extLst>
      <p:ext uri="{BB962C8B-B14F-4D97-AF65-F5344CB8AC3E}">
        <p14:creationId xmlns:p14="http://schemas.microsoft.com/office/powerpoint/2010/main" val="2158302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F4416E-C020-1D69-1AEE-00B401AD2040}"/>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Major Benefits to Organizations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9AFC78E-7025-9F1F-798F-03002A76C2FD}"/>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b="1">
                <a:latin typeface="Calibri Light"/>
                <a:ea typeface="Calibri Light"/>
                <a:cs typeface="Calibri Light"/>
              </a:rPr>
              <a:t>3. Detection of Financial Fraud</a:t>
            </a:r>
            <a:endParaRPr lang="en-US" sz="2400">
              <a:latin typeface="Calibri Light"/>
              <a:ea typeface="Calibri Light"/>
              <a:cs typeface="Calibri Light"/>
            </a:endParaRPr>
          </a:p>
          <a:p>
            <a:pPr marL="0" indent="0">
              <a:buNone/>
            </a:pPr>
            <a:r>
              <a:rPr lang="en-US" sz="2400">
                <a:ea typeface="Calibri"/>
                <a:cs typeface="Calibri"/>
              </a:rPr>
              <a:t>Businesses conduct millions of electronic transactions every day.</a:t>
            </a:r>
          </a:p>
          <a:p>
            <a:pPr marL="0" indent="0">
              <a:buNone/>
            </a:pPr>
            <a:r>
              <a:rPr lang="en-US" sz="2400">
                <a:ea typeface="Calibri"/>
                <a:cs typeface="Calibri"/>
              </a:rPr>
              <a:t>Digital Forensics supports investigations involving:</a:t>
            </a:r>
          </a:p>
          <a:p>
            <a:pPr>
              <a:buFont typeface="Arial,Sans-Serif" panose="020B0604020202020204" pitchFamily="34" charset="0"/>
            </a:pPr>
            <a:r>
              <a:rPr lang="en-US" sz="2400">
                <a:ea typeface="Calibri"/>
                <a:cs typeface="Calibri"/>
              </a:rPr>
              <a:t>Online payment fraud </a:t>
            </a:r>
          </a:p>
          <a:p>
            <a:pPr>
              <a:buFont typeface="Arial,Sans-Serif" panose="020B0604020202020204" pitchFamily="34" charset="0"/>
            </a:pPr>
            <a:r>
              <a:rPr lang="en-US" sz="2400">
                <a:ea typeface="Calibri"/>
                <a:cs typeface="Calibri"/>
              </a:rPr>
              <a:t>Unauthorized financial transactions </a:t>
            </a:r>
          </a:p>
          <a:p>
            <a:pPr>
              <a:buFont typeface="Arial,Sans-Serif" panose="020B0604020202020204" pitchFamily="34" charset="0"/>
            </a:pPr>
            <a:r>
              <a:rPr lang="en-US" sz="2400">
                <a:ea typeface="Calibri"/>
                <a:cs typeface="Calibri"/>
              </a:rPr>
              <a:t>Manipulation of accounting records </a:t>
            </a:r>
          </a:p>
          <a:p>
            <a:pPr>
              <a:buFont typeface="Arial,Sans-Serif" panose="020B0604020202020204" pitchFamily="34" charset="0"/>
            </a:pPr>
            <a:r>
              <a:rPr lang="en-US" sz="2400">
                <a:ea typeface="Calibri"/>
                <a:cs typeface="Calibri"/>
              </a:rPr>
              <a:t>Payroll fraud</a:t>
            </a:r>
          </a:p>
          <a:p>
            <a:pPr marL="0" indent="0">
              <a:buNone/>
            </a:pPr>
            <a:r>
              <a:rPr lang="en-US" sz="2400" dirty="0">
                <a:ea typeface="Calibri"/>
                <a:cs typeface="Calibri"/>
              </a:rPr>
              <a:t>The objective is to identify the source of the fraudulent activity and </a:t>
            </a:r>
            <a:r>
              <a:rPr lang="en-US" sz="2400" dirty="0" err="1">
                <a:ea typeface="Calibri"/>
                <a:cs typeface="Calibri"/>
              </a:rPr>
              <a:t>supportcorrective</a:t>
            </a:r>
            <a:r>
              <a:rPr lang="en-US" sz="2400" dirty="0">
                <a:ea typeface="Calibri"/>
                <a:cs typeface="Calibri"/>
              </a:rPr>
              <a:t> action.</a:t>
            </a:r>
          </a:p>
        </p:txBody>
      </p:sp>
    </p:spTree>
    <p:extLst>
      <p:ext uri="{BB962C8B-B14F-4D97-AF65-F5344CB8AC3E}">
        <p14:creationId xmlns:p14="http://schemas.microsoft.com/office/powerpoint/2010/main" val="2657203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2AD0B2-D2AE-4B0A-A964-5DE0F8CC01C5}"/>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Major Benefits to Organizations</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8187836-2B1A-89F7-6F68-2B7120544BE4}"/>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200" b="1">
                <a:ea typeface="+mn-lt"/>
                <a:cs typeface="+mn-lt"/>
              </a:rPr>
              <a:t>4. Protection of Intellectual Property</a:t>
            </a:r>
          </a:p>
          <a:p>
            <a:pPr marL="0" indent="0">
              <a:buNone/>
            </a:pPr>
            <a:r>
              <a:rPr lang="en-US" sz="2200">
                <a:ea typeface="+mn-lt"/>
                <a:cs typeface="+mn-lt"/>
              </a:rPr>
              <a:t>For many organizations, intellectual property (IP) is one of their most valuable assets.</a:t>
            </a:r>
          </a:p>
          <a:p>
            <a:pPr marL="0" indent="0">
              <a:buNone/>
            </a:pPr>
            <a:endParaRPr lang="en-US" sz="2200">
              <a:ea typeface="Calibri"/>
              <a:cs typeface="Calibri"/>
            </a:endParaRPr>
          </a:p>
          <a:p>
            <a:pPr>
              <a:buNone/>
            </a:pPr>
            <a:r>
              <a:rPr lang="en-US" sz="2200">
                <a:ea typeface="+mn-lt"/>
                <a:cs typeface="+mn-lt"/>
              </a:rPr>
              <a:t>Examples include:</a:t>
            </a:r>
            <a:endParaRPr lang="en-US" sz="2200"/>
          </a:p>
          <a:p>
            <a:pPr>
              <a:buFont typeface="Arial"/>
              <a:buChar char="•"/>
            </a:pPr>
            <a:r>
              <a:rPr lang="en-US" sz="2200">
                <a:ea typeface="+mn-lt"/>
                <a:cs typeface="+mn-lt"/>
              </a:rPr>
              <a:t>Software source code </a:t>
            </a:r>
            <a:endParaRPr lang="en-US" sz="2200"/>
          </a:p>
          <a:p>
            <a:pPr>
              <a:buFont typeface="Arial"/>
              <a:buChar char="•"/>
            </a:pPr>
            <a:r>
              <a:rPr lang="en-US" sz="2200">
                <a:ea typeface="+mn-lt"/>
                <a:cs typeface="+mn-lt"/>
              </a:rPr>
              <a:t>Research reports </a:t>
            </a:r>
            <a:endParaRPr lang="en-US" sz="2200"/>
          </a:p>
          <a:p>
            <a:pPr marL="0" indent="0">
              <a:buNone/>
            </a:pPr>
            <a:r>
              <a:rPr lang="en-US" sz="2200">
                <a:ea typeface="+mn-lt"/>
                <a:cs typeface="+mn-lt"/>
              </a:rPr>
              <a:t>Digital Forensics helps determine whether these assets have been copied, modified, or disclosed without authorization.</a:t>
            </a:r>
            <a:endParaRPr lang="en-US" sz="2200"/>
          </a:p>
          <a:p>
            <a:pPr>
              <a:buFont typeface="Arial"/>
              <a:buChar char="•"/>
            </a:pPr>
            <a:endParaRPr lang="en-US" sz="2200">
              <a:ea typeface="Calibri"/>
              <a:cs typeface="Calibri"/>
            </a:endParaRPr>
          </a:p>
          <a:p>
            <a:pPr marL="0" indent="0">
              <a:buNone/>
            </a:pPr>
            <a:endParaRPr lang="en-US" sz="2200">
              <a:ea typeface="Calibri"/>
              <a:cs typeface="Calibri"/>
            </a:endParaRPr>
          </a:p>
        </p:txBody>
      </p:sp>
    </p:spTree>
    <p:extLst>
      <p:ext uri="{BB962C8B-B14F-4D97-AF65-F5344CB8AC3E}">
        <p14:creationId xmlns:p14="http://schemas.microsoft.com/office/powerpoint/2010/main" val="1679007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D80889-DBE0-CD79-9AED-15D8869FCA60}"/>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Major Benefits to Organizations</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AA5D63E-A3B6-E35F-B8EC-78837ADAEA55}"/>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b="1">
                <a:ea typeface="+mn-lt"/>
                <a:cs typeface="+mn-lt"/>
              </a:rPr>
              <a:t>5. Reducing Financial and Reputational Damage</a:t>
            </a:r>
          </a:p>
          <a:p>
            <a:pPr>
              <a:buNone/>
            </a:pPr>
            <a:r>
              <a:rPr lang="en-US" sz="2400">
                <a:ea typeface="+mn-lt"/>
                <a:cs typeface="+mn-lt"/>
              </a:rPr>
              <a:t>A cyber incident can result in:</a:t>
            </a:r>
            <a:endParaRPr lang="en-US" sz="2400"/>
          </a:p>
          <a:p>
            <a:pPr>
              <a:buFont typeface="Arial"/>
              <a:buChar char="•"/>
            </a:pPr>
            <a:r>
              <a:rPr lang="en-US" sz="2400">
                <a:ea typeface="+mn-lt"/>
                <a:cs typeface="+mn-lt"/>
              </a:rPr>
              <a:t>Financial losses </a:t>
            </a:r>
            <a:endParaRPr lang="en-US" sz="2400"/>
          </a:p>
          <a:p>
            <a:pPr>
              <a:buFont typeface="Arial"/>
              <a:buChar char="•"/>
            </a:pPr>
            <a:r>
              <a:rPr lang="en-US" sz="2400">
                <a:ea typeface="+mn-lt"/>
                <a:cs typeface="+mn-lt"/>
              </a:rPr>
              <a:t>Loss of customer trust </a:t>
            </a:r>
            <a:endParaRPr lang="en-US" sz="2400"/>
          </a:p>
          <a:p>
            <a:pPr>
              <a:buFont typeface="Arial"/>
              <a:buChar char="•"/>
            </a:pPr>
            <a:r>
              <a:rPr lang="en-US" sz="2400">
                <a:ea typeface="+mn-lt"/>
                <a:cs typeface="+mn-lt"/>
              </a:rPr>
              <a:t>Business interruption </a:t>
            </a:r>
            <a:endParaRPr lang="en-US" sz="2400"/>
          </a:p>
          <a:p>
            <a:pPr>
              <a:buFont typeface="Arial"/>
              <a:buChar char="•"/>
            </a:pPr>
            <a:r>
              <a:rPr lang="en-US" sz="2400">
                <a:ea typeface="+mn-lt"/>
                <a:cs typeface="+mn-lt"/>
              </a:rPr>
              <a:t>Legal consequences </a:t>
            </a:r>
            <a:endParaRPr lang="en-US" sz="2400"/>
          </a:p>
          <a:p>
            <a:pPr>
              <a:buFont typeface="Arial"/>
              <a:buChar char="•"/>
            </a:pPr>
            <a:r>
              <a:rPr lang="en-US" sz="2400">
                <a:ea typeface="+mn-lt"/>
                <a:cs typeface="+mn-lt"/>
              </a:rPr>
              <a:t>Damage to the organization's reputation </a:t>
            </a:r>
          </a:p>
          <a:p>
            <a:pPr marL="0" indent="0">
              <a:buNone/>
            </a:pPr>
            <a:r>
              <a:rPr lang="en-US" sz="2400">
                <a:ea typeface="+mn-lt"/>
                <a:cs typeface="+mn-lt"/>
              </a:rPr>
              <a:t>By identifying the cause of an incident and supporting effective response, Digital Forensics contributes to business resilience.</a:t>
            </a:r>
            <a:endParaRPr lang="en-US" sz="2400">
              <a:ea typeface="Calibri" panose="020F0502020204030204"/>
              <a:cs typeface="Calibri" panose="020F0502020204030204"/>
            </a:endParaRPr>
          </a:p>
          <a:p>
            <a:pPr marL="0" indent="0">
              <a:buNone/>
            </a:pPr>
            <a:endParaRPr lang="en-US" sz="2400" dirty="0">
              <a:ea typeface="Calibri" panose="020F0502020204030204"/>
              <a:cs typeface="Calibri" panose="020F0502020204030204"/>
            </a:endParaRPr>
          </a:p>
        </p:txBody>
      </p:sp>
    </p:spTree>
    <p:extLst>
      <p:ext uri="{BB962C8B-B14F-4D97-AF65-F5344CB8AC3E}">
        <p14:creationId xmlns:p14="http://schemas.microsoft.com/office/powerpoint/2010/main" val="2733857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84151E-805A-B1BD-696D-5B62CBA8E2B8}"/>
              </a:ext>
            </a:extLst>
          </p:cNvPr>
          <p:cNvSpPr>
            <a:spLocks noGrp="1"/>
          </p:cNvSpPr>
          <p:nvPr>
            <p:ph type="title"/>
          </p:nvPr>
        </p:nvSpPr>
        <p:spPr>
          <a:xfrm>
            <a:off x="838200" y="365125"/>
            <a:ext cx="10515600" cy="1325563"/>
          </a:xfrm>
        </p:spPr>
        <p:txBody>
          <a:bodyPr>
            <a:normAutofit/>
          </a:bodyPr>
          <a:lstStyle/>
          <a:p>
            <a:r>
              <a:rPr lang="en-US" sz="5400">
                <a:ea typeface="+mj-lt"/>
                <a:cs typeface="+mj-lt"/>
              </a:rPr>
              <a:t>Source Code Theft (Example)</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911D2EF-609B-F5C3-4810-9777966AEBC7}"/>
              </a:ext>
            </a:extLst>
          </p:cNvPr>
          <p:cNvSpPr>
            <a:spLocks noGrp="1"/>
          </p:cNvSpPr>
          <p:nvPr>
            <p:ph idx="1"/>
          </p:nvPr>
        </p:nvSpPr>
        <p:spPr>
          <a:xfrm>
            <a:off x="838200" y="1929384"/>
            <a:ext cx="10515600" cy="4251960"/>
          </a:xfrm>
        </p:spPr>
        <p:txBody>
          <a:bodyPr vert="horz" lIns="91440" tIns="45720" rIns="91440" bIns="45720" rtlCol="0" anchor="t">
            <a:normAutofit fontScale="92500" lnSpcReduction="20000"/>
          </a:bodyPr>
          <a:lstStyle/>
          <a:p>
            <a:pPr marL="0" indent="0">
              <a:buNone/>
            </a:pPr>
            <a:r>
              <a:rPr lang="en-US" sz="2400">
                <a:ea typeface="+mn-lt"/>
                <a:cs typeface="+mn-lt"/>
              </a:rPr>
              <a:t>A software engineer resigns from a technology company.</a:t>
            </a:r>
            <a:endParaRPr lang="en-US" sz="2400">
              <a:ea typeface="Calibri" panose="020F0502020204030204"/>
              <a:cs typeface="Calibri" panose="020F0502020204030204"/>
            </a:endParaRPr>
          </a:p>
          <a:p>
            <a:pPr marL="0" indent="0">
              <a:buNone/>
            </a:pPr>
            <a:r>
              <a:rPr lang="en-US" sz="2400">
                <a:ea typeface="+mn-lt"/>
                <a:cs typeface="+mn-lt"/>
              </a:rPr>
              <a:t>A month later, the company discovers that a competing organization has released a product containing remarkably similar features.</a:t>
            </a:r>
            <a:endParaRPr lang="en-US">
              <a:ea typeface="Calibri" panose="020F0502020204030204"/>
              <a:cs typeface="Calibri" panose="020F0502020204030204"/>
            </a:endParaRPr>
          </a:p>
          <a:p>
            <a:pPr marL="0" indent="0">
              <a:buNone/>
            </a:pPr>
            <a:r>
              <a:rPr lang="en-US" sz="2400">
                <a:ea typeface="+mn-lt"/>
                <a:cs typeface="+mn-lt"/>
              </a:rPr>
              <a:t>The organization initiates a digital forensic investigation to determine:</a:t>
            </a:r>
            <a:endParaRPr lang="en-US">
              <a:ea typeface="Calibri" panose="020F0502020204030204"/>
              <a:cs typeface="Calibri" panose="020F0502020204030204"/>
            </a:endParaRPr>
          </a:p>
          <a:p>
            <a:r>
              <a:rPr lang="en-US" sz="2400">
                <a:ea typeface="+mn-lt"/>
                <a:cs typeface="+mn-lt"/>
              </a:rPr>
              <a:t>Were confidential project files accessed before resignation? </a:t>
            </a:r>
            <a:endParaRPr lang="en-US"/>
          </a:p>
          <a:p>
            <a:r>
              <a:rPr lang="en-US" sz="2400">
                <a:ea typeface="+mn-lt"/>
                <a:cs typeface="+mn-lt"/>
              </a:rPr>
              <a:t>Were the files copied to an external storage device or cloud account? </a:t>
            </a:r>
            <a:endParaRPr lang="en-US"/>
          </a:p>
          <a:p>
            <a:r>
              <a:rPr lang="en-US" sz="2400">
                <a:ea typeface="+mn-lt"/>
                <a:cs typeface="+mn-lt"/>
              </a:rPr>
              <a:t>Which employee account performed these actions? </a:t>
            </a:r>
            <a:endParaRPr lang="en-US"/>
          </a:p>
          <a:p>
            <a:r>
              <a:rPr lang="en-US" sz="2400">
                <a:ea typeface="+mn-lt"/>
                <a:cs typeface="+mn-lt"/>
              </a:rPr>
              <a:t>When did these events occur?</a:t>
            </a:r>
            <a:endParaRPr lang="en-US"/>
          </a:p>
          <a:p>
            <a:pPr marL="0" indent="0">
              <a:buNone/>
            </a:pPr>
            <a:endParaRPr lang="en-US" sz="2400" dirty="0">
              <a:ea typeface="Calibri"/>
              <a:cs typeface="Calibri"/>
            </a:endParaRPr>
          </a:p>
          <a:p>
            <a:pPr>
              <a:buNone/>
            </a:pPr>
            <a:r>
              <a:rPr lang="en-US" b="1"/>
              <a:t>Outcome</a:t>
            </a:r>
            <a:endParaRPr lang="en-US"/>
          </a:p>
          <a:p>
            <a:pPr>
              <a:buNone/>
            </a:pPr>
            <a:r>
              <a:rPr lang="en-US" sz="2400" dirty="0">
                <a:ea typeface="+mn-lt"/>
                <a:cs typeface="+mn-lt"/>
              </a:rPr>
              <a:t>The investigation provides factual information that supports the organization's internal inquiry and any subsequent legal action.</a:t>
            </a:r>
            <a:endParaRPr lang="en-US" dirty="0"/>
          </a:p>
          <a:p>
            <a:pPr marL="0" indent="0">
              <a:buNone/>
            </a:pPr>
            <a:endParaRPr lang="en-US" sz="2400" dirty="0">
              <a:ea typeface="Calibri"/>
              <a:cs typeface="Calibri"/>
            </a:endParaRPr>
          </a:p>
        </p:txBody>
      </p:sp>
    </p:spTree>
    <p:extLst>
      <p:ext uri="{BB962C8B-B14F-4D97-AF65-F5344CB8AC3E}">
        <p14:creationId xmlns:p14="http://schemas.microsoft.com/office/powerpoint/2010/main" val="740249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BF5103-EDA7-8630-16BF-43CCC7831BCA}"/>
              </a:ext>
            </a:extLst>
          </p:cNvPr>
          <p:cNvSpPr>
            <a:spLocks noGrp="1"/>
          </p:cNvSpPr>
          <p:nvPr>
            <p:ph type="title"/>
          </p:nvPr>
        </p:nvSpPr>
        <p:spPr>
          <a:xfrm>
            <a:off x="838200" y="365125"/>
            <a:ext cx="10515600" cy="1325563"/>
          </a:xfrm>
        </p:spPr>
        <p:txBody>
          <a:bodyPr>
            <a:normAutofit/>
          </a:bodyPr>
          <a:lstStyle/>
          <a:p>
            <a:r>
              <a:rPr lang="en-US" sz="5400">
                <a:ea typeface="+mj-lt"/>
                <a:cs typeface="+mj-lt"/>
              </a:rPr>
              <a:t>Benefits to Individuals</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7DD2DFE-85C2-30E6-24D9-FE61185B26BC}"/>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b="1"/>
              <a:t>Why Do Individuals Need Digital Forensics?</a:t>
            </a:r>
            <a:endParaRPr lang="en-US" sz="2400">
              <a:ea typeface="Calibri" panose="020F0502020204030204"/>
              <a:cs typeface="Calibri" panose="020F0502020204030204"/>
            </a:endParaRPr>
          </a:p>
          <a:p>
            <a:r>
              <a:rPr lang="en-US" sz="2400">
                <a:ea typeface="+mn-lt"/>
                <a:cs typeface="+mn-lt"/>
              </a:rPr>
              <a:t>In today's digital society, almost everyone uses smartphones, online banking, social media, email, cloud storage, and e-commerce platforms. </a:t>
            </a:r>
          </a:p>
          <a:p>
            <a:r>
              <a:rPr lang="en-US" sz="2400">
                <a:ea typeface="+mn-lt"/>
                <a:cs typeface="+mn-lt"/>
              </a:rPr>
              <a:t>While these technologies provide convenience, they also expose individuals to cyber threats.</a:t>
            </a:r>
            <a:endParaRPr lang="en-US" sz="2400">
              <a:ea typeface="Calibri"/>
              <a:cs typeface="Calibri"/>
            </a:endParaRPr>
          </a:p>
          <a:p>
            <a:r>
              <a:rPr lang="en-US" sz="2400">
                <a:ea typeface="+mn-lt"/>
                <a:cs typeface="+mn-lt"/>
              </a:rPr>
              <a:t>Digital Forensics helps individuals investigate cyber incidents, recover digital evidence, and protect their rights when they become victims of cybercrime.</a:t>
            </a:r>
            <a:endParaRPr lang="en-US" sz="2400"/>
          </a:p>
          <a:p>
            <a:endParaRPr lang="en-US" sz="2200" dirty="0">
              <a:ea typeface="Calibri"/>
              <a:cs typeface="Calibri"/>
            </a:endParaRPr>
          </a:p>
        </p:txBody>
      </p:sp>
    </p:spTree>
    <p:extLst>
      <p:ext uri="{BB962C8B-B14F-4D97-AF65-F5344CB8AC3E}">
        <p14:creationId xmlns:p14="http://schemas.microsoft.com/office/powerpoint/2010/main" val="520561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2A1C24-E76D-155C-6CB3-DFA965F02DB9}"/>
              </a:ext>
            </a:extLst>
          </p:cNvPr>
          <p:cNvSpPr>
            <a:spLocks noGrp="1"/>
          </p:cNvSpPr>
          <p:nvPr>
            <p:ph type="title"/>
          </p:nvPr>
        </p:nvSpPr>
        <p:spPr>
          <a:xfrm>
            <a:off x="838200" y="365125"/>
            <a:ext cx="10515600" cy="1325563"/>
          </a:xfrm>
        </p:spPr>
        <p:txBody>
          <a:bodyPr>
            <a:normAutofit/>
          </a:bodyPr>
          <a:lstStyle/>
          <a:p>
            <a:r>
              <a:rPr lang="en-US" sz="5400">
                <a:ea typeface="+mj-lt"/>
                <a:cs typeface="+mj-lt"/>
              </a:rPr>
              <a:t>Major Benefits to Individuals</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D5D476F-E5A8-26CF-C7DF-9893FAA6CFFB}"/>
              </a:ext>
            </a:extLst>
          </p:cNvPr>
          <p:cNvSpPr>
            <a:spLocks noGrp="1"/>
          </p:cNvSpPr>
          <p:nvPr>
            <p:ph idx="1"/>
          </p:nvPr>
        </p:nvSpPr>
        <p:spPr>
          <a:xfrm>
            <a:off x="838200" y="1929384"/>
            <a:ext cx="10515600" cy="4251960"/>
          </a:xfrm>
        </p:spPr>
        <p:txBody>
          <a:bodyPr vert="horz" lIns="91440" tIns="45720" rIns="91440" bIns="45720" rtlCol="0" anchor="t">
            <a:normAutofit fontScale="92500" lnSpcReduction="10000"/>
          </a:bodyPr>
          <a:lstStyle/>
          <a:p>
            <a:pPr>
              <a:buNone/>
            </a:pPr>
            <a:r>
              <a:rPr lang="en-US" b="1"/>
              <a:t>1. Protection Against Online Financial Fraud</a:t>
            </a:r>
            <a:endParaRPr lang="en-US">
              <a:ea typeface="Calibri" panose="020F0502020204030204"/>
              <a:cs typeface="Calibri" panose="020F0502020204030204"/>
            </a:endParaRPr>
          </a:p>
          <a:p>
            <a:pPr>
              <a:buNone/>
            </a:pPr>
            <a:r>
              <a:rPr lang="en-US" sz="2400">
                <a:ea typeface="+mn-lt"/>
                <a:cs typeface="+mn-lt"/>
              </a:rPr>
              <a:t>Millions of people perform digital payments every day through:</a:t>
            </a:r>
            <a:endParaRPr lang="en-US" sz="3200">
              <a:ea typeface="+mn-lt"/>
              <a:cs typeface="+mn-lt"/>
            </a:endParaRPr>
          </a:p>
          <a:p>
            <a:r>
              <a:rPr lang="en-US" sz="2400">
                <a:ea typeface="+mn-lt"/>
                <a:cs typeface="+mn-lt"/>
              </a:rPr>
              <a:t>Internet Banking </a:t>
            </a:r>
            <a:endParaRPr lang="en-US" sz="3200">
              <a:ea typeface="+mn-lt"/>
              <a:cs typeface="+mn-lt"/>
            </a:endParaRPr>
          </a:p>
          <a:p>
            <a:r>
              <a:rPr lang="en-US" sz="2400">
                <a:ea typeface="+mn-lt"/>
                <a:cs typeface="+mn-lt"/>
              </a:rPr>
              <a:t>UPI </a:t>
            </a:r>
            <a:endParaRPr lang="en-US" sz="3200">
              <a:ea typeface="+mn-lt"/>
              <a:cs typeface="+mn-lt"/>
            </a:endParaRPr>
          </a:p>
          <a:p>
            <a:r>
              <a:rPr lang="en-US" sz="2400">
                <a:ea typeface="+mn-lt"/>
                <a:cs typeface="+mn-lt"/>
              </a:rPr>
              <a:t>Credit/Debit Cards </a:t>
            </a:r>
            <a:endParaRPr lang="en-US" sz="3200">
              <a:ea typeface="+mn-lt"/>
              <a:cs typeface="+mn-lt"/>
            </a:endParaRPr>
          </a:p>
          <a:p>
            <a:r>
              <a:rPr lang="en-US" sz="2400">
                <a:ea typeface="+mn-lt"/>
                <a:cs typeface="+mn-lt"/>
              </a:rPr>
              <a:t>Mobile Wallets</a:t>
            </a:r>
            <a:endParaRPr lang="en-US" sz="3200">
              <a:ea typeface="+mn-lt"/>
              <a:cs typeface="+mn-lt"/>
            </a:endParaRPr>
          </a:p>
          <a:p>
            <a:pPr>
              <a:buNone/>
            </a:pPr>
            <a:r>
              <a:rPr lang="en-US" sz="2400">
                <a:ea typeface="+mn-lt"/>
                <a:cs typeface="+mn-lt"/>
              </a:rPr>
              <a:t>If unauthorized transactions occur, Digital Forensics helps investigators determine:</a:t>
            </a:r>
            <a:endParaRPr lang="en-US" sz="3200"/>
          </a:p>
          <a:p>
            <a:r>
              <a:rPr lang="en-US" sz="2400">
                <a:ea typeface="+mn-lt"/>
                <a:cs typeface="+mn-lt"/>
              </a:rPr>
              <a:t>When the transaction occurred </a:t>
            </a:r>
            <a:endParaRPr lang="en-US" sz="3200">
              <a:ea typeface="Calibri" panose="020F0502020204030204"/>
              <a:cs typeface="Calibri" panose="020F0502020204030204"/>
            </a:endParaRPr>
          </a:p>
          <a:p>
            <a:r>
              <a:rPr lang="en-US" sz="2400">
                <a:ea typeface="+mn-lt"/>
                <a:cs typeface="+mn-lt"/>
              </a:rPr>
              <a:t>Which device was used </a:t>
            </a:r>
            <a:endParaRPr lang="en-US" sz="3200">
              <a:ea typeface="Calibri" panose="020F0502020204030204"/>
              <a:cs typeface="Calibri" panose="020F0502020204030204"/>
            </a:endParaRPr>
          </a:p>
          <a:p>
            <a:r>
              <a:rPr lang="en-US" sz="2400">
                <a:ea typeface="+mn-lt"/>
                <a:cs typeface="+mn-lt"/>
              </a:rPr>
              <a:t>Whether unauthorized access took place</a:t>
            </a:r>
            <a:endParaRPr lang="en-US" sz="3200">
              <a:ea typeface="Calibri" panose="020F0502020204030204"/>
              <a:cs typeface="Calibri" panose="020F0502020204030204"/>
            </a:endParaRPr>
          </a:p>
          <a:p>
            <a:pPr marL="0" indent="0">
              <a:buNone/>
            </a:pPr>
            <a:endParaRPr lang="en-US" sz="2400" dirty="0">
              <a:ea typeface="Calibri"/>
              <a:cs typeface="Calibri"/>
            </a:endParaRPr>
          </a:p>
        </p:txBody>
      </p:sp>
    </p:spTree>
    <p:extLst>
      <p:ext uri="{BB962C8B-B14F-4D97-AF65-F5344CB8AC3E}">
        <p14:creationId xmlns:p14="http://schemas.microsoft.com/office/powerpoint/2010/main" val="2016529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79E4DE-C8CD-6558-FADF-CD7B13514B86}"/>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Major Benefits to Individuals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3F1978-05A8-8205-C9E3-36108E7151A3}"/>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b="1">
                <a:ea typeface="+mn-lt"/>
                <a:cs typeface="+mn-lt"/>
              </a:rPr>
              <a:t>2. Investigation of Identity Theft</a:t>
            </a:r>
          </a:p>
          <a:p>
            <a:pPr>
              <a:buNone/>
            </a:pPr>
            <a:r>
              <a:rPr lang="en-US" sz="2400">
                <a:ea typeface="+mn-lt"/>
                <a:cs typeface="+mn-lt"/>
              </a:rPr>
              <a:t>Identity theft occurs when someone illegally uses another person's personal information.</a:t>
            </a:r>
          </a:p>
          <a:p>
            <a:pPr>
              <a:buNone/>
            </a:pPr>
            <a:r>
              <a:rPr lang="en-US" sz="2400">
                <a:ea typeface="+mn-lt"/>
                <a:cs typeface="+mn-lt"/>
              </a:rPr>
              <a:t>Examples include:</a:t>
            </a:r>
          </a:p>
          <a:p>
            <a:pPr>
              <a:buFont typeface="Arial"/>
              <a:buChar char="•"/>
            </a:pPr>
            <a:r>
              <a:rPr lang="en-US" sz="2400">
                <a:ea typeface="+mn-lt"/>
                <a:cs typeface="+mn-lt"/>
              </a:rPr>
              <a:t>Fake social media accounts </a:t>
            </a:r>
          </a:p>
          <a:p>
            <a:pPr>
              <a:buFont typeface="Arial"/>
              <a:buChar char="•"/>
            </a:pPr>
            <a:r>
              <a:rPr lang="en-US" sz="2400">
                <a:ea typeface="+mn-lt"/>
                <a:cs typeface="+mn-lt"/>
              </a:rPr>
              <a:t>Unauthorized email access </a:t>
            </a:r>
          </a:p>
          <a:p>
            <a:pPr>
              <a:buFont typeface="Arial"/>
              <a:buChar char="•"/>
            </a:pPr>
            <a:r>
              <a:rPr lang="en-US" sz="2400">
                <a:ea typeface="+mn-lt"/>
                <a:cs typeface="+mn-lt"/>
              </a:rPr>
              <a:t>Misuse of Aadhaar or PAN information</a:t>
            </a:r>
          </a:p>
          <a:p>
            <a:pPr marL="0" indent="0">
              <a:buNone/>
            </a:pPr>
            <a:endParaRPr lang="en-US" sz="2200">
              <a:ea typeface="Calibri"/>
              <a:cs typeface="Calibri"/>
            </a:endParaRPr>
          </a:p>
        </p:txBody>
      </p:sp>
    </p:spTree>
    <p:extLst>
      <p:ext uri="{BB962C8B-B14F-4D97-AF65-F5344CB8AC3E}">
        <p14:creationId xmlns:p14="http://schemas.microsoft.com/office/powerpoint/2010/main" val="1906701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0662D6-9B34-E3B4-9B6F-1BD94FD1214A}"/>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Benefits to Individuals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8019F4E-61F3-4653-8739-81A34B4BDE8B}"/>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b="1">
                <a:ea typeface="+mn-lt"/>
                <a:cs typeface="+mn-lt"/>
              </a:rPr>
              <a:t>3. Assistance in Cyber Harassment and Online Abuse</a:t>
            </a:r>
          </a:p>
          <a:p>
            <a:pPr>
              <a:buNone/>
            </a:pPr>
            <a:r>
              <a:rPr lang="en-US" sz="2400">
                <a:ea typeface="+mn-lt"/>
                <a:cs typeface="+mn-lt"/>
              </a:rPr>
              <a:t>Individuals may become victims of:</a:t>
            </a:r>
            <a:endParaRPr lang="en-US" sz="2400">
              <a:ea typeface="Calibri"/>
              <a:cs typeface="Calibri"/>
            </a:endParaRPr>
          </a:p>
          <a:p>
            <a:pPr>
              <a:buFont typeface="Arial"/>
              <a:buChar char="•"/>
            </a:pPr>
            <a:r>
              <a:rPr lang="en-US" sz="2400">
                <a:ea typeface="+mn-lt"/>
                <a:cs typeface="+mn-lt"/>
              </a:rPr>
              <a:t>Cyber stalking </a:t>
            </a:r>
            <a:endParaRPr lang="en-US" sz="2400">
              <a:ea typeface="Calibri"/>
              <a:cs typeface="Calibri"/>
            </a:endParaRPr>
          </a:p>
          <a:p>
            <a:pPr>
              <a:buFont typeface="Arial"/>
              <a:buChar char="•"/>
            </a:pPr>
            <a:r>
              <a:rPr lang="en-US" sz="2400">
                <a:ea typeface="+mn-lt"/>
                <a:cs typeface="+mn-lt"/>
              </a:rPr>
              <a:t>Cyber bullying </a:t>
            </a:r>
            <a:endParaRPr lang="en-US" sz="2400">
              <a:ea typeface="Calibri"/>
              <a:cs typeface="Calibri"/>
            </a:endParaRPr>
          </a:p>
          <a:p>
            <a:pPr>
              <a:buFont typeface="Arial"/>
              <a:buChar char="•"/>
            </a:pPr>
            <a:r>
              <a:rPr lang="en-US" sz="2400">
                <a:ea typeface="+mn-lt"/>
                <a:cs typeface="+mn-lt"/>
              </a:rPr>
              <a:t>Online blackmail </a:t>
            </a:r>
            <a:endParaRPr lang="en-US" sz="2400">
              <a:ea typeface="Calibri"/>
              <a:cs typeface="Calibri"/>
            </a:endParaRPr>
          </a:p>
          <a:p>
            <a:pPr>
              <a:buFont typeface="Arial"/>
              <a:buChar char="•"/>
            </a:pPr>
            <a:r>
              <a:rPr lang="en-US" sz="2400">
                <a:ea typeface="+mn-lt"/>
                <a:cs typeface="+mn-lt"/>
              </a:rPr>
              <a:t>Fake social media accounts</a:t>
            </a:r>
            <a:endParaRPr lang="en-US" sz="2400">
              <a:ea typeface="Calibri"/>
              <a:cs typeface="Calibri"/>
            </a:endParaRPr>
          </a:p>
          <a:p>
            <a:pPr marL="0" indent="0">
              <a:buNone/>
            </a:pPr>
            <a:r>
              <a:rPr lang="en-US" sz="2400">
                <a:ea typeface="+mn-lt"/>
                <a:cs typeface="+mn-lt"/>
              </a:rPr>
              <a:t>Digital evidence can support investigations into these incidents and help establish the facts.</a:t>
            </a:r>
            <a:endParaRPr lang="en-US" sz="2400"/>
          </a:p>
        </p:txBody>
      </p:sp>
    </p:spTree>
    <p:extLst>
      <p:ext uri="{BB962C8B-B14F-4D97-AF65-F5344CB8AC3E}">
        <p14:creationId xmlns:p14="http://schemas.microsoft.com/office/powerpoint/2010/main" val="485297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4F1785-1E0C-8F9D-4311-261FF24C8E50}"/>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Benefits to Individuals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9A7707E-FDEA-DD37-D87F-911BB1CDFC78}"/>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b="1">
                <a:ea typeface="+mn-lt"/>
                <a:cs typeface="+mn-lt"/>
              </a:rPr>
              <a:t>4. Recovery of Valuable Digital Information</a:t>
            </a:r>
          </a:p>
          <a:p>
            <a:pPr>
              <a:buNone/>
            </a:pPr>
            <a:r>
              <a:rPr lang="en-US" sz="2400">
                <a:ea typeface="+mn-lt"/>
                <a:cs typeface="+mn-lt"/>
              </a:rPr>
              <a:t>Digital Forensics may assist in recovering important digital information when data is lost or deleted.</a:t>
            </a:r>
            <a:endParaRPr lang="en-US" sz="2400">
              <a:ea typeface="Calibri"/>
              <a:cs typeface="Calibri"/>
            </a:endParaRPr>
          </a:p>
          <a:p>
            <a:pPr>
              <a:buNone/>
            </a:pPr>
            <a:r>
              <a:rPr lang="en-US" sz="2400">
                <a:ea typeface="+mn-lt"/>
                <a:cs typeface="+mn-lt"/>
              </a:rPr>
              <a:t>Examples include:</a:t>
            </a:r>
            <a:endParaRPr lang="en-US" sz="2400">
              <a:ea typeface="Calibri"/>
              <a:cs typeface="Calibri"/>
            </a:endParaRPr>
          </a:p>
          <a:p>
            <a:pPr>
              <a:buFont typeface="Arial"/>
              <a:buChar char="•"/>
            </a:pPr>
            <a:r>
              <a:rPr lang="en-US" sz="2400">
                <a:ea typeface="+mn-lt"/>
                <a:cs typeface="+mn-lt"/>
              </a:rPr>
              <a:t>Family photographs </a:t>
            </a:r>
            <a:endParaRPr lang="en-US" sz="2400">
              <a:ea typeface="Calibri"/>
              <a:cs typeface="Calibri"/>
            </a:endParaRPr>
          </a:p>
          <a:p>
            <a:pPr>
              <a:buFont typeface="Arial"/>
              <a:buChar char="•"/>
            </a:pPr>
            <a:r>
              <a:rPr lang="en-US" sz="2400">
                <a:ea typeface="+mn-lt"/>
                <a:cs typeface="+mn-lt"/>
              </a:rPr>
              <a:t>Personal documents </a:t>
            </a:r>
            <a:endParaRPr lang="en-US" sz="2400">
              <a:ea typeface="Calibri"/>
              <a:cs typeface="Calibri"/>
            </a:endParaRPr>
          </a:p>
          <a:p>
            <a:pPr>
              <a:buFont typeface="Arial"/>
              <a:buChar char="•"/>
            </a:pPr>
            <a:r>
              <a:rPr lang="en-US" sz="2400">
                <a:ea typeface="+mn-lt"/>
                <a:cs typeface="+mn-lt"/>
              </a:rPr>
              <a:t>Academic projects </a:t>
            </a:r>
            <a:endParaRPr lang="en-US" sz="2400">
              <a:ea typeface="Calibri"/>
              <a:cs typeface="Calibri"/>
            </a:endParaRPr>
          </a:p>
          <a:p>
            <a:pPr>
              <a:buFont typeface="Arial"/>
              <a:buChar char="•"/>
            </a:pPr>
            <a:r>
              <a:rPr lang="en-US" sz="2400">
                <a:ea typeface="+mn-lt"/>
                <a:cs typeface="+mn-lt"/>
              </a:rPr>
              <a:t>Business files</a:t>
            </a:r>
            <a:endParaRPr lang="en-US" sz="2400"/>
          </a:p>
          <a:p>
            <a:pPr marL="0" indent="0">
              <a:buNone/>
            </a:pPr>
            <a:endParaRPr lang="en-US" sz="2200">
              <a:ea typeface="Calibri" panose="020F0502020204030204"/>
              <a:cs typeface="Calibri" panose="020F0502020204030204"/>
            </a:endParaRPr>
          </a:p>
        </p:txBody>
      </p:sp>
    </p:spTree>
    <p:extLst>
      <p:ext uri="{BB962C8B-B14F-4D97-AF65-F5344CB8AC3E}">
        <p14:creationId xmlns:p14="http://schemas.microsoft.com/office/powerpoint/2010/main" val="2972122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5D70FC-C7C1-4202-6939-39F6365F86E0}"/>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Benefits to Individuals</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BEFFF56-9249-FB9C-7840-F5EEEBA0A499}"/>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b="1">
                <a:ea typeface="+mn-lt"/>
                <a:cs typeface="+mn-lt"/>
              </a:rPr>
              <a:t>5. Protecting Personal Privacy</a:t>
            </a:r>
          </a:p>
          <a:p>
            <a:pPr>
              <a:buNone/>
            </a:pPr>
            <a:r>
              <a:rPr lang="en-US" sz="2400">
                <a:ea typeface="+mn-lt"/>
                <a:cs typeface="+mn-lt"/>
              </a:rPr>
              <a:t>Digital Forensics can help investigate:</a:t>
            </a:r>
            <a:endParaRPr lang="en-US" sz="2400">
              <a:ea typeface="Calibri"/>
              <a:cs typeface="Calibri"/>
            </a:endParaRPr>
          </a:p>
          <a:p>
            <a:pPr>
              <a:buFont typeface="Arial"/>
              <a:buChar char="•"/>
            </a:pPr>
            <a:r>
              <a:rPr lang="en-US" sz="2400">
                <a:ea typeface="+mn-lt"/>
                <a:cs typeface="+mn-lt"/>
              </a:rPr>
              <a:t>Unauthorized access to personal devices </a:t>
            </a:r>
            <a:endParaRPr lang="en-US" sz="2400">
              <a:ea typeface="Calibri"/>
              <a:cs typeface="Calibri"/>
            </a:endParaRPr>
          </a:p>
          <a:p>
            <a:pPr>
              <a:buFont typeface="Arial"/>
              <a:buChar char="•"/>
            </a:pPr>
            <a:r>
              <a:rPr lang="en-US" sz="2400">
                <a:ea typeface="+mn-lt"/>
                <a:cs typeface="+mn-lt"/>
              </a:rPr>
              <a:t>Data leakage </a:t>
            </a:r>
            <a:endParaRPr lang="en-US" sz="2400">
              <a:ea typeface="Calibri"/>
              <a:cs typeface="Calibri"/>
            </a:endParaRPr>
          </a:p>
          <a:p>
            <a:pPr>
              <a:buFont typeface="Arial"/>
              <a:buChar char="•"/>
            </a:pPr>
            <a:r>
              <a:rPr lang="en-US" sz="2400">
                <a:ea typeface="+mn-lt"/>
                <a:cs typeface="+mn-lt"/>
              </a:rPr>
              <a:t>Privacy violations </a:t>
            </a:r>
            <a:endParaRPr lang="en-US" sz="2400">
              <a:ea typeface="Calibri"/>
              <a:cs typeface="Calibri"/>
            </a:endParaRPr>
          </a:p>
          <a:p>
            <a:pPr>
              <a:buFont typeface="Arial"/>
              <a:buChar char="•"/>
            </a:pPr>
            <a:r>
              <a:rPr lang="en-US" sz="2400">
                <a:ea typeface="+mn-lt"/>
                <a:cs typeface="+mn-lt"/>
              </a:rPr>
              <a:t>Misuse of personal information </a:t>
            </a:r>
            <a:endParaRPr lang="en-US" sz="2400">
              <a:ea typeface="Calibri"/>
              <a:cs typeface="Calibri"/>
            </a:endParaRPr>
          </a:p>
          <a:p>
            <a:pPr indent="0">
              <a:buNone/>
            </a:pPr>
            <a:r>
              <a:rPr lang="en-US" sz="2400">
                <a:ea typeface="+mn-lt"/>
                <a:cs typeface="+mn-lt"/>
              </a:rPr>
              <a:t>Understanding what happened enables appropriate legal or organizational action.</a:t>
            </a:r>
            <a:endParaRPr lang="en-US" sz="2400"/>
          </a:p>
          <a:p>
            <a:pPr marL="0" indent="0">
              <a:buNone/>
            </a:pPr>
            <a:endParaRPr lang="en-US" sz="2200">
              <a:ea typeface="Calibri" panose="020F0502020204030204"/>
              <a:cs typeface="Calibri" panose="020F0502020204030204"/>
            </a:endParaRPr>
          </a:p>
        </p:txBody>
      </p:sp>
    </p:spTree>
    <p:extLst>
      <p:ext uri="{BB962C8B-B14F-4D97-AF65-F5344CB8AC3E}">
        <p14:creationId xmlns:p14="http://schemas.microsoft.com/office/powerpoint/2010/main" val="513014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276712-4ADB-2E29-8184-12602232E71C}"/>
              </a:ext>
            </a:extLst>
          </p:cNvPr>
          <p:cNvSpPr>
            <a:spLocks noGrp="1"/>
          </p:cNvSpPr>
          <p:nvPr>
            <p:ph type="title"/>
          </p:nvPr>
        </p:nvSpPr>
        <p:spPr>
          <a:xfrm>
            <a:off x="838200" y="365125"/>
            <a:ext cx="10515600" cy="1325563"/>
          </a:xfrm>
        </p:spPr>
        <p:txBody>
          <a:bodyPr>
            <a:normAutofit fontScale="90000"/>
          </a:bodyPr>
          <a:lstStyle/>
          <a:p>
            <a:endParaRPr lang="en-US" sz="5400"/>
          </a:p>
          <a:p>
            <a:r>
              <a:rPr lang="en-US">
                <a:ea typeface="+mj-lt"/>
                <a:cs typeface="+mj-lt"/>
              </a:rPr>
              <a:t>Benefits</a:t>
            </a:r>
            <a:r>
              <a:rPr lang="en-US" dirty="0">
                <a:ea typeface="+mj-lt"/>
                <a:cs typeface="+mj-lt"/>
              </a:rPr>
              <a:t> to Cybersecurity Teams</a:t>
            </a:r>
            <a:endParaRPr lang="en-US"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3B82F36-F724-E3C6-398B-C59073313348}"/>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a:ea typeface="+mn-lt"/>
                <a:cs typeface="+mn-lt"/>
              </a:rPr>
              <a:t>Why Do Cybersecurity Teams Need Digital Forensics?</a:t>
            </a:r>
          </a:p>
          <a:p>
            <a:pPr marL="0" indent="0">
              <a:buNone/>
            </a:pPr>
            <a:r>
              <a:rPr lang="en-US" sz="2400">
                <a:ea typeface="+mn-lt"/>
                <a:cs typeface="+mn-lt"/>
              </a:rPr>
              <a:t>Cybersecurity aims to </a:t>
            </a:r>
            <a:r>
              <a:rPr lang="en-US" sz="2400" b="1">
                <a:ea typeface="+mn-lt"/>
                <a:cs typeface="+mn-lt"/>
              </a:rPr>
              <a:t>prevent cyberattacks</a:t>
            </a:r>
            <a:r>
              <a:rPr lang="en-US" sz="2400">
                <a:ea typeface="+mn-lt"/>
                <a:cs typeface="+mn-lt"/>
              </a:rPr>
              <a:t>, whereas Digital Forensics helps </a:t>
            </a:r>
            <a:r>
              <a:rPr lang="en-US" sz="2400" b="1">
                <a:ea typeface="+mn-lt"/>
                <a:cs typeface="+mn-lt"/>
              </a:rPr>
              <a:t>understand, investigate, and learn from attacks after they occur</a:t>
            </a:r>
            <a:r>
              <a:rPr lang="en-US" sz="2400">
                <a:ea typeface="+mn-lt"/>
                <a:cs typeface="+mn-lt"/>
              </a:rPr>
              <a:t>.</a:t>
            </a:r>
          </a:p>
          <a:p>
            <a:pPr marL="0" indent="0">
              <a:buNone/>
            </a:pPr>
            <a:endParaRPr lang="en-US" sz="2400" dirty="0">
              <a:ea typeface="Calibri"/>
              <a:cs typeface="Calibri"/>
            </a:endParaRPr>
          </a:p>
          <a:p>
            <a:pPr>
              <a:buNone/>
            </a:pPr>
            <a:r>
              <a:rPr lang="en-US" sz="2400">
                <a:ea typeface="+mn-lt"/>
                <a:cs typeface="+mn-lt"/>
              </a:rPr>
              <a:t>Both disciplines complement each other.</a:t>
            </a:r>
          </a:p>
          <a:p>
            <a:pPr>
              <a:buNone/>
            </a:pPr>
            <a:r>
              <a:rPr lang="en-US" sz="2400" b="1">
                <a:ea typeface="+mn-lt"/>
                <a:cs typeface="+mn-lt"/>
              </a:rPr>
              <a:t>Cybersecurity tries to stop attacks before they happen.</a:t>
            </a:r>
            <a:endParaRPr lang="en-US" sz="2400">
              <a:ea typeface="+mn-lt"/>
              <a:cs typeface="+mn-lt"/>
            </a:endParaRPr>
          </a:p>
          <a:p>
            <a:pPr>
              <a:buNone/>
            </a:pPr>
            <a:r>
              <a:rPr lang="en-US" sz="2400" b="1">
                <a:ea typeface="+mn-lt"/>
                <a:cs typeface="+mn-lt"/>
              </a:rPr>
              <a:t>Digital Forensics investigates attacks after they happen so organizations can learn, recover, and improve.</a:t>
            </a:r>
            <a:endParaRPr lang="en-US" sz="2400">
              <a:ea typeface="+mn-lt"/>
              <a:cs typeface="+mn-lt"/>
            </a:endParaRPr>
          </a:p>
          <a:p>
            <a:pPr marL="0" indent="0">
              <a:buNone/>
            </a:pPr>
            <a:endParaRPr lang="en-US" dirty="0">
              <a:ea typeface="Calibri"/>
              <a:cs typeface="Calibri"/>
            </a:endParaRPr>
          </a:p>
        </p:txBody>
      </p:sp>
    </p:spTree>
    <p:extLst>
      <p:ext uri="{BB962C8B-B14F-4D97-AF65-F5344CB8AC3E}">
        <p14:creationId xmlns:p14="http://schemas.microsoft.com/office/powerpoint/2010/main" val="723439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379FC9-6E37-F19C-F15C-19E97A1CFBA2}"/>
              </a:ext>
            </a:extLst>
          </p:cNvPr>
          <p:cNvSpPr>
            <a:spLocks noGrp="1"/>
          </p:cNvSpPr>
          <p:nvPr>
            <p:ph type="title"/>
          </p:nvPr>
        </p:nvSpPr>
        <p:spPr>
          <a:xfrm>
            <a:off x="838200" y="365125"/>
            <a:ext cx="10515600" cy="1325563"/>
          </a:xfrm>
        </p:spPr>
        <p:txBody>
          <a:bodyPr>
            <a:normAutofit/>
          </a:bodyPr>
          <a:lstStyle/>
          <a:p>
            <a:r>
              <a:rPr lang="en-US" sz="5400">
                <a:ea typeface="+mj-lt"/>
                <a:cs typeface="+mj-lt"/>
              </a:rPr>
              <a:t>Major Benefits</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21A18B7-424E-3D54-4FC5-FA8D9C9B2600}"/>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b="1">
                <a:ea typeface="+mn-lt"/>
                <a:cs typeface="+mn-lt"/>
              </a:rPr>
              <a:t>1. Identifying the Root Cause of Security Incidents</a:t>
            </a:r>
          </a:p>
          <a:p>
            <a:pPr>
              <a:buNone/>
            </a:pPr>
            <a:r>
              <a:rPr lang="en-US" sz="2400">
                <a:ea typeface="+mn-lt"/>
                <a:cs typeface="+mn-lt"/>
              </a:rPr>
              <a:t>After a cyberattack, security teams must determine:</a:t>
            </a:r>
            <a:endParaRPr lang="en-US" sz="2400">
              <a:ea typeface="Calibri"/>
              <a:cs typeface="Calibri"/>
            </a:endParaRPr>
          </a:p>
          <a:p>
            <a:pPr>
              <a:buFont typeface="Arial"/>
              <a:buChar char="•"/>
            </a:pPr>
            <a:r>
              <a:rPr lang="en-US" sz="2400">
                <a:ea typeface="+mn-lt"/>
                <a:cs typeface="+mn-lt"/>
              </a:rPr>
              <a:t>How did the attacker gain access? </a:t>
            </a:r>
            <a:endParaRPr lang="en-US" sz="2400">
              <a:ea typeface="Calibri"/>
              <a:cs typeface="Calibri"/>
            </a:endParaRPr>
          </a:p>
          <a:p>
            <a:pPr>
              <a:buFont typeface="Arial"/>
              <a:buChar char="•"/>
            </a:pPr>
            <a:r>
              <a:rPr lang="en-US" sz="2400">
                <a:ea typeface="+mn-lt"/>
                <a:cs typeface="+mn-lt"/>
              </a:rPr>
              <a:t>Which vulnerability was exploited? </a:t>
            </a:r>
            <a:endParaRPr lang="en-US" sz="2400">
              <a:ea typeface="Calibri"/>
              <a:cs typeface="Calibri"/>
            </a:endParaRPr>
          </a:p>
          <a:p>
            <a:pPr>
              <a:buFont typeface="Arial"/>
              <a:buChar char="•"/>
            </a:pPr>
            <a:r>
              <a:rPr lang="en-US" sz="2400">
                <a:ea typeface="+mn-lt"/>
                <a:cs typeface="+mn-lt"/>
              </a:rPr>
              <a:t>Which systems were affected? </a:t>
            </a:r>
            <a:endParaRPr lang="en-US" sz="3200">
              <a:ea typeface="Calibri"/>
              <a:cs typeface="Calibri"/>
            </a:endParaRPr>
          </a:p>
          <a:p>
            <a:pPr>
              <a:buFont typeface="Arial"/>
              <a:buChar char="•"/>
            </a:pPr>
            <a:r>
              <a:rPr lang="en-US" sz="2400">
                <a:ea typeface="+mn-lt"/>
                <a:cs typeface="+mn-lt"/>
              </a:rPr>
              <a:t>What actions were performed? </a:t>
            </a:r>
            <a:endParaRPr lang="en-US" sz="2400">
              <a:ea typeface="Calibri"/>
              <a:cs typeface="Calibri"/>
            </a:endParaRPr>
          </a:p>
          <a:p>
            <a:pPr indent="0">
              <a:buNone/>
            </a:pPr>
            <a:r>
              <a:rPr lang="en-US" sz="2400">
                <a:ea typeface="+mn-lt"/>
                <a:cs typeface="+mn-lt"/>
              </a:rPr>
              <a:t>Without understanding the root cause, similar attacks may occur again.</a:t>
            </a:r>
            <a:endParaRPr lang="en-US" sz="2400"/>
          </a:p>
          <a:p>
            <a:pPr marL="0" indent="0">
              <a:buNone/>
            </a:pPr>
            <a:endParaRPr lang="en-US" sz="2200">
              <a:ea typeface="Calibri"/>
              <a:cs typeface="Calibri"/>
            </a:endParaRPr>
          </a:p>
        </p:txBody>
      </p:sp>
    </p:spTree>
    <p:extLst>
      <p:ext uri="{BB962C8B-B14F-4D97-AF65-F5344CB8AC3E}">
        <p14:creationId xmlns:p14="http://schemas.microsoft.com/office/powerpoint/2010/main" val="3839550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11142A-DF49-9C19-ABB8-71B7F34D17A8}"/>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Major Benefits</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79E0F38-8DDC-8B25-1655-4FE4BA7944E6}"/>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b="1">
                <a:ea typeface="+mn-lt"/>
                <a:cs typeface="+mn-lt"/>
              </a:rPr>
              <a:t>2. Understanding the Attack Timeline</a:t>
            </a:r>
            <a:endParaRPr lang="en-US" sz="2400" b="1">
              <a:ea typeface="Calibri"/>
              <a:cs typeface="Calibri"/>
            </a:endParaRPr>
          </a:p>
          <a:p>
            <a:pPr>
              <a:buNone/>
            </a:pPr>
            <a:r>
              <a:rPr lang="en-US" sz="2400">
                <a:ea typeface="+mn-lt"/>
                <a:cs typeface="+mn-lt"/>
              </a:rPr>
              <a:t>Digital Forensics helps reconstruct the complete sequence of events.</a:t>
            </a:r>
            <a:endParaRPr lang="en-US" sz="2400">
              <a:ea typeface="Calibri"/>
              <a:cs typeface="Calibri"/>
            </a:endParaRPr>
          </a:p>
          <a:p>
            <a:pPr>
              <a:buNone/>
            </a:pPr>
            <a:r>
              <a:rPr lang="en-US" sz="2400">
                <a:ea typeface="+mn-lt"/>
                <a:cs typeface="+mn-lt"/>
              </a:rPr>
              <a:t>Typical questions include:</a:t>
            </a:r>
            <a:endParaRPr lang="en-US" sz="2400">
              <a:ea typeface="Calibri"/>
              <a:cs typeface="Calibri"/>
            </a:endParaRPr>
          </a:p>
          <a:p>
            <a:pPr>
              <a:buFont typeface="Arial"/>
              <a:buChar char="•"/>
            </a:pPr>
            <a:r>
              <a:rPr lang="en-US" sz="2400">
                <a:ea typeface="+mn-lt"/>
                <a:cs typeface="+mn-lt"/>
              </a:rPr>
              <a:t>When did the attacker </a:t>
            </a:r>
            <a:r>
              <a:rPr lang="en-US">
                <a:ea typeface="+mn-lt"/>
                <a:cs typeface="+mn-lt"/>
              </a:rPr>
              <a:t>first</a:t>
            </a:r>
            <a:r>
              <a:rPr lang="en-US" sz="2400">
                <a:ea typeface="+mn-lt"/>
                <a:cs typeface="+mn-lt"/>
              </a:rPr>
              <a:t> enter the network? </a:t>
            </a:r>
            <a:endParaRPr lang="en-US" sz="2400">
              <a:ea typeface="Calibri"/>
              <a:cs typeface="Calibri"/>
            </a:endParaRPr>
          </a:p>
          <a:p>
            <a:pPr>
              <a:buFont typeface="Arial"/>
              <a:buChar char="•"/>
            </a:pPr>
            <a:r>
              <a:rPr lang="en-US" sz="2400">
                <a:ea typeface="+mn-lt"/>
                <a:cs typeface="+mn-lt"/>
              </a:rPr>
              <a:t>How long did they remain undetected? </a:t>
            </a:r>
            <a:endParaRPr lang="en-US" sz="2400">
              <a:ea typeface="Calibri"/>
              <a:cs typeface="Calibri"/>
            </a:endParaRPr>
          </a:p>
          <a:p>
            <a:pPr>
              <a:buFont typeface="Arial"/>
              <a:buChar char="•"/>
            </a:pPr>
            <a:r>
              <a:rPr lang="en-US" sz="2400">
                <a:ea typeface="+mn-lt"/>
                <a:cs typeface="+mn-lt"/>
              </a:rPr>
              <a:t>Which systems were accessed? </a:t>
            </a:r>
            <a:endParaRPr lang="en-US" sz="2400">
              <a:ea typeface="Calibri"/>
              <a:cs typeface="Calibri"/>
            </a:endParaRPr>
          </a:p>
          <a:p>
            <a:pPr>
              <a:buFont typeface="Arial"/>
              <a:buChar char="•"/>
            </a:pPr>
            <a:r>
              <a:rPr lang="en-US" sz="2400">
                <a:ea typeface="+mn-lt"/>
                <a:cs typeface="+mn-lt"/>
              </a:rPr>
              <a:t>What actions were performed before detection? </a:t>
            </a:r>
            <a:endParaRPr lang="en-US" sz="2400">
              <a:ea typeface="Calibri"/>
              <a:cs typeface="Calibri"/>
            </a:endParaRPr>
          </a:p>
          <a:p>
            <a:pPr indent="0">
              <a:buNone/>
            </a:pPr>
            <a:r>
              <a:rPr lang="en-US" sz="2400">
                <a:ea typeface="+mn-lt"/>
                <a:cs typeface="+mn-lt"/>
              </a:rPr>
              <a:t>Understanding the timeline helps organizations improve their monitoring and response capabilities.</a:t>
            </a:r>
            <a:endParaRPr lang="en-US" sz="2400"/>
          </a:p>
          <a:p>
            <a:pPr marL="0" indent="0">
              <a:buNone/>
            </a:pPr>
            <a:endParaRPr lang="en-US" sz="2200">
              <a:ea typeface="Calibri"/>
              <a:cs typeface="Calibri"/>
            </a:endParaRPr>
          </a:p>
        </p:txBody>
      </p:sp>
    </p:spTree>
    <p:extLst>
      <p:ext uri="{BB962C8B-B14F-4D97-AF65-F5344CB8AC3E}">
        <p14:creationId xmlns:p14="http://schemas.microsoft.com/office/powerpoint/2010/main" val="1297824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04FEBD-843F-2BFA-13EC-1EFBC9E07320}"/>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Major Benefits</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1BFE9FF-A0BA-5F85-73B1-A0B35AD45D5C}"/>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b="1">
                <a:ea typeface="+mn-lt"/>
                <a:cs typeface="+mn-lt"/>
              </a:rPr>
              <a:t>3. Improving Future Security</a:t>
            </a:r>
          </a:p>
          <a:p>
            <a:pPr>
              <a:buNone/>
            </a:pPr>
            <a:r>
              <a:rPr lang="en-US" sz="2400">
                <a:ea typeface="+mn-lt"/>
                <a:cs typeface="+mn-lt"/>
              </a:rPr>
              <a:t>Every cyber incident provides valuable lessons.</a:t>
            </a:r>
            <a:endParaRPr lang="en-US" sz="2400">
              <a:ea typeface="Calibri"/>
              <a:cs typeface="Calibri"/>
            </a:endParaRPr>
          </a:p>
          <a:p>
            <a:pPr>
              <a:buNone/>
            </a:pPr>
            <a:r>
              <a:rPr lang="en-US" sz="2400">
                <a:ea typeface="+mn-lt"/>
                <a:cs typeface="+mn-lt"/>
              </a:rPr>
              <a:t>Digital Forensics enables organizations to:</a:t>
            </a:r>
            <a:endParaRPr lang="en-US" sz="2400">
              <a:ea typeface="Calibri"/>
              <a:cs typeface="Calibri"/>
            </a:endParaRPr>
          </a:p>
          <a:p>
            <a:pPr>
              <a:buFont typeface="Arial"/>
              <a:buChar char="•"/>
            </a:pPr>
            <a:r>
              <a:rPr lang="en-US" sz="2400">
                <a:ea typeface="+mn-lt"/>
                <a:cs typeface="+mn-lt"/>
              </a:rPr>
              <a:t>Improve security policies </a:t>
            </a:r>
            <a:endParaRPr lang="en-US" sz="2400">
              <a:ea typeface="Calibri"/>
              <a:cs typeface="Calibri"/>
            </a:endParaRPr>
          </a:p>
          <a:p>
            <a:pPr>
              <a:buFont typeface="Arial"/>
              <a:buChar char="•"/>
            </a:pPr>
            <a:r>
              <a:rPr lang="en-US" sz="2400">
                <a:ea typeface="+mn-lt"/>
                <a:cs typeface="+mn-lt"/>
              </a:rPr>
              <a:t>Strengthen access controls </a:t>
            </a:r>
            <a:endParaRPr lang="en-US" sz="2400">
              <a:ea typeface="Calibri"/>
              <a:cs typeface="Calibri"/>
            </a:endParaRPr>
          </a:p>
          <a:p>
            <a:pPr>
              <a:buFont typeface="Arial"/>
              <a:buChar char="•"/>
            </a:pPr>
            <a:r>
              <a:rPr lang="en-US" sz="2400">
                <a:ea typeface="+mn-lt"/>
                <a:cs typeface="+mn-lt"/>
              </a:rPr>
              <a:t>Enhance employee awareness </a:t>
            </a:r>
            <a:endParaRPr lang="en-US" sz="2400">
              <a:ea typeface="Calibri"/>
              <a:cs typeface="Calibri"/>
            </a:endParaRPr>
          </a:p>
          <a:p>
            <a:pPr>
              <a:buFont typeface="Arial"/>
              <a:buChar char="•"/>
            </a:pPr>
            <a:r>
              <a:rPr lang="en-US" sz="2400">
                <a:ea typeface="+mn-lt"/>
                <a:cs typeface="+mn-lt"/>
              </a:rPr>
              <a:t>Update incident response procedures </a:t>
            </a:r>
            <a:endParaRPr lang="en-US" sz="2400">
              <a:ea typeface="Calibri"/>
              <a:cs typeface="Calibri"/>
            </a:endParaRPr>
          </a:p>
          <a:p>
            <a:pPr>
              <a:buFont typeface="Arial"/>
              <a:buChar char="•"/>
            </a:pPr>
            <a:r>
              <a:rPr lang="en-US" sz="2400">
                <a:ea typeface="+mn-lt"/>
                <a:cs typeface="+mn-lt"/>
              </a:rPr>
              <a:t>Improve system monitoring </a:t>
            </a:r>
            <a:endParaRPr lang="en-US" sz="2400">
              <a:ea typeface="Calibri"/>
              <a:cs typeface="Calibri"/>
            </a:endParaRPr>
          </a:p>
          <a:p>
            <a:pPr indent="0">
              <a:buNone/>
            </a:pPr>
            <a:r>
              <a:rPr lang="en-US" sz="2400">
                <a:ea typeface="+mn-lt"/>
                <a:cs typeface="+mn-lt"/>
              </a:rPr>
              <a:t>This transforms each incident into an opportunity for strengthening cybersecurity.</a:t>
            </a:r>
            <a:endParaRPr lang="en-US" sz="2400"/>
          </a:p>
          <a:p>
            <a:pPr marL="0" indent="0">
              <a:buNone/>
            </a:pPr>
            <a:endParaRPr lang="en-US" sz="2200" dirty="0">
              <a:ea typeface="Calibri"/>
              <a:cs typeface="Calibri"/>
            </a:endParaRPr>
          </a:p>
        </p:txBody>
      </p:sp>
    </p:spTree>
    <p:extLst>
      <p:ext uri="{BB962C8B-B14F-4D97-AF65-F5344CB8AC3E}">
        <p14:creationId xmlns:p14="http://schemas.microsoft.com/office/powerpoint/2010/main" val="3915400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CB7E20-2372-5A02-43EE-0E93870CA737}"/>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Major Benefits</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50E6F92-1DC7-AABB-673C-CDC063253886}"/>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200" b="1">
                <a:ea typeface="+mn-lt"/>
                <a:cs typeface="+mn-lt"/>
              </a:rPr>
              <a:t>4. Supporting Threat Intelligence</a:t>
            </a:r>
          </a:p>
          <a:p>
            <a:pPr>
              <a:buNone/>
            </a:pPr>
            <a:r>
              <a:rPr lang="en-US" sz="2200">
                <a:ea typeface="+mn-lt"/>
                <a:cs typeface="+mn-lt"/>
              </a:rPr>
              <a:t>Digital Forensics contributes to understanding:</a:t>
            </a:r>
            <a:endParaRPr lang="en-US" sz="2200"/>
          </a:p>
          <a:p>
            <a:pPr>
              <a:buFont typeface="Arial"/>
              <a:buChar char="•"/>
            </a:pPr>
            <a:r>
              <a:rPr lang="en-US" sz="2200">
                <a:ea typeface="+mn-lt"/>
                <a:cs typeface="+mn-lt"/>
              </a:rPr>
              <a:t>Attack patterns </a:t>
            </a:r>
            <a:endParaRPr lang="en-US" sz="2200"/>
          </a:p>
          <a:p>
            <a:pPr>
              <a:buFont typeface="Arial"/>
              <a:buChar char="•"/>
            </a:pPr>
            <a:r>
              <a:rPr lang="en-US" sz="2200">
                <a:ea typeface="+mn-lt"/>
                <a:cs typeface="+mn-lt"/>
              </a:rPr>
              <a:t>Attacker behavior </a:t>
            </a:r>
            <a:endParaRPr lang="en-US" sz="2200"/>
          </a:p>
          <a:p>
            <a:pPr>
              <a:buFont typeface="Arial"/>
              <a:buChar char="•"/>
            </a:pPr>
            <a:r>
              <a:rPr lang="en-US" sz="2200">
                <a:ea typeface="+mn-lt"/>
                <a:cs typeface="+mn-lt"/>
              </a:rPr>
              <a:t>Common techniques </a:t>
            </a:r>
            <a:endParaRPr lang="en-US" sz="2200"/>
          </a:p>
          <a:p>
            <a:pPr>
              <a:buFont typeface="Arial"/>
              <a:buChar char="•"/>
            </a:pPr>
            <a:r>
              <a:rPr lang="en-US" sz="2200">
                <a:ea typeface="+mn-lt"/>
                <a:cs typeface="+mn-lt"/>
              </a:rPr>
              <a:t>Emerging threats </a:t>
            </a:r>
            <a:endParaRPr lang="en-US" sz="2200"/>
          </a:p>
          <a:p>
            <a:pPr indent="0">
              <a:buNone/>
            </a:pPr>
            <a:r>
              <a:rPr lang="en-US" sz="2200">
                <a:ea typeface="+mn-lt"/>
                <a:cs typeface="+mn-lt"/>
              </a:rPr>
              <a:t>These insights help organizations better prepare for future attacks.</a:t>
            </a:r>
            <a:endParaRPr lang="en-US" sz="2200"/>
          </a:p>
          <a:p>
            <a:pPr marL="0" indent="0">
              <a:buNone/>
            </a:pPr>
            <a:endParaRPr lang="en-US" sz="2200">
              <a:ea typeface="+mn-lt"/>
              <a:cs typeface="+mn-lt"/>
            </a:endParaRPr>
          </a:p>
        </p:txBody>
      </p:sp>
    </p:spTree>
    <p:extLst>
      <p:ext uri="{BB962C8B-B14F-4D97-AF65-F5344CB8AC3E}">
        <p14:creationId xmlns:p14="http://schemas.microsoft.com/office/powerpoint/2010/main" val="4159346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B6699D-BFB9-7C23-EF98-9B50D6BBB012}"/>
              </a:ext>
            </a:extLst>
          </p:cNvPr>
          <p:cNvSpPr>
            <a:spLocks noGrp="1"/>
          </p:cNvSpPr>
          <p:nvPr>
            <p:ph type="title"/>
          </p:nvPr>
        </p:nvSpPr>
        <p:spPr>
          <a:xfrm>
            <a:off x="838200" y="365125"/>
            <a:ext cx="10515600" cy="1325563"/>
          </a:xfrm>
        </p:spPr>
        <p:txBody>
          <a:bodyPr>
            <a:normAutofit fontScale="90000"/>
          </a:bodyPr>
          <a:lstStyle/>
          <a:p>
            <a:r>
              <a:rPr lang="en-US" sz="5400">
                <a:ea typeface="+mj-lt"/>
                <a:cs typeface="+mj-lt"/>
              </a:rPr>
              <a:t>Benefits to Society and National Security</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EE41BE3-8AEB-6920-C5D5-1C44D55B5E29}"/>
              </a:ext>
            </a:extLst>
          </p:cNvPr>
          <p:cNvSpPr>
            <a:spLocks noGrp="1"/>
          </p:cNvSpPr>
          <p:nvPr>
            <p:ph idx="1"/>
          </p:nvPr>
        </p:nvSpPr>
        <p:spPr>
          <a:xfrm>
            <a:off x="838200" y="1929384"/>
            <a:ext cx="10515600" cy="4251960"/>
          </a:xfrm>
        </p:spPr>
        <p:txBody>
          <a:bodyPr vert="horz" lIns="91440" tIns="45720" rIns="91440" bIns="45720" rtlCol="0" anchor="t">
            <a:normAutofit fontScale="92500" lnSpcReduction="20000"/>
          </a:bodyPr>
          <a:lstStyle/>
          <a:p>
            <a:pPr marL="0" indent="0">
              <a:buNone/>
            </a:pPr>
            <a:r>
              <a:rPr lang="en-US" sz="3000">
                <a:ea typeface="+mn-lt"/>
                <a:cs typeface="+mn-lt"/>
              </a:rPr>
              <a:t>1. Protecting Critical Infrastructure</a:t>
            </a:r>
          </a:p>
          <a:p>
            <a:pPr>
              <a:buNone/>
            </a:pPr>
            <a:r>
              <a:rPr lang="en-US" sz="2400">
                <a:ea typeface="+mn-lt"/>
                <a:cs typeface="+mn-lt"/>
              </a:rPr>
              <a:t>Critical infrastructure includes services that society depends on every day.</a:t>
            </a:r>
            <a:endParaRPr lang="en-US"/>
          </a:p>
          <a:p>
            <a:pPr>
              <a:buNone/>
            </a:pPr>
            <a:r>
              <a:rPr lang="en-US" sz="2400">
                <a:ea typeface="+mn-lt"/>
                <a:cs typeface="+mn-lt"/>
              </a:rPr>
              <a:t>Examples:</a:t>
            </a:r>
            <a:endParaRPr lang="en-US"/>
          </a:p>
          <a:p>
            <a:pPr>
              <a:buFont typeface="Arial"/>
              <a:buChar char="•"/>
            </a:pPr>
            <a:r>
              <a:rPr lang="en-US" sz="2400">
                <a:ea typeface="+mn-lt"/>
                <a:cs typeface="+mn-lt"/>
              </a:rPr>
              <a:t>Electricity and power grids </a:t>
            </a:r>
            <a:endParaRPr lang="en-US"/>
          </a:p>
          <a:p>
            <a:pPr>
              <a:buFont typeface="Arial"/>
              <a:buChar char="•"/>
            </a:pPr>
            <a:r>
              <a:rPr lang="en-US" sz="2400">
                <a:ea typeface="+mn-lt"/>
                <a:cs typeface="+mn-lt"/>
              </a:rPr>
              <a:t>Railways and metro systems </a:t>
            </a:r>
            <a:endParaRPr lang="en-US"/>
          </a:p>
          <a:p>
            <a:pPr>
              <a:buFont typeface="Arial"/>
              <a:buChar char="•"/>
            </a:pPr>
            <a:r>
              <a:rPr lang="en-US" sz="2400">
                <a:ea typeface="+mn-lt"/>
                <a:cs typeface="+mn-lt"/>
              </a:rPr>
              <a:t>Hospitals and healthcare </a:t>
            </a:r>
            <a:endParaRPr lang="en-US"/>
          </a:p>
          <a:p>
            <a:pPr>
              <a:buFont typeface="Arial"/>
              <a:buChar char="•"/>
            </a:pPr>
            <a:r>
              <a:rPr lang="en-US" sz="2400">
                <a:ea typeface="+mn-lt"/>
                <a:cs typeface="+mn-lt"/>
              </a:rPr>
              <a:t>Communication networks </a:t>
            </a:r>
            <a:endParaRPr lang="en-US"/>
          </a:p>
          <a:p>
            <a:pPr>
              <a:buFont typeface="Arial"/>
              <a:buChar char="•"/>
            </a:pPr>
            <a:r>
              <a:rPr lang="en-US" sz="2400">
                <a:ea typeface="+mn-lt"/>
                <a:cs typeface="+mn-lt"/>
              </a:rPr>
              <a:t>Water supply systems </a:t>
            </a:r>
            <a:endParaRPr lang="en-US"/>
          </a:p>
          <a:p>
            <a:pPr>
              <a:buFont typeface="Arial"/>
              <a:buChar char="•"/>
            </a:pPr>
            <a:r>
              <a:rPr lang="en-US" sz="2400">
                <a:ea typeface="+mn-lt"/>
                <a:cs typeface="+mn-lt"/>
              </a:rPr>
              <a:t>Digital payment systems </a:t>
            </a:r>
            <a:endParaRPr lang="en-US"/>
          </a:p>
          <a:p>
            <a:pPr indent="0">
              <a:buNone/>
            </a:pPr>
            <a:r>
              <a:rPr lang="en-US" sz="2400">
                <a:ea typeface="+mn-lt"/>
                <a:cs typeface="+mn-lt"/>
              </a:rPr>
              <a:t>Digital Forensics helps investigate cyber incidents affecting these essential services, enabling organizations and authorities to understand what happened and strengthen future protection.</a:t>
            </a:r>
            <a:endParaRPr lang="en-US"/>
          </a:p>
          <a:p>
            <a:pPr marL="0" indent="0">
              <a:buNone/>
            </a:pPr>
            <a:endParaRPr lang="en-US" sz="2400" dirty="0">
              <a:ea typeface="+mn-lt"/>
              <a:cs typeface="+mn-lt"/>
            </a:endParaRPr>
          </a:p>
        </p:txBody>
      </p:sp>
    </p:spTree>
    <p:extLst>
      <p:ext uri="{BB962C8B-B14F-4D97-AF65-F5344CB8AC3E}">
        <p14:creationId xmlns:p14="http://schemas.microsoft.com/office/powerpoint/2010/main" val="2077967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F678AA-5DD7-F256-EB3F-896341D91434}"/>
              </a:ext>
            </a:extLst>
          </p:cNvPr>
          <p:cNvSpPr>
            <a:spLocks noGrp="1"/>
          </p:cNvSpPr>
          <p:nvPr>
            <p:ph type="title"/>
          </p:nvPr>
        </p:nvSpPr>
        <p:spPr>
          <a:xfrm>
            <a:off x="838200" y="365125"/>
            <a:ext cx="10515600" cy="1325563"/>
          </a:xfrm>
        </p:spPr>
        <p:txBody>
          <a:bodyPr>
            <a:normAutofit/>
          </a:bodyPr>
          <a:lstStyle/>
          <a:p>
            <a:r>
              <a:rPr lang="en-US" sz="5400">
                <a:latin typeface="Calibri Light"/>
                <a:ea typeface="Calibri Light"/>
                <a:cs typeface="Calibri Light"/>
              </a:rPr>
              <a:t>2. Enhancing Public Safety</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F865CC4-C6E8-5E42-78B0-E8CDFBEE6607}"/>
              </a:ext>
            </a:extLst>
          </p:cNvPr>
          <p:cNvSpPr>
            <a:spLocks noGrp="1"/>
          </p:cNvSpPr>
          <p:nvPr>
            <p:ph idx="1"/>
          </p:nvPr>
        </p:nvSpPr>
        <p:spPr>
          <a:xfrm>
            <a:off x="838200" y="1929384"/>
            <a:ext cx="10515600" cy="4251960"/>
          </a:xfrm>
        </p:spPr>
        <p:txBody>
          <a:bodyPr vert="horz" lIns="91440" tIns="45720" rIns="91440" bIns="45720" rtlCol="0">
            <a:normAutofit/>
          </a:bodyPr>
          <a:lstStyle/>
          <a:p>
            <a:pPr>
              <a:buNone/>
            </a:pPr>
            <a:r>
              <a:rPr lang="en-US" sz="2200">
                <a:ea typeface="+mn-lt"/>
                <a:cs typeface="+mn-lt"/>
              </a:rPr>
              <a:t>Digital Forensics supports investigations related to:</a:t>
            </a:r>
            <a:endParaRPr lang="en-US" sz="2200"/>
          </a:p>
          <a:p>
            <a:pPr>
              <a:buFont typeface="Arial"/>
              <a:buChar char="•"/>
            </a:pPr>
            <a:r>
              <a:rPr lang="en-US" sz="2200">
                <a:ea typeface="+mn-lt"/>
                <a:cs typeface="+mn-lt"/>
              </a:rPr>
              <a:t>Missing persons </a:t>
            </a:r>
            <a:endParaRPr lang="en-US" sz="2200"/>
          </a:p>
          <a:p>
            <a:pPr>
              <a:buFont typeface="Arial"/>
              <a:buChar char="•"/>
            </a:pPr>
            <a:r>
              <a:rPr lang="en-US" sz="2200">
                <a:ea typeface="+mn-lt"/>
                <a:cs typeface="+mn-lt"/>
              </a:rPr>
              <a:t>Financial fraud </a:t>
            </a:r>
            <a:endParaRPr lang="en-US" sz="2200"/>
          </a:p>
          <a:p>
            <a:pPr>
              <a:buFont typeface="Arial"/>
              <a:buChar char="•"/>
            </a:pPr>
            <a:r>
              <a:rPr lang="en-US" sz="2200">
                <a:ea typeface="+mn-lt"/>
                <a:cs typeface="+mn-lt"/>
              </a:rPr>
              <a:t>Cybercrime </a:t>
            </a:r>
            <a:endParaRPr lang="en-US" sz="2200"/>
          </a:p>
          <a:p>
            <a:pPr>
              <a:buFont typeface="Arial"/>
              <a:buChar char="•"/>
            </a:pPr>
            <a:r>
              <a:rPr lang="en-US" sz="2200">
                <a:ea typeface="+mn-lt"/>
                <a:cs typeface="+mn-lt"/>
              </a:rPr>
              <a:t>Child exploitation </a:t>
            </a:r>
            <a:endParaRPr lang="en-US" sz="2200"/>
          </a:p>
          <a:p>
            <a:pPr>
              <a:buFont typeface="Arial"/>
              <a:buChar char="•"/>
            </a:pPr>
            <a:r>
              <a:rPr lang="en-US" sz="2200">
                <a:ea typeface="+mn-lt"/>
                <a:cs typeface="+mn-lt"/>
              </a:rPr>
              <a:t>Terror-related investigations </a:t>
            </a:r>
            <a:endParaRPr lang="en-US" sz="2200"/>
          </a:p>
          <a:p>
            <a:pPr indent="0">
              <a:buNone/>
            </a:pPr>
            <a:r>
              <a:rPr lang="en-US" sz="2200">
                <a:ea typeface="+mn-lt"/>
                <a:cs typeface="+mn-lt"/>
              </a:rPr>
              <a:t>By helping investigators reconstruct events and identify suspects, Digital Forensics contributes to public safety.</a:t>
            </a:r>
            <a:endParaRPr lang="en-US" sz="2200"/>
          </a:p>
          <a:p>
            <a:pPr marL="0" indent="0">
              <a:buNone/>
            </a:pPr>
            <a:endParaRPr lang="en-US" sz="2200">
              <a:ea typeface="Calibri" panose="020F0502020204030204"/>
              <a:cs typeface="Calibri" panose="020F0502020204030204"/>
            </a:endParaRPr>
          </a:p>
        </p:txBody>
      </p:sp>
    </p:spTree>
    <p:extLst>
      <p:ext uri="{BB962C8B-B14F-4D97-AF65-F5344CB8AC3E}">
        <p14:creationId xmlns:p14="http://schemas.microsoft.com/office/powerpoint/2010/main" val="14966749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91545A-B7DD-F89F-717A-C6AC28E6A2C8}"/>
              </a:ext>
            </a:extLst>
          </p:cNvPr>
          <p:cNvSpPr>
            <a:spLocks noGrp="1"/>
          </p:cNvSpPr>
          <p:nvPr>
            <p:ph type="title"/>
          </p:nvPr>
        </p:nvSpPr>
        <p:spPr>
          <a:xfrm>
            <a:off x="838200" y="365125"/>
            <a:ext cx="10515600" cy="1325563"/>
          </a:xfrm>
        </p:spPr>
        <p:txBody>
          <a:bodyPr>
            <a:normAutofit/>
          </a:bodyPr>
          <a:lstStyle/>
          <a:p>
            <a:r>
              <a:rPr lang="en-US" sz="5400">
                <a:ea typeface="+mj-lt"/>
                <a:cs typeface="+mj-lt"/>
              </a:rPr>
              <a:t>3. Strengthening National Security</a:t>
            </a:r>
            <a:endParaRPr lang="en-US" sz="5400"/>
          </a:p>
        </p:txBody>
      </p:sp>
      <p:sp>
        <p:nvSpPr>
          <p:cNvPr id="1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898E4CD-70BA-CF7A-33B9-FF83AE26FE58}"/>
              </a:ext>
            </a:extLst>
          </p:cNvPr>
          <p:cNvSpPr>
            <a:spLocks noGrp="1"/>
          </p:cNvSpPr>
          <p:nvPr>
            <p:ph idx="1"/>
          </p:nvPr>
        </p:nvSpPr>
        <p:spPr>
          <a:xfrm>
            <a:off x="838200" y="1929384"/>
            <a:ext cx="10515600" cy="4251960"/>
          </a:xfrm>
        </p:spPr>
        <p:txBody>
          <a:bodyPr vert="horz" lIns="91440" tIns="45720" rIns="91440" bIns="45720" rtlCol="0">
            <a:normAutofit/>
          </a:bodyPr>
          <a:lstStyle/>
          <a:p>
            <a:pPr>
              <a:buNone/>
            </a:pPr>
            <a:r>
              <a:rPr lang="en-US" sz="2200">
                <a:ea typeface="+mn-lt"/>
                <a:cs typeface="+mn-lt"/>
              </a:rPr>
              <a:t>Governments must protect the nation's digital assets and critical infrastructure from cyber threats.</a:t>
            </a:r>
            <a:endParaRPr lang="en-US" sz="2200"/>
          </a:p>
          <a:p>
            <a:pPr>
              <a:buNone/>
            </a:pPr>
            <a:r>
              <a:rPr lang="en-US" sz="2200">
                <a:ea typeface="+mn-lt"/>
                <a:cs typeface="+mn-lt"/>
              </a:rPr>
              <a:t>Digital Forensics assists in:</a:t>
            </a:r>
            <a:endParaRPr lang="en-US" sz="2200"/>
          </a:p>
          <a:p>
            <a:pPr>
              <a:buFont typeface="Arial"/>
              <a:buChar char="•"/>
            </a:pPr>
            <a:r>
              <a:rPr lang="en-US" sz="2200">
                <a:ea typeface="+mn-lt"/>
                <a:cs typeface="+mn-lt"/>
              </a:rPr>
              <a:t>Investigating attacks on critical infrastructure </a:t>
            </a:r>
            <a:endParaRPr lang="en-US" sz="2200"/>
          </a:p>
          <a:p>
            <a:pPr>
              <a:buFont typeface="Arial"/>
              <a:buChar char="•"/>
            </a:pPr>
            <a:r>
              <a:rPr lang="en-US" sz="2200">
                <a:ea typeface="+mn-lt"/>
                <a:cs typeface="+mn-lt"/>
              </a:rPr>
              <a:t>Understanding cyber incidents </a:t>
            </a:r>
            <a:endParaRPr lang="en-US" sz="2200"/>
          </a:p>
          <a:p>
            <a:pPr>
              <a:buFont typeface="Arial"/>
              <a:buChar char="•"/>
            </a:pPr>
            <a:r>
              <a:rPr lang="en-US" sz="2200">
                <a:ea typeface="+mn-lt"/>
                <a:cs typeface="+mn-lt"/>
              </a:rPr>
              <a:t>Supporting national cyber defense </a:t>
            </a:r>
            <a:endParaRPr lang="en-US" sz="2200"/>
          </a:p>
          <a:p>
            <a:pPr>
              <a:buFont typeface="Arial"/>
              <a:buChar char="•"/>
            </a:pPr>
            <a:r>
              <a:rPr lang="en-US" sz="2200">
                <a:ea typeface="+mn-lt"/>
                <a:cs typeface="+mn-lt"/>
              </a:rPr>
              <a:t>Improving cyber resilience</a:t>
            </a:r>
            <a:endParaRPr lang="en-US" sz="2200"/>
          </a:p>
          <a:p>
            <a:pPr marL="0" indent="0">
              <a:buNone/>
            </a:pPr>
            <a:endParaRPr lang="en-US" sz="2200">
              <a:ea typeface="Calibri" panose="020F0502020204030204"/>
              <a:cs typeface="Calibri" panose="020F0502020204030204"/>
            </a:endParaRPr>
          </a:p>
        </p:txBody>
      </p:sp>
    </p:spTree>
    <p:extLst>
      <p:ext uri="{BB962C8B-B14F-4D97-AF65-F5344CB8AC3E}">
        <p14:creationId xmlns:p14="http://schemas.microsoft.com/office/powerpoint/2010/main" val="23456625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D92D24-A0AA-E2F1-E8ED-B9F8AA7C73AC}"/>
              </a:ext>
            </a:extLst>
          </p:cNvPr>
          <p:cNvSpPr>
            <a:spLocks noGrp="1"/>
          </p:cNvSpPr>
          <p:nvPr>
            <p:ph type="title"/>
          </p:nvPr>
        </p:nvSpPr>
        <p:spPr>
          <a:xfrm>
            <a:off x="838200" y="365125"/>
            <a:ext cx="10515600" cy="1325563"/>
          </a:xfrm>
        </p:spPr>
        <p:txBody>
          <a:bodyPr>
            <a:normAutofit/>
          </a:bodyPr>
          <a:lstStyle/>
          <a:p>
            <a:r>
              <a:rPr lang="en-US" sz="4600">
                <a:ea typeface="+mj-lt"/>
                <a:cs typeface="+mj-lt"/>
              </a:rPr>
              <a:t>4. Protecting Public Trust in Digital Services</a:t>
            </a:r>
            <a:endParaRPr lang="en-US" sz="46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6169549-E437-79C8-672C-DA6C6E11F341}"/>
              </a:ext>
            </a:extLst>
          </p:cNvPr>
          <p:cNvSpPr>
            <a:spLocks noGrp="1"/>
          </p:cNvSpPr>
          <p:nvPr>
            <p:ph idx="1"/>
          </p:nvPr>
        </p:nvSpPr>
        <p:spPr>
          <a:xfrm>
            <a:off x="838200" y="1929384"/>
            <a:ext cx="10515600" cy="4251960"/>
          </a:xfrm>
        </p:spPr>
        <p:txBody>
          <a:bodyPr vert="horz" lIns="91440" tIns="45720" rIns="91440" bIns="45720" rtlCol="0">
            <a:normAutofit/>
          </a:bodyPr>
          <a:lstStyle/>
          <a:p>
            <a:pPr>
              <a:buNone/>
            </a:pPr>
            <a:r>
              <a:rPr lang="en-US" sz="2200">
                <a:ea typeface="+mn-lt"/>
                <a:cs typeface="+mn-lt"/>
              </a:rPr>
              <a:t>Citizens use numerous digital public services every day, including:</a:t>
            </a:r>
            <a:endParaRPr lang="en-US" sz="2200"/>
          </a:p>
          <a:p>
            <a:pPr>
              <a:buFont typeface="Arial"/>
              <a:buChar char="•"/>
            </a:pPr>
            <a:r>
              <a:rPr lang="en-US" sz="2200">
                <a:ea typeface="+mn-lt"/>
                <a:cs typeface="+mn-lt"/>
              </a:rPr>
              <a:t>Online tax filing </a:t>
            </a:r>
            <a:endParaRPr lang="en-US" sz="2200"/>
          </a:p>
          <a:p>
            <a:pPr>
              <a:buFont typeface="Arial"/>
              <a:buChar char="•"/>
            </a:pPr>
            <a:r>
              <a:rPr lang="en-US" sz="2200">
                <a:ea typeface="+mn-lt"/>
                <a:cs typeface="+mn-lt"/>
              </a:rPr>
              <a:t>Digital identity services </a:t>
            </a:r>
            <a:endParaRPr lang="en-US" sz="2200"/>
          </a:p>
          <a:p>
            <a:pPr>
              <a:buFont typeface="Arial"/>
              <a:buChar char="•"/>
            </a:pPr>
            <a:r>
              <a:rPr lang="en-US" sz="2200">
                <a:ea typeface="+mn-lt"/>
                <a:cs typeface="+mn-lt"/>
              </a:rPr>
              <a:t>Online passport applications </a:t>
            </a:r>
            <a:endParaRPr lang="en-US" sz="2200"/>
          </a:p>
          <a:p>
            <a:pPr>
              <a:buFont typeface="Arial"/>
              <a:buChar char="•"/>
            </a:pPr>
            <a:r>
              <a:rPr lang="en-US" sz="2200">
                <a:ea typeface="+mn-lt"/>
                <a:cs typeface="+mn-lt"/>
              </a:rPr>
              <a:t>Digital health records </a:t>
            </a:r>
            <a:endParaRPr lang="en-US" sz="2200"/>
          </a:p>
          <a:p>
            <a:pPr>
              <a:buFont typeface="Arial"/>
              <a:buChar char="•"/>
            </a:pPr>
            <a:r>
              <a:rPr lang="en-US" sz="2200">
                <a:ea typeface="+mn-lt"/>
                <a:cs typeface="+mn-lt"/>
              </a:rPr>
              <a:t>E-governance portals </a:t>
            </a:r>
            <a:endParaRPr lang="en-US" sz="2200"/>
          </a:p>
          <a:p>
            <a:pPr indent="0">
              <a:buNone/>
            </a:pPr>
            <a:r>
              <a:rPr lang="en-US" sz="2200">
                <a:ea typeface="+mn-lt"/>
                <a:cs typeface="+mn-lt"/>
              </a:rPr>
              <a:t>When security incidents occur, Digital Forensics helps determine what happened and supports corrective actions, thereby maintaining public confidence in these services.</a:t>
            </a:r>
            <a:endParaRPr lang="en-US" sz="2200"/>
          </a:p>
          <a:p>
            <a:pPr marL="0" indent="0">
              <a:buNone/>
            </a:pPr>
            <a:endParaRPr lang="en-US" sz="2200">
              <a:ea typeface="Calibri" panose="020F0502020204030204"/>
              <a:cs typeface="Calibri" panose="020F0502020204030204"/>
            </a:endParaRPr>
          </a:p>
        </p:txBody>
      </p:sp>
    </p:spTree>
    <p:extLst>
      <p:ext uri="{BB962C8B-B14F-4D97-AF65-F5344CB8AC3E}">
        <p14:creationId xmlns:p14="http://schemas.microsoft.com/office/powerpoint/2010/main" val="32198185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CA0F8D-BEA2-4ED6-063D-48CCE5DDFB1A}"/>
              </a:ext>
            </a:extLst>
          </p:cNvPr>
          <p:cNvSpPr>
            <a:spLocks noGrp="1"/>
          </p:cNvSpPr>
          <p:nvPr>
            <p:ph type="title"/>
          </p:nvPr>
        </p:nvSpPr>
        <p:spPr>
          <a:xfrm>
            <a:off x="838200" y="365125"/>
            <a:ext cx="10515600" cy="1325563"/>
          </a:xfrm>
        </p:spPr>
        <p:txBody>
          <a:bodyPr>
            <a:normAutofit/>
          </a:bodyPr>
          <a:lstStyle/>
          <a:p>
            <a:r>
              <a:rPr lang="en-US" sz="5400">
                <a:ea typeface="+mj-lt"/>
                <a:cs typeface="+mj-lt"/>
              </a:rPr>
              <a:t>5. Supporting a Secure Digital Society</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9AFE3A5-22F8-263A-7324-EC8C28CD575F}"/>
              </a:ext>
            </a:extLst>
          </p:cNvPr>
          <p:cNvSpPr>
            <a:spLocks noGrp="1"/>
          </p:cNvSpPr>
          <p:nvPr>
            <p:ph idx="1"/>
          </p:nvPr>
        </p:nvSpPr>
        <p:spPr>
          <a:xfrm>
            <a:off x="838200" y="1929384"/>
            <a:ext cx="10515600" cy="4251960"/>
          </a:xfrm>
        </p:spPr>
        <p:txBody>
          <a:bodyPr vert="horz" lIns="91440" tIns="45720" rIns="91440" bIns="45720" rtlCol="0">
            <a:normAutofit/>
          </a:bodyPr>
          <a:lstStyle/>
          <a:p>
            <a:pPr>
              <a:buNone/>
            </a:pPr>
            <a:r>
              <a:rPr lang="en-US" sz="2200">
                <a:ea typeface="+mn-lt"/>
                <a:cs typeface="+mn-lt"/>
              </a:rPr>
              <a:t>Every completed digital forensic investigation provides lessons that help improve:</a:t>
            </a:r>
            <a:endParaRPr lang="en-US" sz="2200"/>
          </a:p>
          <a:p>
            <a:pPr>
              <a:buFont typeface="Arial"/>
              <a:buChar char="•"/>
            </a:pPr>
            <a:r>
              <a:rPr lang="en-US" sz="2200">
                <a:ea typeface="+mn-lt"/>
                <a:cs typeface="+mn-lt"/>
              </a:rPr>
              <a:t>Cybersecurity awareness </a:t>
            </a:r>
            <a:endParaRPr lang="en-US" sz="2200"/>
          </a:p>
          <a:p>
            <a:pPr>
              <a:buFont typeface="Arial"/>
              <a:buChar char="•"/>
            </a:pPr>
            <a:r>
              <a:rPr lang="en-US" sz="2200">
                <a:ea typeface="+mn-lt"/>
                <a:cs typeface="+mn-lt"/>
              </a:rPr>
              <a:t>Security policies </a:t>
            </a:r>
            <a:endParaRPr lang="en-US" sz="2200"/>
          </a:p>
          <a:p>
            <a:pPr>
              <a:buFont typeface="Arial"/>
              <a:buChar char="•"/>
            </a:pPr>
            <a:r>
              <a:rPr lang="en-US" sz="2200">
                <a:ea typeface="+mn-lt"/>
                <a:cs typeface="+mn-lt"/>
              </a:rPr>
              <a:t>Incident response </a:t>
            </a:r>
            <a:endParaRPr lang="en-US" sz="2200"/>
          </a:p>
          <a:p>
            <a:pPr>
              <a:buFont typeface="Arial"/>
              <a:buChar char="•"/>
            </a:pPr>
            <a:r>
              <a:rPr lang="en-US" sz="2200">
                <a:ea typeface="+mn-lt"/>
                <a:cs typeface="+mn-lt"/>
              </a:rPr>
              <a:t>Risk management </a:t>
            </a:r>
            <a:endParaRPr lang="en-US" sz="2200"/>
          </a:p>
          <a:p>
            <a:pPr>
              <a:buFont typeface="Arial"/>
              <a:buChar char="•"/>
            </a:pPr>
            <a:r>
              <a:rPr lang="en-US" sz="2200">
                <a:ea typeface="+mn-lt"/>
                <a:cs typeface="+mn-lt"/>
              </a:rPr>
              <a:t>Digital resilience </a:t>
            </a:r>
            <a:endParaRPr lang="en-US" sz="2200"/>
          </a:p>
          <a:p>
            <a:pPr indent="0">
              <a:buNone/>
            </a:pPr>
            <a:r>
              <a:rPr lang="en-US" sz="2200">
                <a:ea typeface="+mn-lt"/>
                <a:cs typeface="+mn-lt"/>
              </a:rPr>
              <a:t>As a result, society becomes better prepared to face future cyber threats.</a:t>
            </a:r>
            <a:endParaRPr lang="en-US" sz="2200"/>
          </a:p>
          <a:p>
            <a:pPr marL="0" indent="0">
              <a:buNone/>
            </a:pPr>
            <a:endParaRPr lang="en-US" sz="2200">
              <a:ea typeface="Calibri" panose="020F0502020204030204"/>
              <a:cs typeface="Calibri" panose="020F0502020204030204"/>
            </a:endParaRPr>
          </a:p>
        </p:txBody>
      </p:sp>
    </p:spTree>
    <p:extLst>
      <p:ext uri="{BB962C8B-B14F-4D97-AF65-F5344CB8AC3E}">
        <p14:creationId xmlns:p14="http://schemas.microsoft.com/office/powerpoint/2010/main" val="37589738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5400"/>
              <a:t>Challenges of Digital Forensics</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838200" y="1929384"/>
            <a:ext cx="10515600" cy="4251960"/>
          </a:xfrm>
        </p:spPr>
        <p:txBody>
          <a:bodyPr>
            <a:normAutofit/>
          </a:bodyPr>
          <a:lstStyle/>
          <a:p>
            <a:r>
              <a:rPr lang="en-IN" sz="2200" b="1"/>
              <a:t>Encryption and Data Security</a:t>
            </a:r>
            <a:r>
              <a:rPr lang="en-IN" sz="2200"/>
              <a:t>: The increasing use of encryption technologies presents a significant challenge to digital forensics. Encrypted data can be extremely difficult to decrypt without the proper encryption keys, hindering the investigation process. As encryption becomes more prevalent and sophisticated, forensic experts must constantly adapt to stay ahead of cybercriminals.</a:t>
            </a:r>
          </a:p>
          <a:p>
            <a:r>
              <a:rPr lang="en-IN" sz="2200" b="1"/>
              <a:t>Evolving Technologies:</a:t>
            </a:r>
            <a:r>
              <a:rPr lang="en-IN" sz="2200"/>
              <a:t> The rapid evolution of technology poses a challenge to digital forensics. New devices, applications, and communication methods emerge regularly, making it necessary for forensic professionals to update their knowledge and skills continuously. Staying abreast of the latest technological advancements and understanding their forensic implications can be a daunting task.</a:t>
            </a:r>
          </a:p>
        </p:txBody>
      </p:sp>
    </p:spTree>
    <p:extLst>
      <p:ext uri="{BB962C8B-B14F-4D97-AF65-F5344CB8AC3E}">
        <p14:creationId xmlns:p14="http://schemas.microsoft.com/office/powerpoint/2010/main" val="17216231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5400"/>
              <a:t>Challenges of Digital Forensics</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838200" y="1929384"/>
            <a:ext cx="10515600" cy="4251960"/>
          </a:xfrm>
        </p:spPr>
        <p:txBody>
          <a:bodyPr>
            <a:normAutofit/>
          </a:bodyPr>
          <a:lstStyle/>
          <a:p>
            <a:r>
              <a:rPr lang="en-IN" sz="2200" b="1"/>
              <a:t>Volume and Complexity of Data:</a:t>
            </a:r>
            <a:r>
              <a:rPr lang="en-IN" sz="2200"/>
              <a:t> The sheer volume of digital data generated every day presents a challenge for digital forensic investigators. Sorting through vast amounts of data to find relevant evidence requires advanced tools and techniques. Additionally, the complexity of modern storage systems, cloud computing, and social media platforms further complicates the data analysis process.</a:t>
            </a:r>
          </a:p>
        </p:txBody>
      </p:sp>
    </p:spTree>
    <p:extLst>
      <p:ext uri="{BB962C8B-B14F-4D97-AF65-F5344CB8AC3E}">
        <p14:creationId xmlns:p14="http://schemas.microsoft.com/office/powerpoint/2010/main" val="28225161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5400"/>
              <a:t>Future</a:t>
            </a:r>
            <a:r>
              <a:rPr lang="en-IN" sz="5400" b="1"/>
              <a:t> </a:t>
            </a:r>
            <a:r>
              <a:rPr lang="en-IN" sz="5400"/>
              <a:t>Challenges of Digital Forensics</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838200" y="1929384"/>
            <a:ext cx="10515600" cy="4251960"/>
          </a:xfrm>
        </p:spPr>
        <p:txBody>
          <a:bodyPr>
            <a:normAutofit/>
          </a:bodyPr>
          <a:lstStyle/>
          <a:p>
            <a:pPr fontAlgn="base"/>
            <a:r>
              <a:rPr lang="en-IN" sz="2200" b="1"/>
              <a:t>Internet of Things (IoT):</a:t>
            </a:r>
            <a:r>
              <a:rPr lang="en-IN" sz="2200"/>
              <a:t> As the Internet of Things expands, digital forensics faces the challenge of investigating interconnected devices. IoT devices, from smart home appliances to wearables, generate abundant investigative data. Extracting and analyzing data across diverse IoT devices, each with its unique OS and format, demands specialized skills and tools.</a:t>
            </a:r>
          </a:p>
          <a:p>
            <a:pPr fontAlgn="base"/>
            <a:r>
              <a:rPr lang="en-IN" sz="2200" b="1"/>
              <a:t>Artificial Intelligence (AI):</a:t>
            </a:r>
            <a:r>
              <a:rPr lang="en-IN" sz="2200"/>
              <a:t> The proliferation of AI technologies introduces new challenges to digital forensics. AI-powered systems process vast data, complicating the task of discerning genuine from manipulated information. Detecting AI-generated deepfakes, tracing AI-driven cyberattacks, and addressing AI’s ethical impact on digital evidence are future challenges for forensic experts.</a:t>
            </a:r>
          </a:p>
        </p:txBody>
      </p:sp>
    </p:spTree>
    <p:extLst>
      <p:ext uri="{BB962C8B-B14F-4D97-AF65-F5344CB8AC3E}">
        <p14:creationId xmlns:p14="http://schemas.microsoft.com/office/powerpoint/2010/main" val="36915341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5400"/>
              <a:t>Future</a:t>
            </a:r>
            <a:r>
              <a:rPr lang="en-IN" sz="5400" b="1"/>
              <a:t> </a:t>
            </a:r>
            <a:r>
              <a:rPr lang="en-IN" sz="5400"/>
              <a:t>Challenges of Digital Forensics</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p:cNvSpPr>
            <a:spLocks noGrp="1"/>
          </p:cNvSpPr>
          <p:nvPr>
            <p:ph idx="1"/>
          </p:nvPr>
        </p:nvSpPr>
        <p:spPr>
          <a:xfrm>
            <a:off x="838200" y="1929384"/>
            <a:ext cx="10515600" cy="4251960"/>
          </a:xfrm>
        </p:spPr>
        <p:txBody>
          <a:bodyPr>
            <a:normAutofit/>
          </a:bodyPr>
          <a:lstStyle/>
          <a:p>
            <a:pPr fontAlgn="base"/>
            <a:r>
              <a:rPr lang="en-IN" sz="2200" b="1"/>
              <a:t>Privacy and Legal Concerns:</a:t>
            </a:r>
            <a:r>
              <a:rPr lang="en-IN" sz="2200"/>
              <a:t> As digital forensics becomes more prevalent, privacy and legal concerns become increasingly important. Balancing the need for digital evidence with privacy rights is a delicate task. Striking the right balance requires establishing clear guidelines and regulations to ensure that digital forensic investigations are conducted ethically and within the boundaries of the law.</a:t>
            </a:r>
          </a:p>
          <a:p>
            <a:pPr fontAlgn="base"/>
            <a:r>
              <a:rPr lang="en-IN" sz="2200" b="1"/>
              <a:t>Global Collaboration and Standardization:</a:t>
            </a:r>
            <a:r>
              <a:rPr lang="en-IN" sz="2200"/>
              <a:t> Digital crimes transcend geographical boundaries, and effective digital forensic investigations often require international collaboration. However, differences in legal systems, data protection laws, and investigative protocols can impede seamless cooperation. Establishing global standards and protocols for digital forensics will be crucial to facilitate effective cross-border investigations.</a:t>
            </a:r>
          </a:p>
        </p:txBody>
      </p:sp>
    </p:spTree>
    <p:extLst>
      <p:ext uri="{BB962C8B-B14F-4D97-AF65-F5344CB8AC3E}">
        <p14:creationId xmlns:p14="http://schemas.microsoft.com/office/powerpoint/2010/main" val="789083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d7b7e3b-dde7-4727-849a-7c2a62b59c83" xsi:nil="true"/>
    <lcf76f155ced4ddcb4097134ff3c332f xmlns="3b805ea8-0214-4864-9a31-ee483b0ece1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C01F7F5CF4DBF4EA0504CCC478097C3" ma:contentTypeVersion="11" ma:contentTypeDescription="Create a new document." ma:contentTypeScope="" ma:versionID="d1a6c8fad79f6b9067ca1a810cb82cc9">
  <xsd:schema xmlns:xsd="http://www.w3.org/2001/XMLSchema" xmlns:xs="http://www.w3.org/2001/XMLSchema" xmlns:p="http://schemas.microsoft.com/office/2006/metadata/properties" xmlns:ns2="3b805ea8-0214-4864-9a31-ee483b0ece1a" xmlns:ns3="8d7b7e3b-dde7-4727-849a-7c2a62b59c83" targetNamespace="http://schemas.microsoft.com/office/2006/metadata/properties" ma:root="true" ma:fieldsID="24004d47fdb8cf45c9841aead0c9fc70" ns2:_="" ns3:_="">
    <xsd:import namespace="3b805ea8-0214-4864-9a31-ee483b0ece1a"/>
    <xsd:import namespace="8d7b7e3b-dde7-4727-849a-7c2a62b59c8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805ea8-0214-4864-9a31-ee483b0ece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e758f2a0-2f59-4fb4-8e15-936a66a29771"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d7b7e3b-dde7-4727-849a-7c2a62b59c83"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f7e45844-0a51-418c-9de4-f62949a74234}" ma:internalName="TaxCatchAll" ma:showField="CatchAllData" ma:web="8d7b7e3b-dde7-4727-849a-7c2a62b59c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1AF4892-A130-4E02-817F-4FCCFF9CAACF}">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731DDA3-3BB8-40E6-9AA5-AD14B3941E6C}">
  <ds:schemaRefs>
    <ds:schemaRef ds:uri="http://schemas.microsoft.com/sharepoint/v3/contenttype/forms"/>
  </ds:schemaRefs>
</ds:datastoreItem>
</file>

<file path=customXml/itemProps3.xml><?xml version="1.0" encoding="utf-8"?>
<ds:datastoreItem xmlns:ds="http://schemas.openxmlformats.org/officeDocument/2006/customXml" ds:itemID="{12E9264D-48B7-47F0-B10F-A13BA08EC339}"/>
</file>

<file path=docProps/app.xml><?xml version="1.0" encoding="utf-8"?>
<Properties xmlns="http://schemas.openxmlformats.org/officeDocument/2006/extended-properties" xmlns:vt="http://schemas.openxmlformats.org/officeDocument/2006/docPropsVTypes">
  <TotalTime>459</TotalTime>
  <Words>738</Words>
  <Application>Microsoft Office PowerPoint</Application>
  <PresentationFormat>Widescreen</PresentationFormat>
  <Paragraphs>26</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Digital Forensics (20CP411T) UNIT 1 – Lecture 2 </vt:lpstr>
      <vt:lpstr>Recap of Previous Lecture</vt:lpstr>
      <vt:lpstr>Who Benefits from Digital Forensics?</vt:lpstr>
      <vt:lpstr>Benefits to Law Enforcement Agencies</vt:lpstr>
      <vt:lpstr>Digital Forensics helps investigators</vt:lpstr>
      <vt:lpstr>Real-Life Example Mobile Phone Evidence in a Kidnapping Investigation </vt:lpstr>
      <vt:lpstr>Classroom Activity</vt:lpstr>
      <vt:lpstr>Benefits to the Judicial System</vt:lpstr>
      <vt:lpstr>Major Benefits to the Judicial System</vt:lpstr>
      <vt:lpstr>Major Benefits to the Judicial System</vt:lpstr>
      <vt:lpstr>Real-Life Example </vt:lpstr>
      <vt:lpstr>Benefits to Organizations &amp; Businesses</vt:lpstr>
      <vt:lpstr>Major Benefits to Organizations</vt:lpstr>
      <vt:lpstr>Major Benefits to Organizations</vt:lpstr>
      <vt:lpstr>Major Benefits to Organizations</vt:lpstr>
      <vt:lpstr>Major Benefits to Organizations</vt:lpstr>
      <vt:lpstr>Major Benefits to Organizations</vt:lpstr>
      <vt:lpstr>Source Code Theft (Example)</vt:lpstr>
      <vt:lpstr>Benefits to Individuals</vt:lpstr>
      <vt:lpstr>Major Benefits to Individuals</vt:lpstr>
      <vt:lpstr>Major Benefits to Individuals</vt:lpstr>
      <vt:lpstr>Benefits to Individuals</vt:lpstr>
      <vt:lpstr>Benefits to Individuals</vt:lpstr>
      <vt:lpstr>Benefits to Individuals</vt:lpstr>
      <vt:lpstr> Benefits to Cybersecurity Teams</vt:lpstr>
      <vt:lpstr>Major Benefits</vt:lpstr>
      <vt:lpstr>Major Benefits</vt:lpstr>
      <vt:lpstr>Major Benefits</vt:lpstr>
      <vt:lpstr>Major Benefits</vt:lpstr>
      <vt:lpstr>Benefits to Society and National Security</vt:lpstr>
      <vt:lpstr>2. Enhancing Public Safety</vt:lpstr>
      <vt:lpstr>3. Strengthening National Security</vt:lpstr>
      <vt:lpstr>4. Protecting Public Trust in Digital Services</vt:lpstr>
      <vt:lpstr>5. Supporting a Secure Digital Society</vt:lpstr>
      <vt:lpstr>Challenges of Digital Forensics</vt:lpstr>
      <vt:lpstr>Challenges of Digital Forensics</vt:lpstr>
      <vt:lpstr>Future Challenges of Digital Forensics</vt:lpstr>
      <vt:lpstr>Future Challenges of Digital Forensics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Forensics (20CP411T)</dc:title>
  <dc:creator>Prarthana Mehta</dc:creator>
  <cp:lastModifiedBy>Nishant Doshi</cp:lastModifiedBy>
  <cp:revision>406</cp:revision>
  <dcterms:created xsi:type="dcterms:W3CDTF">2025-07-08T07:00:19Z</dcterms:created>
  <dcterms:modified xsi:type="dcterms:W3CDTF">2026-07-27T12:30:56Z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0x0101005C01F7F5CF4DBF4EA0504CCC478097C3</vt:lpwstr>
  </property>
  <property fmtid="{D5CDD505-2E9C-101B-9397-08002B2CF9AE}" pid="3" name="Order">
    <vt:r8>200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