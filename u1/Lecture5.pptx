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77" r:id="rId5"/>
    <p:sldId id="278" r:id="rId6"/>
    <p:sldId id="279" r:id="rId7"/>
    <p:sldId id="280" r:id="rId8"/>
    <p:sldId id="281" r:id="rId9"/>
    <p:sldId id="282" r:id="rId10"/>
    <p:sldId id="283" r:id="rId11"/>
    <p:sldId id="284" r:id="rId12"/>
    <p:sldId id="285" r:id="rId13"/>
    <p:sldId id="286" r:id="rId14"/>
    <p:sldId id="287" r:id="rId15"/>
    <p:sldId id="288" r:id="rId16"/>
    <p:sldId id="289" r:id="rId17"/>
    <p:sldId id="290" r:id="rId18"/>
    <p:sldId id="291" r:id="rId19"/>
    <p:sldId id="292" r:id="rId20"/>
    <p:sldId id="293" r:id="rId21"/>
    <p:sldId id="294" r:id="rId22"/>
    <p:sldId id="295" r:id="rId23"/>
    <p:sldId id="296" r:id="rId24"/>
    <p:sldId id="264" r:id="rId25"/>
    <p:sldId id="265" r:id="rId26"/>
    <p:sldId id="266" r:id="rId27"/>
    <p:sldId id="267" r:id="rId28"/>
    <p:sldId id="268" r:id="rId29"/>
    <p:sldId id="269" r:id="rId30"/>
    <p:sldId id="270" r:id="rId31"/>
    <p:sldId id="276" r:id="rId32"/>
    <p:sldId id="271" r:id="rId33"/>
    <p:sldId id="273" r:id="rId34"/>
    <p:sldId id="274" r:id="rId35"/>
    <p:sldId id="272" r:id="rId36"/>
    <p:sldId id="275"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C80AC2-D585-4F2E-6487-7062848277D7}" v="3" dt="2026-08-04T06:08:04.398"/>
    <p1510:client id="{FBE1A2E5-5BC9-F56E-5224-CEB0872559DF}" v="14" dt="2026-08-04T06:43:36.5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jit Das" userId="S::sujit.das@pdpu.ac.in::5531694e-1714-439d-a47e-7795b732b077" providerId="AD" clId="Web-{6EB66EEA-382A-0279-91E6-3A846336C27F}"/>
    <pc:docChg chg="addSld delSld modSld">
      <pc:chgData name="Sujit Das" userId="S::sujit.das@pdpu.ac.in::5531694e-1714-439d-a47e-7795b732b077" providerId="AD" clId="Web-{6EB66EEA-382A-0279-91E6-3A846336C27F}" dt="2026-07-29T06:26:24.528" v="280"/>
      <pc:docMkLst>
        <pc:docMk/>
      </pc:docMkLst>
      <pc:sldChg chg="addSp modSp add">
        <pc:chgData name="Sujit Das" userId="S::sujit.das@pdpu.ac.in::5531694e-1714-439d-a47e-7795b732b077" providerId="AD" clId="Web-{6EB66EEA-382A-0279-91E6-3A846336C27F}" dt="2026-07-29T04:39:09.711" v="4" actId="20577"/>
        <pc:sldMkLst>
          <pc:docMk/>
          <pc:sldMk cId="3572038750" sldId="277"/>
        </pc:sldMkLst>
        <pc:spChg chg="mod">
          <ac:chgData name="Sujit Das" userId="S::sujit.das@pdpu.ac.in::5531694e-1714-439d-a47e-7795b732b077" providerId="AD" clId="Web-{6EB66EEA-382A-0279-91E6-3A846336C27F}" dt="2026-07-29T04:39:09.711" v="4" actId="20577"/>
          <ac:spMkLst>
            <pc:docMk/>
            <pc:sldMk cId="3572038750" sldId="277"/>
            <ac:spMk id="2" creationId="{00000000-0000-0000-0000-000000000000}"/>
          </ac:spMkLst>
        </pc:spChg>
        <pc:spChg chg="mod">
          <ac:chgData name="Sujit Das" userId="S::sujit.das@pdpu.ac.in::5531694e-1714-439d-a47e-7795b732b077" providerId="AD" clId="Web-{6EB66EEA-382A-0279-91E6-3A846336C27F}" dt="2026-07-29T04:39:00.617" v="2"/>
          <ac:spMkLst>
            <pc:docMk/>
            <pc:sldMk cId="3572038750" sldId="277"/>
            <ac:spMk id="3" creationId="{00000000-0000-0000-0000-000000000000}"/>
          </ac:spMkLst>
        </pc:spChg>
        <pc:spChg chg="add">
          <ac:chgData name="Sujit Das" userId="S::sujit.das@pdpu.ac.in::5531694e-1714-439d-a47e-7795b732b077" providerId="AD" clId="Web-{6EB66EEA-382A-0279-91E6-3A846336C27F}" dt="2026-07-29T04:39:00.617" v="2"/>
          <ac:spMkLst>
            <pc:docMk/>
            <pc:sldMk cId="3572038750" sldId="277"/>
            <ac:spMk id="8" creationId="{943CAA20-3569-4189-9E48-239A229A86CA}"/>
          </ac:spMkLst>
        </pc:spChg>
        <pc:spChg chg="add">
          <ac:chgData name="Sujit Das" userId="S::sujit.das@pdpu.ac.in::5531694e-1714-439d-a47e-7795b732b077" providerId="AD" clId="Web-{6EB66EEA-382A-0279-91E6-3A846336C27F}" dt="2026-07-29T04:39:00.617" v="2"/>
          <ac:spMkLst>
            <pc:docMk/>
            <pc:sldMk cId="3572038750" sldId="277"/>
            <ac:spMk id="10" creationId="{DA542B6D-E775-4832-91DC-2D20F857813A}"/>
          </ac:spMkLst>
        </pc:spChg>
      </pc:sldChg>
      <pc:sldChg chg="addSp modSp new mod setBg">
        <pc:chgData name="Sujit Das" userId="S::sujit.das@pdpu.ac.in::5531694e-1714-439d-a47e-7795b732b077" providerId="AD" clId="Web-{6EB66EEA-382A-0279-91E6-3A846336C27F}" dt="2026-07-29T04:42:20.010" v="12" actId="20577"/>
        <pc:sldMkLst>
          <pc:docMk/>
          <pc:sldMk cId="3670240612" sldId="278"/>
        </pc:sldMkLst>
        <pc:spChg chg="mod">
          <ac:chgData name="Sujit Das" userId="S::sujit.das@pdpu.ac.in::5531694e-1714-439d-a47e-7795b732b077" providerId="AD" clId="Web-{6EB66EEA-382A-0279-91E6-3A846336C27F}" dt="2026-07-29T04:42:20.010" v="12" actId="20577"/>
          <ac:spMkLst>
            <pc:docMk/>
            <pc:sldMk cId="3670240612" sldId="278"/>
            <ac:spMk id="2" creationId="{22A2CEDB-FAA7-991D-2AA5-B0549B2E7B17}"/>
          </ac:spMkLst>
        </pc:spChg>
        <pc:spChg chg="mod">
          <ac:chgData name="Sujit Das" userId="S::sujit.das@pdpu.ac.in::5531694e-1714-439d-a47e-7795b732b077" providerId="AD" clId="Web-{6EB66EEA-382A-0279-91E6-3A846336C27F}" dt="2026-07-29T04:42:11.182" v="11" actId="20577"/>
          <ac:spMkLst>
            <pc:docMk/>
            <pc:sldMk cId="3670240612" sldId="278"/>
            <ac:spMk id="3" creationId="{593EE9C9-5AF0-38C9-B0F1-545CBA19974D}"/>
          </ac:spMkLst>
        </pc:spChg>
        <pc:spChg chg="add">
          <ac:chgData name="Sujit Das" userId="S::sujit.das@pdpu.ac.in::5531694e-1714-439d-a47e-7795b732b077" providerId="AD" clId="Web-{6EB66EEA-382A-0279-91E6-3A846336C27F}" dt="2026-07-29T04:41:58.510" v="8"/>
          <ac:spMkLst>
            <pc:docMk/>
            <pc:sldMk cId="3670240612" sldId="278"/>
            <ac:spMk id="8" creationId="{100EDD19-6802-4EC3-95CE-CFFAB042CFD6}"/>
          </ac:spMkLst>
        </pc:spChg>
        <pc:spChg chg="add">
          <ac:chgData name="Sujit Das" userId="S::sujit.das@pdpu.ac.in::5531694e-1714-439d-a47e-7795b732b077" providerId="AD" clId="Web-{6EB66EEA-382A-0279-91E6-3A846336C27F}" dt="2026-07-29T04:41:58.510" v="8"/>
          <ac:spMkLst>
            <pc:docMk/>
            <pc:sldMk cId="3670240612" sldId="278"/>
            <ac:spMk id="10" creationId="{DB17E863-922E-4C26-BD64-E8FD41D28661}"/>
          </ac:spMkLst>
        </pc:spChg>
      </pc:sldChg>
      <pc:sldChg chg="addSp modSp new mod setBg">
        <pc:chgData name="Sujit Das" userId="S::sujit.das@pdpu.ac.in::5531694e-1714-439d-a47e-7795b732b077" providerId="AD" clId="Web-{6EB66EEA-382A-0279-91E6-3A846336C27F}" dt="2026-07-29T05:54:22.014" v="23" actId="20577"/>
        <pc:sldMkLst>
          <pc:docMk/>
          <pc:sldMk cId="3264289287" sldId="279"/>
        </pc:sldMkLst>
        <pc:spChg chg="mod">
          <ac:chgData name="Sujit Das" userId="S::sujit.das@pdpu.ac.in::5531694e-1714-439d-a47e-7795b732b077" providerId="AD" clId="Web-{6EB66EEA-382A-0279-91E6-3A846336C27F}" dt="2026-07-29T04:44:55.137" v="15"/>
          <ac:spMkLst>
            <pc:docMk/>
            <pc:sldMk cId="3264289287" sldId="279"/>
            <ac:spMk id="2" creationId="{03604BFF-C91B-F07A-3FC5-948265A8C0C4}"/>
          </ac:spMkLst>
        </pc:spChg>
        <pc:spChg chg="mod">
          <ac:chgData name="Sujit Das" userId="S::sujit.das@pdpu.ac.in::5531694e-1714-439d-a47e-7795b732b077" providerId="AD" clId="Web-{6EB66EEA-382A-0279-91E6-3A846336C27F}" dt="2026-07-29T05:54:22.014" v="23" actId="20577"/>
          <ac:spMkLst>
            <pc:docMk/>
            <pc:sldMk cId="3264289287" sldId="279"/>
            <ac:spMk id="3" creationId="{17519BC3-DF01-07C3-C372-378A0CFFCACB}"/>
          </ac:spMkLst>
        </pc:spChg>
        <pc:spChg chg="add">
          <ac:chgData name="Sujit Das" userId="S::sujit.das@pdpu.ac.in::5531694e-1714-439d-a47e-7795b732b077" providerId="AD" clId="Web-{6EB66EEA-382A-0279-91E6-3A846336C27F}" dt="2026-07-29T04:44:55.137" v="15"/>
          <ac:spMkLst>
            <pc:docMk/>
            <pc:sldMk cId="3264289287" sldId="279"/>
            <ac:spMk id="8" creationId="{100EDD19-6802-4EC3-95CE-CFFAB042CFD6}"/>
          </ac:spMkLst>
        </pc:spChg>
        <pc:spChg chg="add">
          <ac:chgData name="Sujit Das" userId="S::sujit.das@pdpu.ac.in::5531694e-1714-439d-a47e-7795b732b077" providerId="AD" clId="Web-{6EB66EEA-382A-0279-91E6-3A846336C27F}" dt="2026-07-29T04:44:55.137" v="15"/>
          <ac:spMkLst>
            <pc:docMk/>
            <pc:sldMk cId="3264289287" sldId="279"/>
            <ac:spMk id="10" creationId="{DB17E863-922E-4C26-BD64-E8FD41D28661}"/>
          </ac:spMkLst>
        </pc:spChg>
      </pc:sldChg>
      <pc:sldChg chg="addSp delSp modSp new mod setBg">
        <pc:chgData name="Sujit Das" userId="S::sujit.das@pdpu.ac.in::5531694e-1714-439d-a47e-7795b732b077" providerId="AD" clId="Web-{6EB66EEA-382A-0279-91E6-3A846336C27F}" dt="2026-07-29T06:02:17.347" v="33"/>
        <pc:sldMkLst>
          <pc:docMk/>
          <pc:sldMk cId="2121559776" sldId="280"/>
        </pc:sldMkLst>
        <pc:spChg chg="mod">
          <ac:chgData name="Sujit Das" userId="S::sujit.das@pdpu.ac.in::5531694e-1714-439d-a47e-7795b732b077" providerId="AD" clId="Web-{6EB66EEA-382A-0279-91E6-3A846336C27F}" dt="2026-07-29T06:02:03.660" v="30"/>
          <ac:spMkLst>
            <pc:docMk/>
            <pc:sldMk cId="2121559776" sldId="280"/>
            <ac:spMk id="2" creationId="{6BAF223D-99FE-3069-7D8E-9FC77F9B575B}"/>
          </ac:spMkLst>
        </pc:spChg>
        <pc:spChg chg="add">
          <ac:chgData name="Sujit Das" userId="S::sujit.das@pdpu.ac.in::5531694e-1714-439d-a47e-7795b732b077" providerId="AD" clId="Web-{6EB66EEA-382A-0279-91E6-3A846336C27F}" dt="2026-07-29T06:02:03.660" v="30"/>
          <ac:spMkLst>
            <pc:docMk/>
            <pc:sldMk cId="2121559776" sldId="280"/>
            <ac:spMk id="15" creationId="{35DB3719-6FDC-4E5D-891D-FF40B7300F64}"/>
          </ac:spMkLst>
        </pc:spChg>
        <pc:spChg chg="add">
          <ac:chgData name="Sujit Das" userId="S::sujit.das@pdpu.ac.in::5531694e-1714-439d-a47e-7795b732b077" providerId="AD" clId="Web-{6EB66EEA-382A-0279-91E6-3A846336C27F}" dt="2026-07-29T06:02:03.660" v="30"/>
          <ac:spMkLst>
            <pc:docMk/>
            <pc:sldMk cId="2121559776" sldId="280"/>
            <ac:spMk id="17" creationId="{E0CBAC23-2E3F-4A90-BA59-F8299F6A5439}"/>
          </ac:spMkLst>
        </pc:spChg>
        <pc:graphicFrameChg chg="add mod ord modGraphic">
          <ac:chgData name="Sujit Das" userId="S::sujit.das@pdpu.ac.in::5531694e-1714-439d-a47e-7795b732b077" providerId="AD" clId="Web-{6EB66EEA-382A-0279-91E6-3A846336C27F}" dt="2026-07-29T06:02:17.347" v="33"/>
          <ac:graphicFrameMkLst>
            <pc:docMk/>
            <pc:sldMk cId="2121559776" sldId="280"/>
            <ac:graphicFrameMk id="5" creationId="{483E354E-D719-0EEE-FD9A-6A9EDBCDD105}"/>
          </ac:graphicFrameMkLst>
        </pc:graphicFrameChg>
      </pc:sldChg>
      <pc:sldChg chg="addSp modSp new mod setBg">
        <pc:chgData name="Sujit Das" userId="S::sujit.das@pdpu.ac.in::5531694e-1714-439d-a47e-7795b732b077" providerId="AD" clId="Web-{6EB66EEA-382A-0279-91E6-3A846336C27F}" dt="2026-07-29T06:04:11.975" v="38" actId="20577"/>
        <pc:sldMkLst>
          <pc:docMk/>
          <pc:sldMk cId="3952705005" sldId="281"/>
        </pc:sldMkLst>
        <pc:spChg chg="mod">
          <ac:chgData name="Sujit Das" userId="S::sujit.das@pdpu.ac.in::5531694e-1714-439d-a47e-7795b732b077" providerId="AD" clId="Web-{6EB66EEA-382A-0279-91E6-3A846336C27F}" dt="2026-07-29T06:03:54.319" v="36" actId="20577"/>
          <ac:spMkLst>
            <pc:docMk/>
            <pc:sldMk cId="3952705005" sldId="281"/>
            <ac:spMk id="2" creationId="{1C828D0F-DD5D-8F5A-9485-F34AF499593F}"/>
          </ac:spMkLst>
        </pc:spChg>
        <pc:spChg chg="mod">
          <ac:chgData name="Sujit Das" userId="S::sujit.das@pdpu.ac.in::5531694e-1714-439d-a47e-7795b732b077" providerId="AD" clId="Web-{6EB66EEA-382A-0279-91E6-3A846336C27F}" dt="2026-07-29T06:04:11.975" v="38" actId="20577"/>
          <ac:spMkLst>
            <pc:docMk/>
            <pc:sldMk cId="3952705005" sldId="281"/>
            <ac:spMk id="3" creationId="{59AE8D35-6E6E-EF31-3F95-03CEA422EBE5}"/>
          </ac:spMkLst>
        </pc:spChg>
        <pc:spChg chg="add">
          <ac:chgData name="Sujit Das" userId="S::sujit.das@pdpu.ac.in::5531694e-1714-439d-a47e-7795b732b077" providerId="AD" clId="Web-{6EB66EEA-382A-0279-91E6-3A846336C27F}" dt="2026-07-29T06:03:52.459" v="35"/>
          <ac:spMkLst>
            <pc:docMk/>
            <pc:sldMk cId="3952705005" sldId="281"/>
            <ac:spMk id="8" creationId="{100EDD19-6802-4EC3-95CE-CFFAB042CFD6}"/>
          </ac:spMkLst>
        </pc:spChg>
        <pc:spChg chg="add">
          <ac:chgData name="Sujit Das" userId="S::sujit.das@pdpu.ac.in::5531694e-1714-439d-a47e-7795b732b077" providerId="AD" clId="Web-{6EB66EEA-382A-0279-91E6-3A846336C27F}" dt="2026-07-29T06:03:52.459" v="35"/>
          <ac:spMkLst>
            <pc:docMk/>
            <pc:sldMk cId="3952705005" sldId="281"/>
            <ac:spMk id="10" creationId="{DB17E863-922E-4C26-BD64-E8FD41D28661}"/>
          </ac:spMkLst>
        </pc:spChg>
      </pc:sldChg>
      <pc:sldChg chg="addSp modSp new mod setBg">
        <pc:chgData name="Sujit Das" userId="S::sujit.das@pdpu.ac.in::5531694e-1714-439d-a47e-7795b732b077" providerId="AD" clId="Web-{6EB66EEA-382A-0279-91E6-3A846336C27F}" dt="2026-07-29T06:05:11.789" v="48" actId="20577"/>
        <pc:sldMkLst>
          <pc:docMk/>
          <pc:sldMk cId="399183004" sldId="282"/>
        </pc:sldMkLst>
        <pc:spChg chg="mod">
          <ac:chgData name="Sujit Das" userId="S::sujit.das@pdpu.ac.in::5531694e-1714-439d-a47e-7795b732b077" providerId="AD" clId="Web-{6EB66EEA-382A-0279-91E6-3A846336C27F}" dt="2026-07-29T06:04:46.586" v="42" actId="20577"/>
          <ac:spMkLst>
            <pc:docMk/>
            <pc:sldMk cId="399183004" sldId="282"/>
            <ac:spMk id="2" creationId="{574AF27F-41D9-FB4F-720C-C30A068991CB}"/>
          </ac:spMkLst>
        </pc:spChg>
        <pc:spChg chg="mod">
          <ac:chgData name="Sujit Das" userId="S::sujit.das@pdpu.ac.in::5531694e-1714-439d-a47e-7795b732b077" providerId="AD" clId="Web-{6EB66EEA-382A-0279-91E6-3A846336C27F}" dt="2026-07-29T06:05:11.789" v="48" actId="20577"/>
          <ac:spMkLst>
            <pc:docMk/>
            <pc:sldMk cId="399183004" sldId="282"/>
            <ac:spMk id="3" creationId="{24638A6B-38C3-503D-FD57-895C908F2316}"/>
          </ac:spMkLst>
        </pc:spChg>
        <pc:spChg chg="add">
          <ac:chgData name="Sujit Das" userId="S::sujit.das@pdpu.ac.in::5531694e-1714-439d-a47e-7795b732b077" providerId="AD" clId="Web-{6EB66EEA-382A-0279-91E6-3A846336C27F}" dt="2026-07-29T06:04:44.898" v="40"/>
          <ac:spMkLst>
            <pc:docMk/>
            <pc:sldMk cId="399183004" sldId="282"/>
            <ac:spMk id="8" creationId="{100EDD19-6802-4EC3-95CE-CFFAB042CFD6}"/>
          </ac:spMkLst>
        </pc:spChg>
        <pc:spChg chg="add">
          <ac:chgData name="Sujit Das" userId="S::sujit.das@pdpu.ac.in::5531694e-1714-439d-a47e-7795b732b077" providerId="AD" clId="Web-{6EB66EEA-382A-0279-91E6-3A846336C27F}" dt="2026-07-29T06:04:44.898" v="40"/>
          <ac:spMkLst>
            <pc:docMk/>
            <pc:sldMk cId="399183004" sldId="282"/>
            <ac:spMk id="10" creationId="{DB17E863-922E-4C26-BD64-E8FD41D28661}"/>
          </ac:spMkLst>
        </pc:spChg>
      </pc:sldChg>
      <pc:sldChg chg="addSp modSp new mod setBg">
        <pc:chgData name="Sujit Das" userId="S::sujit.das@pdpu.ac.in::5531694e-1714-439d-a47e-7795b732b077" providerId="AD" clId="Web-{6EB66EEA-382A-0279-91E6-3A846336C27F}" dt="2026-07-29T06:06:31.588" v="63" actId="20577"/>
        <pc:sldMkLst>
          <pc:docMk/>
          <pc:sldMk cId="3160115778" sldId="283"/>
        </pc:sldMkLst>
        <pc:spChg chg="mod">
          <ac:chgData name="Sujit Das" userId="S::sujit.das@pdpu.ac.in::5531694e-1714-439d-a47e-7795b732b077" providerId="AD" clId="Web-{6EB66EEA-382A-0279-91E6-3A846336C27F}" dt="2026-07-29T06:05:36.915" v="53" actId="20577"/>
          <ac:spMkLst>
            <pc:docMk/>
            <pc:sldMk cId="3160115778" sldId="283"/>
            <ac:spMk id="2" creationId="{5BB4B1EC-F27D-D99D-BE27-F9946A402CD3}"/>
          </ac:spMkLst>
        </pc:spChg>
        <pc:spChg chg="mod">
          <ac:chgData name="Sujit Das" userId="S::sujit.das@pdpu.ac.in::5531694e-1714-439d-a47e-7795b732b077" providerId="AD" clId="Web-{6EB66EEA-382A-0279-91E6-3A846336C27F}" dt="2026-07-29T06:06:31.588" v="63" actId="20577"/>
          <ac:spMkLst>
            <pc:docMk/>
            <pc:sldMk cId="3160115778" sldId="283"/>
            <ac:spMk id="3" creationId="{CDAFD589-7496-787B-B339-63881F749D91}"/>
          </ac:spMkLst>
        </pc:spChg>
        <pc:spChg chg="add">
          <ac:chgData name="Sujit Das" userId="S::sujit.das@pdpu.ac.in::5531694e-1714-439d-a47e-7795b732b077" providerId="AD" clId="Web-{6EB66EEA-382A-0279-91E6-3A846336C27F}" dt="2026-07-29T06:05:22.712" v="50"/>
          <ac:spMkLst>
            <pc:docMk/>
            <pc:sldMk cId="3160115778" sldId="283"/>
            <ac:spMk id="8" creationId="{100EDD19-6802-4EC3-95CE-CFFAB042CFD6}"/>
          </ac:spMkLst>
        </pc:spChg>
        <pc:spChg chg="add">
          <ac:chgData name="Sujit Das" userId="S::sujit.das@pdpu.ac.in::5531694e-1714-439d-a47e-7795b732b077" providerId="AD" clId="Web-{6EB66EEA-382A-0279-91E6-3A846336C27F}" dt="2026-07-29T06:05:22.712" v="50"/>
          <ac:spMkLst>
            <pc:docMk/>
            <pc:sldMk cId="3160115778" sldId="283"/>
            <ac:spMk id="10" creationId="{DB17E863-922E-4C26-BD64-E8FD41D28661}"/>
          </ac:spMkLst>
        </pc:spChg>
      </pc:sldChg>
      <pc:sldChg chg="addSp modSp new mod setBg">
        <pc:chgData name="Sujit Das" userId="S::sujit.das@pdpu.ac.in::5531694e-1714-439d-a47e-7795b732b077" providerId="AD" clId="Web-{6EB66EEA-382A-0279-91E6-3A846336C27F}" dt="2026-07-29T06:07:15.104" v="71" actId="20577"/>
        <pc:sldMkLst>
          <pc:docMk/>
          <pc:sldMk cId="892314835" sldId="284"/>
        </pc:sldMkLst>
        <pc:spChg chg="mod">
          <ac:chgData name="Sujit Das" userId="S::sujit.das@pdpu.ac.in::5531694e-1714-439d-a47e-7795b732b077" providerId="AD" clId="Web-{6EB66EEA-382A-0279-91E6-3A846336C27F}" dt="2026-07-29T06:06:49.416" v="66" actId="20577"/>
          <ac:spMkLst>
            <pc:docMk/>
            <pc:sldMk cId="892314835" sldId="284"/>
            <ac:spMk id="2" creationId="{BBCE685C-A863-2726-73EE-FE3D6C224380}"/>
          </ac:spMkLst>
        </pc:spChg>
        <pc:spChg chg="mod">
          <ac:chgData name="Sujit Das" userId="S::sujit.das@pdpu.ac.in::5531694e-1714-439d-a47e-7795b732b077" providerId="AD" clId="Web-{6EB66EEA-382A-0279-91E6-3A846336C27F}" dt="2026-07-29T06:07:15.104" v="71" actId="20577"/>
          <ac:spMkLst>
            <pc:docMk/>
            <pc:sldMk cId="892314835" sldId="284"/>
            <ac:spMk id="3" creationId="{9048AAD5-F651-074A-EF3B-531AEB5146A5}"/>
          </ac:spMkLst>
        </pc:spChg>
        <pc:spChg chg="add">
          <ac:chgData name="Sujit Das" userId="S::sujit.das@pdpu.ac.in::5531694e-1714-439d-a47e-7795b732b077" providerId="AD" clId="Web-{6EB66EEA-382A-0279-91E6-3A846336C27F}" dt="2026-07-29T06:06:47.338" v="65"/>
          <ac:spMkLst>
            <pc:docMk/>
            <pc:sldMk cId="892314835" sldId="284"/>
            <ac:spMk id="8" creationId="{100EDD19-6802-4EC3-95CE-CFFAB042CFD6}"/>
          </ac:spMkLst>
        </pc:spChg>
        <pc:spChg chg="add">
          <ac:chgData name="Sujit Das" userId="S::sujit.das@pdpu.ac.in::5531694e-1714-439d-a47e-7795b732b077" providerId="AD" clId="Web-{6EB66EEA-382A-0279-91E6-3A846336C27F}" dt="2026-07-29T06:06:47.338" v="65"/>
          <ac:spMkLst>
            <pc:docMk/>
            <pc:sldMk cId="892314835" sldId="284"/>
            <ac:spMk id="10" creationId="{DB17E863-922E-4C26-BD64-E8FD41D28661}"/>
          </ac:spMkLst>
        </pc:spChg>
      </pc:sldChg>
      <pc:sldChg chg="addSp modSp new mod setBg">
        <pc:chgData name="Sujit Das" userId="S::sujit.das@pdpu.ac.in::5531694e-1714-439d-a47e-7795b732b077" providerId="AD" clId="Web-{6EB66EEA-382A-0279-91E6-3A846336C27F}" dt="2026-07-29T06:09:06.746" v="77" actId="20577"/>
        <pc:sldMkLst>
          <pc:docMk/>
          <pc:sldMk cId="2548577031" sldId="285"/>
        </pc:sldMkLst>
        <pc:spChg chg="mod">
          <ac:chgData name="Sujit Das" userId="S::sujit.das@pdpu.ac.in::5531694e-1714-439d-a47e-7795b732b077" providerId="AD" clId="Web-{6EB66EEA-382A-0279-91E6-3A846336C27F}" dt="2026-07-29T06:07:30.698" v="74" actId="20577"/>
          <ac:spMkLst>
            <pc:docMk/>
            <pc:sldMk cId="2548577031" sldId="285"/>
            <ac:spMk id="2" creationId="{853D0800-5273-C5F6-E265-D60AF715BF4D}"/>
          </ac:spMkLst>
        </pc:spChg>
        <pc:spChg chg="mod">
          <ac:chgData name="Sujit Das" userId="S::sujit.das@pdpu.ac.in::5531694e-1714-439d-a47e-7795b732b077" providerId="AD" clId="Web-{6EB66EEA-382A-0279-91E6-3A846336C27F}" dt="2026-07-29T06:09:06.746" v="77" actId="20577"/>
          <ac:spMkLst>
            <pc:docMk/>
            <pc:sldMk cId="2548577031" sldId="285"/>
            <ac:spMk id="3" creationId="{BB3074D4-FB0B-9B14-985E-736BE0B21CC7}"/>
          </ac:spMkLst>
        </pc:spChg>
        <pc:spChg chg="add">
          <ac:chgData name="Sujit Das" userId="S::sujit.das@pdpu.ac.in::5531694e-1714-439d-a47e-7795b732b077" providerId="AD" clId="Web-{6EB66EEA-382A-0279-91E6-3A846336C27F}" dt="2026-07-29T06:07:21.886" v="73"/>
          <ac:spMkLst>
            <pc:docMk/>
            <pc:sldMk cId="2548577031" sldId="285"/>
            <ac:spMk id="8" creationId="{100EDD19-6802-4EC3-95CE-CFFAB042CFD6}"/>
          </ac:spMkLst>
        </pc:spChg>
        <pc:spChg chg="add">
          <ac:chgData name="Sujit Das" userId="S::sujit.das@pdpu.ac.in::5531694e-1714-439d-a47e-7795b732b077" providerId="AD" clId="Web-{6EB66EEA-382A-0279-91E6-3A846336C27F}" dt="2026-07-29T06:07:21.886" v="73"/>
          <ac:spMkLst>
            <pc:docMk/>
            <pc:sldMk cId="2548577031" sldId="285"/>
            <ac:spMk id="10" creationId="{DB17E863-922E-4C26-BD64-E8FD41D28661}"/>
          </ac:spMkLst>
        </pc:spChg>
      </pc:sldChg>
      <pc:sldChg chg="addSp modSp new mod setBg">
        <pc:chgData name="Sujit Das" userId="S::sujit.das@pdpu.ac.in::5531694e-1714-439d-a47e-7795b732b077" providerId="AD" clId="Web-{6EB66EEA-382A-0279-91E6-3A846336C27F}" dt="2026-07-29T06:09:24.637" v="82" actId="20577"/>
        <pc:sldMkLst>
          <pc:docMk/>
          <pc:sldMk cId="3997607341" sldId="286"/>
        </pc:sldMkLst>
        <pc:spChg chg="mod">
          <ac:chgData name="Sujit Das" userId="S::sujit.das@pdpu.ac.in::5531694e-1714-439d-a47e-7795b732b077" providerId="AD" clId="Web-{6EB66EEA-382A-0279-91E6-3A846336C27F}" dt="2026-07-29T06:09:15.950" v="80" actId="20577"/>
          <ac:spMkLst>
            <pc:docMk/>
            <pc:sldMk cId="3997607341" sldId="286"/>
            <ac:spMk id="2" creationId="{C4FB0B12-85E2-CC3E-2978-07A2CF740F92}"/>
          </ac:spMkLst>
        </pc:spChg>
        <pc:spChg chg="mod">
          <ac:chgData name="Sujit Das" userId="S::sujit.das@pdpu.ac.in::5531694e-1714-439d-a47e-7795b732b077" providerId="AD" clId="Web-{6EB66EEA-382A-0279-91E6-3A846336C27F}" dt="2026-07-29T06:09:24.637" v="82" actId="20577"/>
          <ac:spMkLst>
            <pc:docMk/>
            <pc:sldMk cId="3997607341" sldId="286"/>
            <ac:spMk id="3" creationId="{5F35C57F-54B6-2F6D-A005-6A335A348428}"/>
          </ac:spMkLst>
        </pc:spChg>
        <pc:spChg chg="add">
          <ac:chgData name="Sujit Das" userId="S::sujit.das@pdpu.ac.in::5531694e-1714-439d-a47e-7795b732b077" providerId="AD" clId="Web-{6EB66EEA-382A-0279-91E6-3A846336C27F}" dt="2026-07-29T06:09:13.606" v="79"/>
          <ac:spMkLst>
            <pc:docMk/>
            <pc:sldMk cId="3997607341" sldId="286"/>
            <ac:spMk id="8" creationId="{100EDD19-6802-4EC3-95CE-CFFAB042CFD6}"/>
          </ac:spMkLst>
        </pc:spChg>
        <pc:spChg chg="add">
          <ac:chgData name="Sujit Das" userId="S::sujit.das@pdpu.ac.in::5531694e-1714-439d-a47e-7795b732b077" providerId="AD" clId="Web-{6EB66EEA-382A-0279-91E6-3A846336C27F}" dt="2026-07-29T06:09:13.606" v="79"/>
          <ac:spMkLst>
            <pc:docMk/>
            <pc:sldMk cId="3997607341" sldId="286"/>
            <ac:spMk id="10" creationId="{DB17E863-922E-4C26-BD64-E8FD41D28661}"/>
          </ac:spMkLst>
        </pc:spChg>
      </pc:sldChg>
      <pc:sldChg chg="addSp modSp new mod setBg">
        <pc:chgData name="Sujit Das" userId="S::sujit.das@pdpu.ac.in::5531694e-1714-439d-a47e-7795b732b077" providerId="AD" clId="Web-{6EB66EEA-382A-0279-91E6-3A846336C27F}" dt="2026-07-29T06:10:07.450" v="90" actId="20577"/>
        <pc:sldMkLst>
          <pc:docMk/>
          <pc:sldMk cId="877721915" sldId="287"/>
        </pc:sldMkLst>
        <pc:spChg chg="mod">
          <ac:chgData name="Sujit Das" userId="S::sujit.das@pdpu.ac.in::5531694e-1714-439d-a47e-7795b732b077" providerId="AD" clId="Web-{6EB66EEA-382A-0279-91E6-3A846336C27F}" dt="2026-07-29T06:09:42.700" v="85" actId="20577"/>
          <ac:spMkLst>
            <pc:docMk/>
            <pc:sldMk cId="877721915" sldId="287"/>
            <ac:spMk id="2" creationId="{801886BC-8133-984A-807E-CAF95691059C}"/>
          </ac:spMkLst>
        </pc:spChg>
        <pc:spChg chg="mod">
          <ac:chgData name="Sujit Das" userId="S::sujit.das@pdpu.ac.in::5531694e-1714-439d-a47e-7795b732b077" providerId="AD" clId="Web-{6EB66EEA-382A-0279-91E6-3A846336C27F}" dt="2026-07-29T06:10:07.450" v="90" actId="20577"/>
          <ac:spMkLst>
            <pc:docMk/>
            <pc:sldMk cId="877721915" sldId="287"/>
            <ac:spMk id="3" creationId="{6AC9F54B-957A-0217-75A7-5B892948D0AD}"/>
          </ac:spMkLst>
        </pc:spChg>
        <pc:spChg chg="add">
          <ac:chgData name="Sujit Das" userId="S::sujit.das@pdpu.ac.in::5531694e-1714-439d-a47e-7795b732b077" providerId="AD" clId="Web-{6EB66EEA-382A-0279-91E6-3A846336C27F}" dt="2026-07-29T06:09:41.059" v="84"/>
          <ac:spMkLst>
            <pc:docMk/>
            <pc:sldMk cId="877721915" sldId="287"/>
            <ac:spMk id="8" creationId="{100EDD19-6802-4EC3-95CE-CFFAB042CFD6}"/>
          </ac:spMkLst>
        </pc:spChg>
        <pc:spChg chg="add">
          <ac:chgData name="Sujit Das" userId="S::sujit.das@pdpu.ac.in::5531694e-1714-439d-a47e-7795b732b077" providerId="AD" clId="Web-{6EB66EEA-382A-0279-91E6-3A846336C27F}" dt="2026-07-29T06:09:41.059" v="84"/>
          <ac:spMkLst>
            <pc:docMk/>
            <pc:sldMk cId="877721915" sldId="287"/>
            <ac:spMk id="10" creationId="{DB17E863-922E-4C26-BD64-E8FD41D28661}"/>
          </ac:spMkLst>
        </pc:spChg>
      </pc:sldChg>
      <pc:sldChg chg="addSp delSp modSp new mod setBg">
        <pc:chgData name="Sujit Das" userId="S::sujit.das@pdpu.ac.in::5531694e-1714-439d-a47e-7795b732b077" providerId="AD" clId="Web-{6EB66EEA-382A-0279-91E6-3A846336C27F}" dt="2026-07-29T06:15:45.126" v="107" actId="14100"/>
        <pc:sldMkLst>
          <pc:docMk/>
          <pc:sldMk cId="3665817351" sldId="288"/>
        </pc:sldMkLst>
        <pc:spChg chg="mod">
          <ac:chgData name="Sujit Das" userId="S::sujit.das@pdpu.ac.in::5531694e-1714-439d-a47e-7795b732b077" providerId="AD" clId="Web-{6EB66EEA-382A-0279-91E6-3A846336C27F}" dt="2026-07-29T06:14:59.907" v="103"/>
          <ac:spMkLst>
            <pc:docMk/>
            <pc:sldMk cId="3665817351" sldId="288"/>
            <ac:spMk id="2" creationId="{3961105B-4856-9D5B-1B17-925CCDCDC350}"/>
          </ac:spMkLst>
        </pc:spChg>
        <pc:spChg chg="add del">
          <ac:chgData name="Sujit Das" userId="S::sujit.das@pdpu.ac.in::5531694e-1714-439d-a47e-7795b732b077" providerId="AD" clId="Web-{6EB66EEA-382A-0279-91E6-3A846336C27F}" dt="2026-07-29T06:14:59.907" v="103"/>
          <ac:spMkLst>
            <pc:docMk/>
            <pc:sldMk cId="3665817351" sldId="288"/>
            <ac:spMk id="8" creationId="{100EDD19-6802-4EC3-95CE-CFFAB042CFD6}"/>
          </ac:spMkLst>
        </pc:spChg>
        <pc:spChg chg="add del">
          <ac:chgData name="Sujit Das" userId="S::sujit.das@pdpu.ac.in::5531694e-1714-439d-a47e-7795b732b077" providerId="AD" clId="Web-{6EB66EEA-382A-0279-91E6-3A846336C27F}" dt="2026-07-29T06:14:59.907" v="103"/>
          <ac:spMkLst>
            <pc:docMk/>
            <pc:sldMk cId="3665817351" sldId="288"/>
            <ac:spMk id="10" creationId="{DB17E863-922E-4C26-BD64-E8FD41D28661}"/>
          </ac:spMkLst>
        </pc:spChg>
        <pc:picChg chg="add mod ord">
          <ac:chgData name="Sujit Das" userId="S::sujit.das@pdpu.ac.in::5531694e-1714-439d-a47e-7795b732b077" providerId="AD" clId="Web-{6EB66EEA-382A-0279-91E6-3A846336C27F}" dt="2026-07-29T06:15:45.126" v="107" actId="14100"/>
          <ac:picMkLst>
            <pc:docMk/>
            <pc:sldMk cId="3665817351" sldId="288"/>
            <ac:picMk id="4" creationId="{BE70B521-6117-7D4E-2323-81EC910E48CC}"/>
          </ac:picMkLst>
        </pc:picChg>
      </pc:sldChg>
      <pc:sldChg chg="addSp modSp new mod setBg">
        <pc:chgData name="Sujit Das" userId="S::sujit.das@pdpu.ac.in::5531694e-1714-439d-a47e-7795b732b077" providerId="AD" clId="Web-{6EB66EEA-382A-0279-91E6-3A846336C27F}" dt="2026-07-29T06:18:37.659" v="118" actId="20577"/>
        <pc:sldMkLst>
          <pc:docMk/>
          <pc:sldMk cId="2358345736" sldId="289"/>
        </pc:sldMkLst>
        <pc:spChg chg="mod">
          <ac:chgData name="Sujit Das" userId="S::sujit.das@pdpu.ac.in::5531694e-1714-439d-a47e-7795b732b077" providerId="AD" clId="Web-{6EB66EEA-382A-0279-91E6-3A846336C27F}" dt="2026-07-29T06:17:56.268" v="112" actId="20577"/>
          <ac:spMkLst>
            <pc:docMk/>
            <pc:sldMk cId="2358345736" sldId="289"/>
            <ac:spMk id="2" creationId="{96885514-320B-C4AC-EA66-BA1576E61900}"/>
          </ac:spMkLst>
        </pc:spChg>
        <pc:spChg chg="mod">
          <ac:chgData name="Sujit Das" userId="S::sujit.das@pdpu.ac.in::5531694e-1714-439d-a47e-7795b732b077" providerId="AD" clId="Web-{6EB66EEA-382A-0279-91E6-3A846336C27F}" dt="2026-07-29T06:18:37.659" v="118" actId="20577"/>
          <ac:spMkLst>
            <pc:docMk/>
            <pc:sldMk cId="2358345736" sldId="289"/>
            <ac:spMk id="3" creationId="{5AC1A179-B1F6-1A61-4CED-E967A429551D}"/>
          </ac:spMkLst>
        </pc:spChg>
        <pc:spChg chg="add">
          <ac:chgData name="Sujit Das" userId="S::sujit.das@pdpu.ac.in::5531694e-1714-439d-a47e-7795b732b077" providerId="AD" clId="Web-{6EB66EEA-382A-0279-91E6-3A846336C27F}" dt="2026-07-29T06:16:12.502" v="109"/>
          <ac:spMkLst>
            <pc:docMk/>
            <pc:sldMk cId="2358345736" sldId="289"/>
            <ac:spMk id="8" creationId="{100EDD19-6802-4EC3-95CE-CFFAB042CFD6}"/>
          </ac:spMkLst>
        </pc:spChg>
        <pc:spChg chg="add">
          <ac:chgData name="Sujit Das" userId="S::sujit.das@pdpu.ac.in::5531694e-1714-439d-a47e-7795b732b077" providerId="AD" clId="Web-{6EB66EEA-382A-0279-91E6-3A846336C27F}" dt="2026-07-29T06:16:12.502" v="109"/>
          <ac:spMkLst>
            <pc:docMk/>
            <pc:sldMk cId="2358345736" sldId="289"/>
            <ac:spMk id="10" creationId="{DB17E863-922E-4C26-BD64-E8FD41D28661}"/>
          </ac:spMkLst>
        </pc:spChg>
      </pc:sldChg>
      <pc:sldChg chg="addSp modSp new mod setBg">
        <pc:chgData name="Sujit Das" userId="S::sujit.das@pdpu.ac.in::5531694e-1714-439d-a47e-7795b732b077" providerId="AD" clId="Web-{6EB66EEA-382A-0279-91E6-3A846336C27F}" dt="2026-07-29T06:19:10.410" v="126" actId="20577"/>
        <pc:sldMkLst>
          <pc:docMk/>
          <pc:sldMk cId="2212796009" sldId="290"/>
        </pc:sldMkLst>
        <pc:spChg chg="mod">
          <ac:chgData name="Sujit Das" userId="S::sujit.das@pdpu.ac.in::5531694e-1714-439d-a47e-7795b732b077" providerId="AD" clId="Web-{6EB66EEA-382A-0279-91E6-3A846336C27F}" dt="2026-07-29T06:18:57.144" v="121" actId="20577"/>
          <ac:spMkLst>
            <pc:docMk/>
            <pc:sldMk cId="2212796009" sldId="290"/>
            <ac:spMk id="2" creationId="{D697F68D-8F0E-30D8-68A9-6585FD3F1C6B}"/>
          </ac:spMkLst>
        </pc:spChg>
        <pc:spChg chg="mod">
          <ac:chgData name="Sujit Das" userId="S::sujit.das@pdpu.ac.in::5531694e-1714-439d-a47e-7795b732b077" providerId="AD" clId="Web-{6EB66EEA-382A-0279-91E6-3A846336C27F}" dt="2026-07-29T06:19:10.410" v="126" actId="20577"/>
          <ac:spMkLst>
            <pc:docMk/>
            <pc:sldMk cId="2212796009" sldId="290"/>
            <ac:spMk id="3" creationId="{C1DDD10C-91C6-0ACA-8CBB-1E7CA207E601}"/>
          </ac:spMkLst>
        </pc:spChg>
        <pc:spChg chg="add">
          <ac:chgData name="Sujit Das" userId="S::sujit.das@pdpu.ac.in::5531694e-1714-439d-a47e-7795b732b077" providerId="AD" clId="Web-{6EB66EEA-382A-0279-91E6-3A846336C27F}" dt="2026-07-29T06:16:18.502" v="111"/>
          <ac:spMkLst>
            <pc:docMk/>
            <pc:sldMk cId="2212796009" sldId="290"/>
            <ac:spMk id="8" creationId="{100EDD19-6802-4EC3-95CE-CFFAB042CFD6}"/>
          </ac:spMkLst>
        </pc:spChg>
        <pc:spChg chg="add">
          <ac:chgData name="Sujit Das" userId="S::sujit.das@pdpu.ac.in::5531694e-1714-439d-a47e-7795b732b077" providerId="AD" clId="Web-{6EB66EEA-382A-0279-91E6-3A846336C27F}" dt="2026-07-29T06:16:18.502" v="111"/>
          <ac:spMkLst>
            <pc:docMk/>
            <pc:sldMk cId="2212796009" sldId="290"/>
            <ac:spMk id="10" creationId="{DB17E863-922E-4C26-BD64-E8FD41D28661}"/>
          </ac:spMkLst>
        </pc:spChg>
      </pc:sldChg>
      <pc:sldChg chg="addSp delSp modSp new mod setBg">
        <pc:chgData name="Sujit Das" userId="S::sujit.das@pdpu.ac.in::5531694e-1714-439d-a47e-7795b732b077" providerId="AD" clId="Web-{6EB66EEA-382A-0279-91E6-3A846336C27F}" dt="2026-07-29T06:21:08.194" v="183"/>
        <pc:sldMkLst>
          <pc:docMk/>
          <pc:sldMk cId="3127802057" sldId="291"/>
        </pc:sldMkLst>
        <pc:spChg chg="mod">
          <ac:chgData name="Sujit Das" userId="S::sujit.das@pdpu.ac.in::5531694e-1714-439d-a47e-7795b732b077" providerId="AD" clId="Web-{6EB66EEA-382A-0279-91E6-3A846336C27F}" dt="2026-07-29T06:20:37.865" v="130" actId="20577"/>
          <ac:spMkLst>
            <pc:docMk/>
            <pc:sldMk cId="3127802057" sldId="291"/>
            <ac:spMk id="2" creationId="{5ABCBC91-03C8-CD32-F138-45F45F19F486}"/>
          </ac:spMkLst>
        </pc:spChg>
        <pc:spChg chg="add">
          <ac:chgData name="Sujit Das" userId="S::sujit.das@pdpu.ac.in::5531694e-1714-439d-a47e-7795b732b077" providerId="AD" clId="Web-{6EB66EEA-382A-0279-91E6-3A846336C27F}" dt="2026-07-29T06:20:43.131" v="131"/>
          <ac:spMkLst>
            <pc:docMk/>
            <pc:sldMk cId="3127802057" sldId="291"/>
            <ac:spMk id="15" creationId="{35DB3719-6FDC-4E5D-891D-FF40B7300F64}"/>
          </ac:spMkLst>
        </pc:spChg>
        <pc:spChg chg="add">
          <ac:chgData name="Sujit Das" userId="S::sujit.das@pdpu.ac.in::5531694e-1714-439d-a47e-7795b732b077" providerId="AD" clId="Web-{6EB66EEA-382A-0279-91E6-3A846336C27F}" dt="2026-07-29T06:20:43.131" v="131"/>
          <ac:spMkLst>
            <pc:docMk/>
            <pc:sldMk cId="3127802057" sldId="291"/>
            <ac:spMk id="17" creationId="{E0CBAC23-2E3F-4A90-BA59-F8299F6A5439}"/>
          </ac:spMkLst>
        </pc:spChg>
        <pc:graphicFrameChg chg="add mod ord modGraphic">
          <ac:chgData name="Sujit Das" userId="S::sujit.das@pdpu.ac.in::5531694e-1714-439d-a47e-7795b732b077" providerId="AD" clId="Web-{6EB66EEA-382A-0279-91E6-3A846336C27F}" dt="2026-07-29T06:21:08.194" v="183"/>
          <ac:graphicFrameMkLst>
            <pc:docMk/>
            <pc:sldMk cId="3127802057" sldId="291"/>
            <ac:graphicFrameMk id="5" creationId="{F46E6427-94A0-8B1D-5B1E-58E2F7FFB4BE}"/>
          </ac:graphicFrameMkLst>
        </pc:graphicFrameChg>
      </pc:sldChg>
      <pc:sldChg chg="addSp modSp new mod setBg">
        <pc:chgData name="Sujit Das" userId="S::sujit.das@pdpu.ac.in::5531694e-1714-439d-a47e-7795b732b077" providerId="AD" clId="Web-{6EB66EEA-382A-0279-91E6-3A846336C27F}" dt="2026-07-29T06:21:59.539" v="196" actId="20577"/>
        <pc:sldMkLst>
          <pc:docMk/>
          <pc:sldMk cId="3062536932" sldId="292"/>
        </pc:sldMkLst>
        <pc:spChg chg="mod">
          <ac:chgData name="Sujit Das" userId="S::sujit.das@pdpu.ac.in::5531694e-1714-439d-a47e-7795b732b077" providerId="AD" clId="Web-{6EB66EEA-382A-0279-91E6-3A846336C27F}" dt="2026-07-29T06:21:23.585" v="186" actId="20577"/>
          <ac:spMkLst>
            <pc:docMk/>
            <pc:sldMk cId="3062536932" sldId="292"/>
            <ac:spMk id="2" creationId="{96DD78BA-F574-C872-7CE4-27BADE1B71D4}"/>
          </ac:spMkLst>
        </pc:spChg>
        <pc:spChg chg="mod">
          <ac:chgData name="Sujit Das" userId="S::sujit.das@pdpu.ac.in::5531694e-1714-439d-a47e-7795b732b077" providerId="AD" clId="Web-{6EB66EEA-382A-0279-91E6-3A846336C27F}" dt="2026-07-29T06:21:59.539" v="196" actId="20577"/>
          <ac:spMkLst>
            <pc:docMk/>
            <pc:sldMk cId="3062536932" sldId="292"/>
            <ac:spMk id="3" creationId="{7EBF7689-99C0-AF1B-AA87-15C7AFF6C807}"/>
          </ac:spMkLst>
        </pc:spChg>
        <pc:spChg chg="add">
          <ac:chgData name="Sujit Das" userId="S::sujit.das@pdpu.ac.in::5531694e-1714-439d-a47e-7795b732b077" providerId="AD" clId="Web-{6EB66EEA-382A-0279-91E6-3A846336C27F}" dt="2026-07-29T06:21:15.491" v="184"/>
          <ac:spMkLst>
            <pc:docMk/>
            <pc:sldMk cId="3062536932" sldId="292"/>
            <ac:spMk id="8" creationId="{100EDD19-6802-4EC3-95CE-CFFAB042CFD6}"/>
          </ac:spMkLst>
        </pc:spChg>
        <pc:spChg chg="add">
          <ac:chgData name="Sujit Das" userId="S::sujit.das@pdpu.ac.in::5531694e-1714-439d-a47e-7795b732b077" providerId="AD" clId="Web-{6EB66EEA-382A-0279-91E6-3A846336C27F}" dt="2026-07-29T06:21:15.491" v="184"/>
          <ac:spMkLst>
            <pc:docMk/>
            <pc:sldMk cId="3062536932" sldId="292"/>
            <ac:spMk id="10" creationId="{DB17E863-922E-4C26-BD64-E8FD41D28661}"/>
          </ac:spMkLst>
        </pc:spChg>
      </pc:sldChg>
      <pc:sldChg chg="addSp modSp new mod setBg">
        <pc:chgData name="Sujit Das" userId="S::sujit.das@pdpu.ac.in::5531694e-1714-439d-a47e-7795b732b077" providerId="AD" clId="Web-{6EB66EEA-382A-0279-91E6-3A846336C27F}" dt="2026-07-29T06:23:43.775" v="208" actId="20577"/>
        <pc:sldMkLst>
          <pc:docMk/>
          <pc:sldMk cId="3848109400" sldId="293"/>
        </pc:sldMkLst>
        <pc:spChg chg="mod">
          <ac:chgData name="Sujit Das" userId="S::sujit.das@pdpu.ac.in::5531694e-1714-439d-a47e-7795b732b077" providerId="AD" clId="Web-{6EB66EEA-382A-0279-91E6-3A846336C27F}" dt="2026-07-29T06:23:25.025" v="204" actId="20577"/>
          <ac:spMkLst>
            <pc:docMk/>
            <pc:sldMk cId="3848109400" sldId="293"/>
            <ac:spMk id="2" creationId="{9589659C-BD4C-053C-EA10-F1F70D5EFB3E}"/>
          </ac:spMkLst>
        </pc:spChg>
        <pc:spChg chg="mod">
          <ac:chgData name="Sujit Das" userId="S::sujit.das@pdpu.ac.in::5531694e-1714-439d-a47e-7795b732b077" providerId="AD" clId="Web-{6EB66EEA-382A-0279-91E6-3A846336C27F}" dt="2026-07-29T06:23:43.775" v="208" actId="20577"/>
          <ac:spMkLst>
            <pc:docMk/>
            <pc:sldMk cId="3848109400" sldId="293"/>
            <ac:spMk id="3" creationId="{2BC259A9-1C81-CB28-1C62-95EA5205A553}"/>
          </ac:spMkLst>
        </pc:spChg>
        <pc:spChg chg="add">
          <ac:chgData name="Sujit Das" userId="S::sujit.das@pdpu.ac.in::5531694e-1714-439d-a47e-7795b732b077" providerId="AD" clId="Web-{6EB66EEA-382A-0279-91E6-3A846336C27F}" dt="2026-07-29T06:23:06.634" v="198"/>
          <ac:spMkLst>
            <pc:docMk/>
            <pc:sldMk cId="3848109400" sldId="293"/>
            <ac:spMk id="8" creationId="{100EDD19-6802-4EC3-95CE-CFFAB042CFD6}"/>
          </ac:spMkLst>
        </pc:spChg>
        <pc:spChg chg="add">
          <ac:chgData name="Sujit Das" userId="S::sujit.das@pdpu.ac.in::5531694e-1714-439d-a47e-7795b732b077" providerId="AD" clId="Web-{6EB66EEA-382A-0279-91E6-3A846336C27F}" dt="2026-07-29T06:23:06.634" v="198"/>
          <ac:spMkLst>
            <pc:docMk/>
            <pc:sldMk cId="3848109400" sldId="293"/>
            <ac:spMk id="10" creationId="{DB17E863-922E-4C26-BD64-E8FD41D28661}"/>
          </ac:spMkLst>
        </pc:spChg>
      </pc:sldChg>
      <pc:sldChg chg="addSp delSp modSp new mod setBg">
        <pc:chgData name="Sujit Das" userId="S::sujit.das@pdpu.ac.in::5531694e-1714-439d-a47e-7795b732b077" providerId="AD" clId="Web-{6EB66EEA-382A-0279-91E6-3A846336C27F}" dt="2026-07-29T06:24:53.714" v="262"/>
        <pc:sldMkLst>
          <pc:docMk/>
          <pc:sldMk cId="526988236" sldId="294"/>
        </pc:sldMkLst>
        <pc:spChg chg="mod">
          <ac:chgData name="Sujit Das" userId="S::sujit.das@pdpu.ac.in::5531694e-1714-439d-a47e-7795b732b077" providerId="AD" clId="Web-{6EB66EEA-382A-0279-91E6-3A846336C27F}" dt="2026-07-29T06:24:41.120" v="214"/>
          <ac:spMkLst>
            <pc:docMk/>
            <pc:sldMk cId="526988236" sldId="294"/>
            <ac:spMk id="2" creationId="{27B4F893-2EFD-39F8-A3D9-D9BCF8521759}"/>
          </ac:spMkLst>
        </pc:spChg>
        <pc:spChg chg="add">
          <ac:chgData name="Sujit Das" userId="S::sujit.das@pdpu.ac.in::5531694e-1714-439d-a47e-7795b732b077" providerId="AD" clId="Web-{6EB66EEA-382A-0279-91E6-3A846336C27F}" dt="2026-07-29T06:24:41.120" v="214"/>
          <ac:spMkLst>
            <pc:docMk/>
            <pc:sldMk cId="526988236" sldId="294"/>
            <ac:spMk id="15" creationId="{35DB3719-6FDC-4E5D-891D-FF40B7300F64}"/>
          </ac:spMkLst>
        </pc:spChg>
        <pc:spChg chg="add">
          <ac:chgData name="Sujit Das" userId="S::sujit.das@pdpu.ac.in::5531694e-1714-439d-a47e-7795b732b077" providerId="AD" clId="Web-{6EB66EEA-382A-0279-91E6-3A846336C27F}" dt="2026-07-29T06:24:41.120" v="214"/>
          <ac:spMkLst>
            <pc:docMk/>
            <pc:sldMk cId="526988236" sldId="294"/>
            <ac:spMk id="17" creationId="{E0CBAC23-2E3F-4A90-BA59-F8299F6A5439}"/>
          </ac:spMkLst>
        </pc:spChg>
        <pc:graphicFrameChg chg="add mod ord modGraphic">
          <ac:chgData name="Sujit Das" userId="S::sujit.das@pdpu.ac.in::5531694e-1714-439d-a47e-7795b732b077" providerId="AD" clId="Web-{6EB66EEA-382A-0279-91E6-3A846336C27F}" dt="2026-07-29T06:24:53.714" v="262"/>
          <ac:graphicFrameMkLst>
            <pc:docMk/>
            <pc:sldMk cId="526988236" sldId="294"/>
            <ac:graphicFrameMk id="5" creationId="{A836A6CA-B00C-65C8-1A22-96519F6BD763}"/>
          </ac:graphicFrameMkLst>
        </pc:graphicFrameChg>
      </pc:sldChg>
      <pc:sldChg chg="addSp delSp modSp new mod setBg">
        <pc:chgData name="Sujit Das" userId="S::sujit.das@pdpu.ac.in::5531694e-1714-439d-a47e-7795b732b077" providerId="AD" clId="Web-{6EB66EEA-382A-0279-91E6-3A846336C27F}" dt="2026-07-29T06:25:17.371" v="268" actId="20577"/>
        <pc:sldMkLst>
          <pc:docMk/>
          <pc:sldMk cId="2307982683" sldId="295"/>
        </pc:sldMkLst>
        <pc:spChg chg="mod">
          <ac:chgData name="Sujit Das" userId="S::sujit.das@pdpu.ac.in::5531694e-1714-439d-a47e-7795b732b077" providerId="AD" clId="Web-{6EB66EEA-382A-0279-91E6-3A846336C27F}" dt="2026-07-29T06:25:17.371" v="268" actId="20577"/>
          <ac:spMkLst>
            <pc:docMk/>
            <pc:sldMk cId="2307982683" sldId="295"/>
            <ac:spMk id="2" creationId="{B9345A21-54EB-705A-DBDF-4CD30EE5A2EF}"/>
          </ac:spMkLst>
        </pc:spChg>
        <pc:spChg chg="add">
          <ac:chgData name="Sujit Das" userId="S::sujit.das@pdpu.ac.in::5531694e-1714-439d-a47e-7795b732b077" providerId="AD" clId="Web-{6EB66EEA-382A-0279-91E6-3A846336C27F}" dt="2026-07-29T06:25:07.730" v="267"/>
          <ac:spMkLst>
            <pc:docMk/>
            <pc:sldMk cId="2307982683" sldId="295"/>
            <ac:spMk id="14" creationId="{35DB3719-6FDC-4E5D-891D-FF40B7300F64}"/>
          </ac:spMkLst>
        </pc:spChg>
        <pc:spChg chg="add">
          <ac:chgData name="Sujit Das" userId="S::sujit.das@pdpu.ac.in::5531694e-1714-439d-a47e-7795b732b077" providerId="AD" clId="Web-{6EB66EEA-382A-0279-91E6-3A846336C27F}" dt="2026-07-29T06:25:07.730" v="267"/>
          <ac:spMkLst>
            <pc:docMk/>
            <pc:sldMk cId="2307982683" sldId="295"/>
            <ac:spMk id="15" creationId="{E0CBAC23-2E3F-4A90-BA59-F8299F6A5439}"/>
          </ac:spMkLst>
        </pc:spChg>
        <pc:graphicFrameChg chg="add mod ord modGraphic">
          <ac:chgData name="Sujit Das" userId="S::sujit.das@pdpu.ac.in::5531694e-1714-439d-a47e-7795b732b077" providerId="AD" clId="Web-{6EB66EEA-382A-0279-91E6-3A846336C27F}" dt="2026-07-29T06:25:07.730" v="267"/>
          <ac:graphicFrameMkLst>
            <pc:docMk/>
            <pc:sldMk cId="2307982683" sldId="295"/>
            <ac:graphicFrameMk id="5" creationId="{7541764E-2DCB-299B-13FE-09F7673235DD}"/>
          </ac:graphicFrameMkLst>
        </pc:graphicFrameChg>
      </pc:sldChg>
      <pc:sldChg chg="addSp modSp new mod setBg">
        <pc:chgData name="Sujit Das" userId="S::sujit.das@pdpu.ac.in::5531694e-1714-439d-a47e-7795b732b077" providerId="AD" clId="Web-{6EB66EEA-382A-0279-91E6-3A846336C27F}" dt="2026-07-29T06:26:15.840" v="278" actId="20577"/>
        <pc:sldMkLst>
          <pc:docMk/>
          <pc:sldMk cId="2504993502" sldId="296"/>
        </pc:sldMkLst>
        <pc:spChg chg="mod">
          <ac:chgData name="Sujit Das" userId="S::sujit.das@pdpu.ac.in::5531694e-1714-439d-a47e-7795b732b077" providerId="AD" clId="Web-{6EB66EEA-382A-0279-91E6-3A846336C27F}" dt="2026-07-29T06:25:54.918" v="275" actId="20577"/>
          <ac:spMkLst>
            <pc:docMk/>
            <pc:sldMk cId="2504993502" sldId="296"/>
            <ac:spMk id="2" creationId="{7A074AC0-6E19-163F-B38E-5280CD70472A}"/>
          </ac:spMkLst>
        </pc:spChg>
        <pc:spChg chg="mod">
          <ac:chgData name="Sujit Das" userId="S::sujit.das@pdpu.ac.in::5531694e-1714-439d-a47e-7795b732b077" providerId="AD" clId="Web-{6EB66EEA-382A-0279-91E6-3A846336C27F}" dt="2026-07-29T06:26:15.840" v="278" actId="20577"/>
          <ac:spMkLst>
            <pc:docMk/>
            <pc:sldMk cId="2504993502" sldId="296"/>
            <ac:spMk id="3" creationId="{EC3BDEBB-FC5D-50C9-E6BE-648C256D03C4}"/>
          </ac:spMkLst>
        </pc:spChg>
        <pc:spChg chg="add">
          <ac:chgData name="Sujit Das" userId="S::sujit.das@pdpu.ac.in::5531694e-1714-439d-a47e-7795b732b077" providerId="AD" clId="Web-{6EB66EEA-382A-0279-91E6-3A846336C27F}" dt="2026-07-29T06:25:47.246" v="270"/>
          <ac:spMkLst>
            <pc:docMk/>
            <pc:sldMk cId="2504993502" sldId="296"/>
            <ac:spMk id="8" creationId="{100EDD19-6802-4EC3-95CE-CFFAB042CFD6}"/>
          </ac:spMkLst>
        </pc:spChg>
        <pc:spChg chg="add">
          <ac:chgData name="Sujit Das" userId="S::sujit.das@pdpu.ac.in::5531694e-1714-439d-a47e-7795b732b077" providerId="AD" clId="Web-{6EB66EEA-382A-0279-91E6-3A846336C27F}" dt="2026-07-29T06:25:47.246" v="270"/>
          <ac:spMkLst>
            <pc:docMk/>
            <pc:sldMk cId="2504993502" sldId="296"/>
            <ac:spMk id="10" creationId="{DB17E863-922E-4C26-BD64-E8FD41D28661}"/>
          </ac:spMkLst>
        </pc:spChg>
      </pc:sldChg>
    </pc:docChg>
  </pc:docChgLst>
  <pc:docChgLst>
    <pc:chgData name="Sujit Das" userId="S::sujit.das@pdpu.ac.in::5531694e-1714-439d-a47e-7795b732b077" providerId="AD" clId="Web-{FBE1A2E5-5BC9-F56E-5224-CEB0872559DF}"/>
    <pc:docChg chg="modSld">
      <pc:chgData name="Sujit Das" userId="S::sujit.das@pdpu.ac.in::5531694e-1714-439d-a47e-7795b732b077" providerId="AD" clId="Web-{FBE1A2E5-5BC9-F56E-5224-CEB0872559DF}" dt="2026-08-04T06:43:36.575" v="13" actId="20577"/>
      <pc:docMkLst>
        <pc:docMk/>
      </pc:docMkLst>
      <pc:sldChg chg="modSp">
        <pc:chgData name="Sujit Das" userId="S::sujit.das@pdpu.ac.in::5531694e-1714-439d-a47e-7795b732b077" providerId="AD" clId="Web-{FBE1A2E5-5BC9-F56E-5224-CEB0872559DF}" dt="2026-08-04T06:43:36.575" v="13" actId="20577"/>
        <pc:sldMkLst>
          <pc:docMk/>
          <pc:sldMk cId="3572038750" sldId="277"/>
        </pc:sldMkLst>
        <pc:spChg chg="mod">
          <ac:chgData name="Sujit Das" userId="S::sujit.das@pdpu.ac.in::5531694e-1714-439d-a47e-7795b732b077" providerId="AD" clId="Web-{FBE1A2E5-5BC9-F56E-5224-CEB0872559DF}" dt="2026-08-04T06:43:36.575" v="13" actId="20577"/>
          <ac:spMkLst>
            <pc:docMk/>
            <pc:sldMk cId="3572038750" sldId="277"/>
            <ac:spMk id="3" creationId="{00000000-0000-0000-0000-000000000000}"/>
          </ac:spMkLst>
        </pc:spChg>
      </pc:sldChg>
    </pc:docChg>
  </pc:docChgLst>
  <pc:docChgLst>
    <pc:chgData name="Sujit Das" userId="S::sujit.das@pdpu.ac.in::5531694e-1714-439d-a47e-7795b732b077" providerId="AD" clId="Web-{0BC80AC2-D585-4F2E-6487-7062848277D7}"/>
    <pc:docChg chg="delSld modSld">
      <pc:chgData name="Sujit Das" userId="S::sujit.das@pdpu.ac.in::5531694e-1714-439d-a47e-7795b732b077" providerId="AD" clId="Web-{0BC80AC2-D585-4F2E-6487-7062848277D7}" dt="2026-08-04T06:08:32.101" v="15"/>
      <pc:docMkLst>
        <pc:docMk/>
      </pc:docMkLst>
      <pc:sldChg chg="del">
        <pc:chgData name="Sujit Das" userId="S::sujit.das@pdpu.ac.in::5531694e-1714-439d-a47e-7795b732b077" providerId="AD" clId="Web-{0BC80AC2-D585-4F2E-6487-7062848277D7}" dt="2026-08-04T06:05:37.773" v="0"/>
        <pc:sldMkLst>
          <pc:docMk/>
          <pc:sldMk cId="4253550211" sldId="263"/>
        </pc:sldMkLst>
      </pc:sldChg>
      <pc:sldChg chg="addSp modSp mod setBg">
        <pc:chgData name="Sujit Das" userId="S::sujit.das@pdpu.ac.in::5531694e-1714-439d-a47e-7795b732b077" providerId="AD" clId="Web-{0BC80AC2-D585-4F2E-6487-7062848277D7}" dt="2026-08-04T06:05:58.898" v="1"/>
        <pc:sldMkLst>
          <pc:docMk/>
          <pc:sldMk cId="2435587280" sldId="264"/>
        </pc:sldMkLst>
        <pc:spChg chg="mod">
          <ac:chgData name="Sujit Das" userId="S::sujit.das@pdpu.ac.in::5531694e-1714-439d-a47e-7795b732b077" providerId="AD" clId="Web-{0BC80AC2-D585-4F2E-6487-7062848277D7}" dt="2026-08-04T06:05:58.898" v="1"/>
          <ac:spMkLst>
            <pc:docMk/>
            <pc:sldMk cId="2435587280" sldId="264"/>
            <ac:spMk id="2" creationId="{00000000-0000-0000-0000-000000000000}"/>
          </ac:spMkLst>
        </pc:spChg>
        <pc:spChg chg="mod">
          <ac:chgData name="Sujit Das" userId="S::sujit.das@pdpu.ac.in::5531694e-1714-439d-a47e-7795b732b077" providerId="AD" clId="Web-{0BC80AC2-D585-4F2E-6487-7062848277D7}" dt="2026-08-04T06:05:58.898" v="1"/>
          <ac:spMkLst>
            <pc:docMk/>
            <pc:sldMk cId="2435587280" sldId="264"/>
            <ac:spMk id="4" creationId="{00000000-0000-0000-0000-000000000000}"/>
          </ac:spMkLst>
        </pc:spChg>
        <pc:spChg chg="add">
          <ac:chgData name="Sujit Das" userId="S::sujit.das@pdpu.ac.in::5531694e-1714-439d-a47e-7795b732b077" providerId="AD" clId="Web-{0BC80AC2-D585-4F2E-6487-7062848277D7}" dt="2026-08-04T06:05:58.898" v="1"/>
          <ac:spMkLst>
            <pc:docMk/>
            <pc:sldMk cId="2435587280" sldId="264"/>
            <ac:spMk id="9" creationId="{100EDD19-6802-4EC3-95CE-CFFAB042CFD6}"/>
          </ac:spMkLst>
        </pc:spChg>
        <pc:spChg chg="add">
          <ac:chgData name="Sujit Das" userId="S::sujit.das@pdpu.ac.in::5531694e-1714-439d-a47e-7795b732b077" providerId="AD" clId="Web-{0BC80AC2-D585-4F2E-6487-7062848277D7}" dt="2026-08-04T06:05:58.898" v="1"/>
          <ac:spMkLst>
            <pc:docMk/>
            <pc:sldMk cId="2435587280" sldId="264"/>
            <ac:spMk id="11" creationId="{DB17E863-922E-4C26-BD64-E8FD41D28661}"/>
          </ac:spMkLst>
        </pc:spChg>
      </pc:sldChg>
      <pc:sldChg chg="addSp modSp mod setBg">
        <pc:chgData name="Sujit Das" userId="S::sujit.das@pdpu.ac.in::5531694e-1714-439d-a47e-7795b732b077" providerId="AD" clId="Web-{0BC80AC2-D585-4F2E-6487-7062848277D7}" dt="2026-08-04T06:06:25.304" v="3"/>
        <pc:sldMkLst>
          <pc:docMk/>
          <pc:sldMk cId="1903871120" sldId="265"/>
        </pc:sldMkLst>
        <pc:spChg chg="mod">
          <ac:chgData name="Sujit Das" userId="S::sujit.das@pdpu.ac.in::5531694e-1714-439d-a47e-7795b732b077" providerId="AD" clId="Web-{0BC80AC2-D585-4F2E-6487-7062848277D7}" dt="2026-08-04T06:06:25.304" v="3"/>
          <ac:spMkLst>
            <pc:docMk/>
            <pc:sldMk cId="1903871120" sldId="265"/>
            <ac:spMk id="2" creationId="{00000000-0000-0000-0000-000000000000}"/>
          </ac:spMkLst>
        </pc:spChg>
        <pc:spChg chg="mod">
          <ac:chgData name="Sujit Das" userId="S::sujit.das@pdpu.ac.in::5531694e-1714-439d-a47e-7795b732b077" providerId="AD" clId="Web-{0BC80AC2-D585-4F2E-6487-7062848277D7}" dt="2026-08-04T06:06:25.304" v="3"/>
          <ac:spMkLst>
            <pc:docMk/>
            <pc:sldMk cId="1903871120" sldId="265"/>
            <ac:spMk id="4" creationId="{00000000-0000-0000-0000-000000000000}"/>
          </ac:spMkLst>
        </pc:spChg>
        <pc:spChg chg="add">
          <ac:chgData name="Sujit Das" userId="S::sujit.das@pdpu.ac.in::5531694e-1714-439d-a47e-7795b732b077" providerId="AD" clId="Web-{0BC80AC2-D585-4F2E-6487-7062848277D7}" dt="2026-08-04T06:06:25.304" v="3"/>
          <ac:spMkLst>
            <pc:docMk/>
            <pc:sldMk cId="1903871120" sldId="265"/>
            <ac:spMk id="9" creationId="{100EDD19-6802-4EC3-95CE-CFFAB042CFD6}"/>
          </ac:spMkLst>
        </pc:spChg>
        <pc:spChg chg="add">
          <ac:chgData name="Sujit Das" userId="S::sujit.das@pdpu.ac.in::5531694e-1714-439d-a47e-7795b732b077" providerId="AD" clId="Web-{0BC80AC2-D585-4F2E-6487-7062848277D7}" dt="2026-08-04T06:06:25.304" v="3"/>
          <ac:spMkLst>
            <pc:docMk/>
            <pc:sldMk cId="1903871120" sldId="265"/>
            <ac:spMk id="11" creationId="{DB17E863-922E-4C26-BD64-E8FD41D28661}"/>
          </ac:spMkLst>
        </pc:spChg>
      </pc:sldChg>
      <pc:sldChg chg="addSp modSp mod setBg">
        <pc:chgData name="Sujit Das" userId="S::sujit.das@pdpu.ac.in::5531694e-1714-439d-a47e-7795b732b077" providerId="AD" clId="Web-{0BC80AC2-D585-4F2E-6487-7062848277D7}" dt="2026-08-04T06:06:39.788" v="4"/>
        <pc:sldMkLst>
          <pc:docMk/>
          <pc:sldMk cId="1289286523" sldId="266"/>
        </pc:sldMkLst>
        <pc:spChg chg="mod">
          <ac:chgData name="Sujit Das" userId="S::sujit.das@pdpu.ac.in::5531694e-1714-439d-a47e-7795b732b077" providerId="AD" clId="Web-{0BC80AC2-D585-4F2E-6487-7062848277D7}" dt="2026-08-04T06:06:39.788" v="4"/>
          <ac:spMkLst>
            <pc:docMk/>
            <pc:sldMk cId="1289286523" sldId="266"/>
            <ac:spMk id="2" creationId="{00000000-0000-0000-0000-000000000000}"/>
          </ac:spMkLst>
        </pc:spChg>
        <pc:spChg chg="mod">
          <ac:chgData name="Sujit Das" userId="S::sujit.das@pdpu.ac.in::5531694e-1714-439d-a47e-7795b732b077" providerId="AD" clId="Web-{0BC80AC2-D585-4F2E-6487-7062848277D7}" dt="2026-08-04T06:06:39.788" v="4"/>
          <ac:spMkLst>
            <pc:docMk/>
            <pc:sldMk cId="1289286523" sldId="266"/>
            <ac:spMk id="4" creationId="{00000000-0000-0000-0000-000000000000}"/>
          </ac:spMkLst>
        </pc:spChg>
        <pc:spChg chg="add">
          <ac:chgData name="Sujit Das" userId="S::sujit.das@pdpu.ac.in::5531694e-1714-439d-a47e-7795b732b077" providerId="AD" clId="Web-{0BC80AC2-D585-4F2E-6487-7062848277D7}" dt="2026-08-04T06:06:39.788" v="4"/>
          <ac:spMkLst>
            <pc:docMk/>
            <pc:sldMk cId="1289286523" sldId="266"/>
            <ac:spMk id="9" creationId="{100EDD19-6802-4EC3-95CE-CFFAB042CFD6}"/>
          </ac:spMkLst>
        </pc:spChg>
        <pc:spChg chg="add">
          <ac:chgData name="Sujit Das" userId="S::sujit.das@pdpu.ac.in::5531694e-1714-439d-a47e-7795b732b077" providerId="AD" clId="Web-{0BC80AC2-D585-4F2E-6487-7062848277D7}" dt="2026-08-04T06:06:39.788" v="4"/>
          <ac:spMkLst>
            <pc:docMk/>
            <pc:sldMk cId="1289286523" sldId="266"/>
            <ac:spMk id="11" creationId="{DB17E863-922E-4C26-BD64-E8FD41D28661}"/>
          </ac:spMkLst>
        </pc:spChg>
      </pc:sldChg>
      <pc:sldChg chg="addSp modSp mod setBg">
        <pc:chgData name="Sujit Das" userId="S::sujit.das@pdpu.ac.in::5531694e-1714-439d-a47e-7795b732b077" providerId="AD" clId="Web-{0BC80AC2-D585-4F2E-6487-7062848277D7}" dt="2026-08-04T06:06:46.648" v="5"/>
        <pc:sldMkLst>
          <pc:docMk/>
          <pc:sldMk cId="2269042958" sldId="267"/>
        </pc:sldMkLst>
        <pc:spChg chg="mod">
          <ac:chgData name="Sujit Das" userId="S::sujit.das@pdpu.ac.in::5531694e-1714-439d-a47e-7795b732b077" providerId="AD" clId="Web-{0BC80AC2-D585-4F2E-6487-7062848277D7}" dt="2026-08-04T06:06:46.648" v="5"/>
          <ac:spMkLst>
            <pc:docMk/>
            <pc:sldMk cId="2269042958" sldId="267"/>
            <ac:spMk id="2" creationId="{00000000-0000-0000-0000-000000000000}"/>
          </ac:spMkLst>
        </pc:spChg>
        <pc:spChg chg="mod">
          <ac:chgData name="Sujit Das" userId="S::sujit.das@pdpu.ac.in::5531694e-1714-439d-a47e-7795b732b077" providerId="AD" clId="Web-{0BC80AC2-D585-4F2E-6487-7062848277D7}" dt="2026-08-04T06:06:46.648" v="5"/>
          <ac:spMkLst>
            <pc:docMk/>
            <pc:sldMk cId="2269042958" sldId="267"/>
            <ac:spMk id="4" creationId="{00000000-0000-0000-0000-000000000000}"/>
          </ac:spMkLst>
        </pc:spChg>
        <pc:spChg chg="add">
          <ac:chgData name="Sujit Das" userId="S::sujit.das@pdpu.ac.in::5531694e-1714-439d-a47e-7795b732b077" providerId="AD" clId="Web-{0BC80AC2-D585-4F2E-6487-7062848277D7}" dt="2026-08-04T06:06:46.648" v="5"/>
          <ac:spMkLst>
            <pc:docMk/>
            <pc:sldMk cId="2269042958" sldId="267"/>
            <ac:spMk id="9" creationId="{100EDD19-6802-4EC3-95CE-CFFAB042CFD6}"/>
          </ac:spMkLst>
        </pc:spChg>
        <pc:spChg chg="add">
          <ac:chgData name="Sujit Das" userId="S::sujit.das@pdpu.ac.in::5531694e-1714-439d-a47e-7795b732b077" providerId="AD" clId="Web-{0BC80AC2-D585-4F2E-6487-7062848277D7}" dt="2026-08-04T06:06:46.648" v="5"/>
          <ac:spMkLst>
            <pc:docMk/>
            <pc:sldMk cId="2269042958" sldId="267"/>
            <ac:spMk id="11" creationId="{DB17E863-922E-4C26-BD64-E8FD41D28661}"/>
          </ac:spMkLst>
        </pc:spChg>
      </pc:sldChg>
      <pc:sldChg chg="addSp modSp mod setBg">
        <pc:chgData name="Sujit Das" userId="S::sujit.das@pdpu.ac.in::5531694e-1714-439d-a47e-7795b732b077" providerId="AD" clId="Web-{0BC80AC2-D585-4F2E-6487-7062848277D7}" dt="2026-08-04T06:06:53.710" v="6"/>
        <pc:sldMkLst>
          <pc:docMk/>
          <pc:sldMk cId="1024252620" sldId="268"/>
        </pc:sldMkLst>
        <pc:spChg chg="mod">
          <ac:chgData name="Sujit Das" userId="S::sujit.das@pdpu.ac.in::5531694e-1714-439d-a47e-7795b732b077" providerId="AD" clId="Web-{0BC80AC2-D585-4F2E-6487-7062848277D7}" dt="2026-08-04T06:06:53.710" v="6"/>
          <ac:spMkLst>
            <pc:docMk/>
            <pc:sldMk cId="1024252620" sldId="268"/>
            <ac:spMk id="2" creationId="{00000000-0000-0000-0000-000000000000}"/>
          </ac:spMkLst>
        </pc:spChg>
        <pc:spChg chg="mod">
          <ac:chgData name="Sujit Das" userId="S::sujit.das@pdpu.ac.in::5531694e-1714-439d-a47e-7795b732b077" providerId="AD" clId="Web-{0BC80AC2-D585-4F2E-6487-7062848277D7}" dt="2026-08-04T06:06:53.710" v="6"/>
          <ac:spMkLst>
            <pc:docMk/>
            <pc:sldMk cId="1024252620" sldId="268"/>
            <ac:spMk id="4" creationId="{00000000-0000-0000-0000-000000000000}"/>
          </ac:spMkLst>
        </pc:spChg>
        <pc:spChg chg="add">
          <ac:chgData name="Sujit Das" userId="S::sujit.das@pdpu.ac.in::5531694e-1714-439d-a47e-7795b732b077" providerId="AD" clId="Web-{0BC80AC2-D585-4F2E-6487-7062848277D7}" dt="2026-08-04T06:06:53.710" v="6"/>
          <ac:spMkLst>
            <pc:docMk/>
            <pc:sldMk cId="1024252620" sldId="268"/>
            <ac:spMk id="9" creationId="{100EDD19-6802-4EC3-95CE-CFFAB042CFD6}"/>
          </ac:spMkLst>
        </pc:spChg>
        <pc:spChg chg="add">
          <ac:chgData name="Sujit Das" userId="S::sujit.das@pdpu.ac.in::5531694e-1714-439d-a47e-7795b732b077" providerId="AD" clId="Web-{0BC80AC2-D585-4F2E-6487-7062848277D7}" dt="2026-08-04T06:06:53.710" v="6"/>
          <ac:spMkLst>
            <pc:docMk/>
            <pc:sldMk cId="1024252620" sldId="268"/>
            <ac:spMk id="11" creationId="{DB17E863-922E-4C26-BD64-E8FD41D28661}"/>
          </ac:spMkLst>
        </pc:spChg>
      </pc:sldChg>
      <pc:sldChg chg="addSp modSp mod setBg">
        <pc:chgData name="Sujit Das" userId="S::sujit.das@pdpu.ac.in::5531694e-1714-439d-a47e-7795b732b077" providerId="AD" clId="Web-{0BC80AC2-D585-4F2E-6487-7062848277D7}" dt="2026-08-04T06:07:11.038" v="7"/>
        <pc:sldMkLst>
          <pc:docMk/>
          <pc:sldMk cId="598555526" sldId="269"/>
        </pc:sldMkLst>
        <pc:spChg chg="mod">
          <ac:chgData name="Sujit Das" userId="S::sujit.das@pdpu.ac.in::5531694e-1714-439d-a47e-7795b732b077" providerId="AD" clId="Web-{0BC80AC2-D585-4F2E-6487-7062848277D7}" dt="2026-08-04T06:07:11.038" v="7"/>
          <ac:spMkLst>
            <pc:docMk/>
            <pc:sldMk cId="598555526" sldId="269"/>
            <ac:spMk id="2" creationId="{00000000-0000-0000-0000-000000000000}"/>
          </ac:spMkLst>
        </pc:spChg>
        <pc:spChg chg="mod">
          <ac:chgData name="Sujit Das" userId="S::sujit.das@pdpu.ac.in::5531694e-1714-439d-a47e-7795b732b077" providerId="AD" clId="Web-{0BC80AC2-D585-4F2E-6487-7062848277D7}" dt="2026-08-04T06:07:11.038" v="7"/>
          <ac:spMkLst>
            <pc:docMk/>
            <pc:sldMk cId="598555526" sldId="269"/>
            <ac:spMk id="5" creationId="{00000000-0000-0000-0000-000000000000}"/>
          </ac:spMkLst>
        </pc:spChg>
        <pc:spChg chg="add">
          <ac:chgData name="Sujit Das" userId="S::sujit.das@pdpu.ac.in::5531694e-1714-439d-a47e-7795b732b077" providerId="AD" clId="Web-{0BC80AC2-D585-4F2E-6487-7062848277D7}" dt="2026-08-04T06:07:11.038" v="7"/>
          <ac:spMkLst>
            <pc:docMk/>
            <pc:sldMk cId="598555526" sldId="269"/>
            <ac:spMk id="10" creationId="{100EDD19-6802-4EC3-95CE-CFFAB042CFD6}"/>
          </ac:spMkLst>
        </pc:spChg>
        <pc:spChg chg="add">
          <ac:chgData name="Sujit Das" userId="S::sujit.das@pdpu.ac.in::5531694e-1714-439d-a47e-7795b732b077" providerId="AD" clId="Web-{0BC80AC2-D585-4F2E-6487-7062848277D7}" dt="2026-08-04T06:07:11.038" v="7"/>
          <ac:spMkLst>
            <pc:docMk/>
            <pc:sldMk cId="598555526" sldId="269"/>
            <ac:spMk id="12" creationId="{DB17E863-922E-4C26-BD64-E8FD41D28661}"/>
          </ac:spMkLst>
        </pc:spChg>
      </pc:sldChg>
      <pc:sldChg chg="addSp modSp mod setBg">
        <pc:chgData name="Sujit Das" userId="S::sujit.das@pdpu.ac.in::5531694e-1714-439d-a47e-7795b732b077" providerId="AD" clId="Web-{0BC80AC2-D585-4F2E-6487-7062848277D7}" dt="2026-08-04T06:07:28.038" v="8"/>
        <pc:sldMkLst>
          <pc:docMk/>
          <pc:sldMk cId="2868717639" sldId="270"/>
        </pc:sldMkLst>
        <pc:spChg chg="mod">
          <ac:chgData name="Sujit Das" userId="S::sujit.das@pdpu.ac.in::5531694e-1714-439d-a47e-7795b732b077" providerId="AD" clId="Web-{0BC80AC2-D585-4F2E-6487-7062848277D7}" dt="2026-08-04T06:07:28.038" v="8"/>
          <ac:spMkLst>
            <pc:docMk/>
            <pc:sldMk cId="2868717639" sldId="270"/>
            <ac:spMk id="2" creationId="{00000000-0000-0000-0000-000000000000}"/>
          </ac:spMkLst>
        </pc:spChg>
        <pc:spChg chg="mod">
          <ac:chgData name="Sujit Das" userId="S::sujit.das@pdpu.ac.in::5531694e-1714-439d-a47e-7795b732b077" providerId="AD" clId="Web-{0BC80AC2-D585-4F2E-6487-7062848277D7}" dt="2026-08-04T06:07:28.038" v="8"/>
          <ac:spMkLst>
            <pc:docMk/>
            <pc:sldMk cId="2868717639" sldId="270"/>
            <ac:spMk id="5" creationId="{00000000-0000-0000-0000-000000000000}"/>
          </ac:spMkLst>
        </pc:spChg>
        <pc:spChg chg="add">
          <ac:chgData name="Sujit Das" userId="S::sujit.das@pdpu.ac.in::5531694e-1714-439d-a47e-7795b732b077" providerId="AD" clId="Web-{0BC80AC2-D585-4F2E-6487-7062848277D7}" dt="2026-08-04T06:07:28.038" v="8"/>
          <ac:spMkLst>
            <pc:docMk/>
            <pc:sldMk cId="2868717639" sldId="270"/>
            <ac:spMk id="11" creationId="{100EDD19-6802-4EC3-95CE-CFFAB042CFD6}"/>
          </ac:spMkLst>
        </pc:spChg>
        <pc:spChg chg="add">
          <ac:chgData name="Sujit Das" userId="S::sujit.das@pdpu.ac.in::5531694e-1714-439d-a47e-7795b732b077" providerId="AD" clId="Web-{0BC80AC2-D585-4F2E-6487-7062848277D7}" dt="2026-08-04T06:07:28.038" v="8"/>
          <ac:spMkLst>
            <pc:docMk/>
            <pc:sldMk cId="2868717639" sldId="270"/>
            <ac:spMk id="13" creationId="{DB17E863-922E-4C26-BD64-E8FD41D28661}"/>
          </ac:spMkLst>
        </pc:spChg>
      </pc:sldChg>
      <pc:sldChg chg="addSp modSp mod setBg">
        <pc:chgData name="Sujit Das" userId="S::sujit.das@pdpu.ac.in::5531694e-1714-439d-a47e-7795b732b077" providerId="AD" clId="Web-{0BC80AC2-D585-4F2E-6487-7062848277D7}" dt="2026-08-04T06:08:04.398" v="11" actId="20577"/>
        <pc:sldMkLst>
          <pc:docMk/>
          <pc:sldMk cId="3780529086" sldId="271"/>
        </pc:sldMkLst>
        <pc:spChg chg="mod">
          <ac:chgData name="Sujit Das" userId="S::sujit.das@pdpu.ac.in::5531694e-1714-439d-a47e-7795b732b077" providerId="AD" clId="Web-{0BC80AC2-D585-4F2E-6487-7062848277D7}" dt="2026-08-04T06:07:56.117" v="10"/>
          <ac:spMkLst>
            <pc:docMk/>
            <pc:sldMk cId="3780529086" sldId="271"/>
            <ac:spMk id="2" creationId="{00000000-0000-0000-0000-000000000000}"/>
          </ac:spMkLst>
        </pc:spChg>
        <pc:spChg chg="mod">
          <ac:chgData name="Sujit Das" userId="S::sujit.das@pdpu.ac.in::5531694e-1714-439d-a47e-7795b732b077" providerId="AD" clId="Web-{0BC80AC2-D585-4F2E-6487-7062848277D7}" dt="2026-08-04T06:08:04.398" v="11" actId="20577"/>
          <ac:spMkLst>
            <pc:docMk/>
            <pc:sldMk cId="3780529086" sldId="271"/>
            <ac:spMk id="5" creationId="{00000000-0000-0000-0000-000000000000}"/>
          </ac:spMkLst>
        </pc:spChg>
        <pc:spChg chg="add">
          <ac:chgData name="Sujit Das" userId="S::sujit.das@pdpu.ac.in::5531694e-1714-439d-a47e-7795b732b077" providerId="AD" clId="Web-{0BC80AC2-D585-4F2E-6487-7062848277D7}" dt="2026-08-04T06:07:56.117" v="10"/>
          <ac:spMkLst>
            <pc:docMk/>
            <pc:sldMk cId="3780529086" sldId="271"/>
            <ac:spMk id="11" creationId="{100EDD19-6802-4EC3-95CE-CFFAB042CFD6}"/>
          </ac:spMkLst>
        </pc:spChg>
        <pc:spChg chg="add">
          <ac:chgData name="Sujit Das" userId="S::sujit.das@pdpu.ac.in::5531694e-1714-439d-a47e-7795b732b077" providerId="AD" clId="Web-{0BC80AC2-D585-4F2E-6487-7062848277D7}" dt="2026-08-04T06:07:56.117" v="10"/>
          <ac:spMkLst>
            <pc:docMk/>
            <pc:sldMk cId="3780529086" sldId="271"/>
            <ac:spMk id="13" creationId="{DB17E863-922E-4C26-BD64-E8FD41D28661}"/>
          </ac:spMkLst>
        </pc:spChg>
      </pc:sldChg>
      <pc:sldChg chg="addSp modSp mod setBg">
        <pc:chgData name="Sujit Das" userId="S::sujit.das@pdpu.ac.in::5531694e-1714-439d-a47e-7795b732b077" providerId="AD" clId="Web-{0BC80AC2-D585-4F2E-6487-7062848277D7}" dt="2026-08-04T06:08:27.242" v="14"/>
        <pc:sldMkLst>
          <pc:docMk/>
          <pc:sldMk cId="1823202586" sldId="272"/>
        </pc:sldMkLst>
        <pc:spChg chg="mod">
          <ac:chgData name="Sujit Das" userId="S::sujit.das@pdpu.ac.in::5531694e-1714-439d-a47e-7795b732b077" providerId="AD" clId="Web-{0BC80AC2-D585-4F2E-6487-7062848277D7}" dt="2026-08-04T06:08:27.242" v="14"/>
          <ac:spMkLst>
            <pc:docMk/>
            <pc:sldMk cId="1823202586" sldId="272"/>
            <ac:spMk id="2" creationId="{00000000-0000-0000-0000-000000000000}"/>
          </ac:spMkLst>
        </pc:spChg>
        <pc:spChg chg="mod">
          <ac:chgData name="Sujit Das" userId="S::sujit.das@pdpu.ac.in::5531694e-1714-439d-a47e-7795b732b077" providerId="AD" clId="Web-{0BC80AC2-D585-4F2E-6487-7062848277D7}" dt="2026-08-04T06:08:27.242" v="14"/>
          <ac:spMkLst>
            <pc:docMk/>
            <pc:sldMk cId="1823202586" sldId="272"/>
            <ac:spMk id="5" creationId="{00000000-0000-0000-0000-000000000000}"/>
          </ac:spMkLst>
        </pc:spChg>
        <pc:spChg chg="add">
          <ac:chgData name="Sujit Das" userId="S::sujit.das@pdpu.ac.in::5531694e-1714-439d-a47e-7795b732b077" providerId="AD" clId="Web-{0BC80AC2-D585-4F2E-6487-7062848277D7}" dt="2026-08-04T06:08:27.242" v="14"/>
          <ac:spMkLst>
            <pc:docMk/>
            <pc:sldMk cId="1823202586" sldId="272"/>
            <ac:spMk id="11" creationId="{100EDD19-6802-4EC3-95CE-CFFAB042CFD6}"/>
          </ac:spMkLst>
        </pc:spChg>
        <pc:spChg chg="add">
          <ac:chgData name="Sujit Das" userId="S::sujit.das@pdpu.ac.in::5531694e-1714-439d-a47e-7795b732b077" providerId="AD" clId="Web-{0BC80AC2-D585-4F2E-6487-7062848277D7}" dt="2026-08-04T06:08:27.242" v="14"/>
          <ac:spMkLst>
            <pc:docMk/>
            <pc:sldMk cId="1823202586" sldId="272"/>
            <ac:spMk id="13" creationId="{DB17E863-922E-4C26-BD64-E8FD41D28661}"/>
          </ac:spMkLst>
        </pc:spChg>
      </pc:sldChg>
      <pc:sldChg chg="addSp modSp mod setBg">
        <pc:chgData name="Sujit Das" userId="S::sujit.das@pdpu.ac.in::5531694e-1714-439d-a47e-7795b732b077" providerId="AD" clId="Web-{0BC80AC2-D585-4F2E-6487-7062848277D7}" dt="2026-08-04T06:08:16.351" v="12"/>
        <pc:sldMkLst>
          <pc:docMk/>
          <pc:sldMk cId="476569852" sldId="273"/>
        </pc:sldMkLst>
        <pc:spChg chg="mod">
          <ac:chgData name="Sujit Das" userId="S::sujit.das@pdpu.ac.in::5531694e-1714-439d-a47e-7795b732b077" providerId="AD" clId="Web-{0BC80AC2-D585-4F2E-6487-7062848277D7}" dt="2026-08-04T06:08:16.351" v="12"/>
          <ac:spMkLst>
            <pc:docMk/>
            <pc:sldMk cId="476569852" sldId="273"/>
            <ac:spMk id="2" creationId="{00000000-0000-0000-0000-000000000000}"/>
          </ac:spMkLst>
        </pc:spChg>
        <pc:spChg chg="mod">
          <ac:chgData name="Sujit Das" userId="S::sujit.das@pdpu.ac.in::5531694e-1714-439d-a47e-7795b732b077" providerId="AD" clId="Web-{0BC80AC2-D585-4F2E-6487-7062848277D7}" dt="2026-08-04T06:08:16.351" v="12"/>
          <ac:spMkLst>
            <pc:docMk/>
            <pc:sldMk cId="476569852" sldId="273"/>
            <ac:spMk id="5" creationId="{00000000-0000-0000-0000-000000000000}"/>
          </ac:spMkLst>
        </pc:spChg>
        <pc:spChg chg="add">
          <ac:chgData name="Sujit Das" userId="S::sujit.das@pdpu.ac.in::5531694e-1714-439d-a47e-7795b732b077" providerId="AD" clId="Web-{0BC80AC2-D585-4F2E-6487-7062848277D7}" dt="2026-08-04T06:08:16.351" v="12"/>
          <ac:spMkLst>
            <pc:docMk/>
            <pc:sldMk cId="476569852" sldId="273"/>
            <ac:spMk id="11" creationId="{100EDD19-6802-4EC3-95CE-CFFAB042CFD6}"/>
          </ac:spMkLst>
        </pc:spChg>
        <pc:spChg chg="add">
          <ac:chgData name="Sujit Das" userId="S::sujit.das@pdpu.ac.in::5531694e-1714-439d-a47e-7795b732b077" providerId="AD" clId="Web-{0BC80AC2-D585-4F2E-6487-7062848277D7}" dt="2026-08-04T06:08:16.351" v="12"/>
          <ac:spMkLst>
            <pc:docMk/>
            <pc:sldMk cId="476569852" sldId="273"/>
            <ac:spMk id="13" creationId="{DB17E863-922E-4C26-BD64-E8FD41D28661}"/>
          </ac:spMkLst>
        </pc:spChg>
      </pc:sldChg>
      <pc:sldChg chg="addSp modSp mod setBg">
        <pc:chgData name="Sujit Das" userId="S::sujit.das@pdpu.ac.in::5531694e-1714-439d-a47e-7795b732b077" providerId="AD" clId="Web-{0BC80AC2-D585-4F2E-6487-7062848277D7}" dt="2026-08-04T06:08:20.820" v="13"/>
        <pc:sldMkLst>
          <pc:docMk/>
          <pc:sldMk cId="2924412436" sldId="274"/>
        </pc:sldMkLst>
        <pc:spChg chg="mod">
          <ac:chgData name="Sujit Das" userId="S::sujit.das@pdpu.ac.in::5531694e-1714-439d-a47e-7795b732b077" providerId="AD" clId="Web-{0BC80AC2-D585-4F2E-6487-7062848277D7}" dt="2026-08-04T06:08:20.820" v="13"/>
          <ac:spMkLst>
            <pc:docMk/>
            <pc:sldMk cId="2924412436" sldId="274"/>
            <ac:spMk id="2" creationId="{00000000-0000-0000-0000-000000000000}"/>
          </ac:spMkLst>
        </pc:spChg>
        <pc:spChg chg="mod">
          <ac:chgData name="Sujit Das" userId="S::sujit.das@pdpu.ac.in::5531694e-1714-439d-a47e-7795b732b077" providerId="AD" clId="Web-{0BC80AC2-D585-4F2E-6487-7062848277D7}" dt="2026-08-04T06:08:20.820" v="13"/>
          <ac:spMkLst>
            <pc:docMk/>
            <pc:sldMk cId="2924412436" sldId="274"/>
            <ac:spMk id="5" creationId="{00000000-0000-0000-0000-000000000000}"/>
          </ac:spMkLst>
        </pc:spChg>
        <pc:spChg chg="add">
          <ac:chgData name="Sujit Das" userId="S::sujit.das@pdpu.ac.in::5531694e-1714-439d-a47e-7795b732b077" providerId="AD" clId="Web-{0BC80AC2-D585-4F2E-6487-7062848277D7}" dt="2026-08-04T06:08:20.820" v="13"/>
          <ac:spMkLst>
            <pc:docMk/>
            <pc:sldMk cId="2924412436" sldId="274"/>
            <ac:spMk id="11" creationId="{100EDD19-6802-4EC3-95CE-CFFAB042CFD6}"/>
          </ac:spMkLst>
        </pc:spChg>
        <pc:spChg chg="add">
          <ac:chgData name="Sujit Das" userId="S::sujit.das@pdpu.ac.in::5531694e-1714-439d-a47e-7795b732b077" providerId="AD" clId="Web-{0BC80AC2-D585-4F2E-6487-7062848277D7}" dt="2026-08-04T06:08:20.820" v="13"/>
          <ac:spMkLst>
            <pc:docMk/>
            <pc:sldMk cId="2924412436" sldId="274"/>
            <ac:spMk id="13" creationId="{DB17E863-922E-4C26-BD64-E8FD41D28661}"/>
          </ac:spMkLst>
        </pc:spChg>
      </pc:sldChg>
      <pc:sldChg chg="addSp modSp mod setBg">
        <pc:chgData name="Sujit Das" userId="S::sujit.das@pdpu.ac.in::5531694e-1714-439d-a47e-7795b732b077" providerId="AD" clId="Web-{0BC80AC2-D585-4F2E-6487-7062848277D7}" dt="2026-08-04T06:08:32.101" v="15"/>
        <pc:sldMkLst>
          <pc:docMk/>
          <pc:sldMk cId="2374595871" sldId="275"/>
        </pc:sldMkLst>
        <pc:spChg chg="mod">
          <ac:chgData name="Sujit Das" userId="S::sujit.das@pdpu.ac.in::5531694e-1714-439d-a47e-7795b732b077" providerId="AD" clId="Web-{0BC80AC2-D585-4F2E-6487-7062848277D7}" dt="2026-08-04T06:08:32.101" v="15"/>
          <ac:spMkLst>
            <pc:docMk/>
            <pc:sldMk cId="2374595871" sldId="275"/>
            <ac:spMk id="2" creationId="{00000000-0000-0000-0000-000000000000}"/>
          </ac:spMkLst>
        </pc:spChg>
        <pc:spChg chg="mod">
          <ac:chgData name="Sujit Das" userId="S::sujit.das@pdpu.ac.in::5531694e-1714-439d-a47e-7795b732b077" providerId="AD" clId="Web-{0BC80AC2-D585-4F2E-6487-7062848277D7}" dt="2026-08-04T06:08:32.101" v="15"/>
          <ac:spMkLst>
            <pc:docMk/>
            <pc:sldMk cId="2374595871" sldId="275"/>
            <ac:spMk id="5" creationId="{00000000-0000-0000-0000-000000000000}"/>
          </ac:spMkLst>
        </pc:spChg>
        <pc:spChg chg="add">
          <ac:chgData name="Sujit Das" userId="S::sujit.das@pdpu.ac.in::5531694e-1714-439d-a47e-7795b732b077" providerId="AD" clId="Web-{0BC80AC2-D585-4F2E-6487-7062848277D7}" dt="2026-08-04T06:08:32.101" v="15"/>
          <ac:spMkLst>
            <pc:docMk/>
            <pc:sldMk cId="2374595871" sldId="275"/>
            <ac:spMk id="11" creationId="{100EDD19-6802-4EC3-95CE-CFFAB042CFD6}"/>
          </ac:spMkLst>
        </pc:spChg>
        <pc:spChg chg="add">
          <ac:chgData name="Sujit Das" userId="S::sujit.das@pdpu.ac.in::5531694e-1714-439d-a47e-7795b732b077" providerId="AD" clId="Web-{0BC80AC2-D585-4F2E-6487-7062848277D7}" dt="2026-08-04T06:08:32.101" v="15"/>
          <ac:spMkLst>
            <pc:docMk/>
            <pc:sldMk cId="2374595871" sldId="275"/>
            <ac:spMk id="13" creationId="{DB17E863-922E-4C26-BD64-E8FD41D28661}"/>
          </ac:spMkLst>
        </pc:spChg>
      </pc:sldChg>
      <pc:sldChg chg="addSp modSp mod setBg">
        <pc:chgData name="Sujit Das" userId="S::sujit.das@pdpu.ac.in::5531694e-1714-439d-a47e-7795b732b077" providerId="AD" clId="Web-{0BC80AC2-D585-4F2E-6487-7062848277D7}" dt="2026-08-04T06:07:43.804" v="9"/>
        <pc:sldMkLst>
          <pc:docMk/>
          <pc:sldMk cId="2247181007" sldId="276"/>
        </pc:sldMkLst>
        <pc:spChg chg="mod">
          <ac:chgData name="Sujit Das" userId="S::sujit.das@pdpu.ac.in::5531694e-1714-439d-a47e-7795b732b077" providerId="AD" clId="Web-{0BC80AC2-D585-4F2E-6487-7062848277D7}" dt="2026-08-04T06:07:43.804" v="9"/>
          <ac:spMkLst>
            <pc:docMk/>
            <pc:sldMk cId="2247181007" sldId="276"/>
            <ac:spMk id="2" creationId="{00000000-0000-0000-0000-000000000000}"/>
          </ac:spMkLst>
        </pc:spChg>
        <pc:spChg chg="mod">
          <ac:chgData name="Sujit Das" userId="S::sujit.das@pdpu.ac.in::5531694e-1714-439d-a47e-7795b732b077" providerId="AD" clId="Web-{0BC80AC2-D585-4F2E-6487-7062848277D7}" dt="2026-08-04T06:07:43.804" v="9"/>
          <ac:spMkLst>
            <pc:docMk/>
            <pc:sldMk cId="2247181007" sldId="276"/>
            <ac:spMk id="5" creationId="{00000000-0000-0000-0000-000000000000}"/>
          </ac:spMkLst>
        </pc:spChg>
        <pc:spChg chg="add">
          <ac:chgData name="Sujit Das" userId="S::sujit.das@pdpu.ac.in::5531694e-1714-439d-a47e-7795b732b077" providerId="AD" clId="Web-{0BC80AC2-D585-4F2E-6487-7062848277D7}" dt="2026-08-04T06:07:43.804" v="9"/>
          <ac:spMkLst>
            <pc:docMk/>
            <pc:sldMk cId="2247181007" sldId="276"/>
            <ac:spMk id="11" creationId="{100EDD19-6802-4EC3-95CE-CFFAB042CFD6}"/>
          </ac:spMkLst>
        </pc:spChg>
        <pc:spChg chg="add">
          <ac:chgData name="Sujit Das" userId="S::sujit.das@pdpu.ac.in::5531694e-1714-439d-a47e-7795b732b077" providerId="AD" clId="Web-{0BC80AC2-D585-4F2E-6487-7062848277D7}" dt="2026-08-04T06:07:43.804" v="9"/>
          <ac:spMkLst>
            <pc:docMk/>
            <pc:sldMk cId="2247181007" sldId="276"/>
            <ac:spMk id="13" creationId="{DB17E863-922E-4C26-BD64-E8FD41D28661}"/>
          </ac:spMkLst>
        </pc:spChg>
      </pc:sldChg>
      <pc:sldChg chg="del">
        <pc:chgData name="Sujit Das" userId="S::sujit.das@pdpu.ac.in::5531694e-1714-439d-a47e-7795b732b077" providerId="AD" clId="Web-{0BC80AC2-D585-4F2E-6487-7062848277D7}" dt="2026-08-04T06:06:01.945" v="2"/>
        <pc:sldMkLst>
          <pc:docMk/>
          <pc:sldMk cId="665966786" sldId="29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79FA31A-512E-4245-9DFD-3B6BE7D63AE9}"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2972802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79FA31A-512E-4245-9DFD-3B6BE7D63AE9}"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3165925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9FA31A-512E-4245-9DFD-3B6BE7D63AE9}"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3375467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79FA31A-512E-4245-9DFD-3B6BE7D63AE9}" type="datetimeFigureOut">
              <a:rPr lang="en-IN" smtClean="0"/>
              <a:t>03-08-2026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1265094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79FA31A-512E-4245-9DFD-3B6BE7D63AE9}" type="datetimeFigureOut">
              <a:rPr lang="en-IN" smtClean="0"/>
              <a:t>03-08-2026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26131842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79FA31A-512E-4245-9DFD-3B6BE7D63AE9}" type="datetimeFigureOut">
              <a:rPr lang="en-IN" smtClean="0"/>
              <a:t>03-08-2026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3823260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9FA31A-512E-4245-9DFD-3B6BE7D63AE9}" type="datetimeFigureOut">
              <a:rPr lang="en-IN" smtClean="0"/>
              <a:t>03-08-2026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306552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9FA31A-512E-4245-9DFD-3B6BE7D63AE9}" type="datetimeFigureOut">
              <a:rPr lang="en-IN" smtClean="0"/>
              <a:t>03-08-2026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2991625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9FA31A-512E-4245-9DFD-3B6BE7D63AE9}" type="datetimeFigureOut">
              <a:rPr lang="en-IN" smtClean="0"/>
              <a:t>03-08-2026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3574922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79FA31A-512E-4245-9DFD-3B6BE7D63AE9}"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4191760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79FA31A-512E-4245-9DFD-3B6BE7D63AE9}"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FEE6D3-5DA8-420D-961E-84E341E47D49}" type="slidenum">
              <a:rPr lang="en-IN" smtClean="0"/>
              <a:t>‹#›</a:t>
            </a:fld>
            <a:endParaRPr lang="en-IN"/>
          </a:p>
        </p:txBody>
      </p:sp>
    </p:spTree>
    <p:extLst>
      <p:ext uri="{BB962C8B-B14F-4D97-AF65-F5344CB8AC3E}">
        <p14:creationId xmlns:p14="http://schemas.microsoft.com/office/powerpoint/2010/main" val="27700955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9FA31A-512E-4245-9DFD-3B6BE7D63AE9}" type="datetimeFigureOut">
              <a:rPr lang="en-IN" smtClean="0"/>
              <a:t>03-08-2026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FEE6D3-5DA8-420D-961E-84E341E47D49}" type="slidenum">
              <a:rPr lang="en-IN" smtClean="0"/>
              <a:t>‹#›</a:t>
            </a:fld>
            <a:endParaRPr lang="en-IN"/>
          </a:p>
        </p:txBody>
      </p:sp>
    </p:spTree>
    <p:extLst>
      <p:ext uri="{BB962C8B-B14F-4D97-AF65-F5344CB8AC3E}">
        <p14:creationId xmlns:p14="http://schemas.microsoft.com/office/powerpoint/2010/main" val="13198822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38200" y="451381"/>
            <a:ext cx="10512552" cy="4066540"/>
          </a:xfrm>
        </p:spPr>
        <p:txBody>
          <a:bodyPr vert="horz" lIns="91440" tIns="45720" rIns="91440" bIns="45720" rtlCol="0" anchor="b">
            <a:normAutofit/>
          </a:bodyPr>
          <a:lstStyle/>
          <a:p>
            <a:pPr algn="l"/>
            <a:r>
              <a:rPr lang="en-IN" sz="6600"/>
              <a:t>Digital Forensics (</a:t>
            </a:r>
            <a:r>
              <a:rPr lang="en-US" sz="6600"/>
              <a:t>20CP411T</a:t>
            </a:r>
            <a:r>
              <a:rPr lang="en-IN" sz="6600"/>
              <a:t>)</a:t>
            </a:r>
            <a:endParaRPr lang="en-US" sz="6600">
              <a:ea typeface="Calibri Light"/>
              <a:cs typeface="Calibri Light"/>
            </a:endParaRPr>
          </a:p>
          <a:p>
            <a:pPr algn="l"/>
            <a:r>
              <a:rPr lang="en-IN" sz="6600">
                <a:ea typeface="Calibri Light"/>
                <a:cs typeface="Calibri Light"/>
              </a:rPr>
              <a:t>UNIT 1 – Lecture 5</a:t>
            </a:r>
            <a:endParaRPr lang="en-US" sz="6600">
              <a:ea typeface="Calibri Light"/>
              <a:cs typeface="Calibri Light"/>
            </a:endParaRPr>
          </a:p>
          <a:p>
            <a:pPr algn="l"/>
            <a:endParaRPr lang="en-IN" sz="6600">
              <a:ea typeface="Calibri Light"/>
              <a:cs typeface="Calibri Light"/>
            </a:endParaRPr>
          </a:p>
        </p:txBody>
      </p:sp>
      <p:sp>
        <p:nvSpPr>
          <p:cNvPr id="3" name="Subtitle 2"/>
          <p:cNvSpPr>
            <a:spLocks noGrp="1"/>
          </p:cNvSpPr>
          <p:nvPr>
            <p:ph type="subTitle" idx="1"/>
          </p:nvPr>
        </p:nvSpPr>
        <p:spPr>
          <a:xfrm>
            <a:off x="838199" y="4983276"/>
            <a:ext cx="10512552" cy="1126680"/>
          </a:xfrm>
        </p:spPr>
        <p:txBody>
          <a:bodyPr vert="horz" lIns="91440" tIns="45720" rIns="91440" bIns="45720" rtlCol="0" anchor="t">
            <a:normAutofit/>
          </a:bodyPr>
          <a:lstStyle/>
          <a:p>
            <a:pPr algn="l"/>
            <a:r>
              <a:rPr lang="en-GB">
                <a:ea typeface="+mn-lt"/>
                <a:cs typeface="+mn-lt"/>
              </a:rPr>
              <a:t>Digital Evidence</a:t>
            </a:r>
            <a:endParaRPr lang="en-US">
              <a:ea typeface="+mj-ea"/>
              <a:cs typeface="+mj-cs"/>
            </a:endParaRPr>
          </a:p>
        </p:txBody>
      </p:sp>
      <p:sp>
        <p:nvSpPr>
          <p:cNvPr id="1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2038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A2CEDB-FAA7-991D-2AA5-B0549B2E7B17}"/>
              </a:ext>
            </a:extLst>
          </p:cNvPr>
          <p:cNvSpPr>
            <a:spLocks noGrp="1"/>
          </p:cNvSpPr>
          <p:nvPr>
            <p:ph type="title"/>
          </p:nvPr>
        </p:nvSpPr>
        <p:spPr>
          <a:xfrm>
            <a:off x="838200" y="365125"/>
            <a:ext cx="10515600" cy="1325563"/>
          </a:xfrm>
        </p:spPr>
        <p:txBody>
          <a:bodyPr>
            <a:normAutofit/>
          </a:bodyPr>
          <a:lstStyle/>
          <a:p>
            <a:r>
              <a:rPr lang="en-US" sz="5400">
                <a:ea typeface="+mj-lt"/>
                <a:cs typeface="+mj-lt"/>
              </a:rPr>
              <a:t>Learning Outcomes</a:t>
            </a: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93EE9C9-5AF0-38C9-B0F1-545CBA19974D}"/>
              </a:ext>
            </a:extLst>
          </p:cNvPr>
          <p:cNvSpPr>
            <a:spLocks noGrp="1"/>
          </p:cNvSpPr>
          <p:nvPr>
            <p:ph idx="1"/>
          </p:nvPr>
        </p:nvSpPr>
        <p:spPr>
          <a:xfrm>
            <a:off x="838200" y="1929384"/>
            <a:ext cx="10515600" cy="4251960"/>
          </a:xfrm>
        </p:spPr>
        <p:txBody>
          <a:bodyPr vert="horz" lIns="91440" tIns="45720" rIns="91440" bIns="45720" rtlCol="0" anchor="t">
            <a:normAutofit/>
          </a:bodyPr>
          <a:lstStyle/>
          <a:p>
            <a:pPr marL="0" indent="0">
              <a:buNone/>
            </a:pPr>
            <a:r>
              <a:rPr lang="en-US" sz="2400">
                <a:ea typeface="+mn-lt"/>
                <a:cs typeface="+mn-lt"/>
              </a:rPr>
              <a:t>At the end of this lecture students should be able to:</a:t>
            </a:r>
            <a:endParaRPr lang="en-US" sz="2400">
              <a:ea typeface="Calibri" panose="020F0502020204030204"/>
              <a:cs typeface="Calibri" panose="020F0502020204030204"/>
            </a:endParaRPr>
          </a:p>
          <a:p>
            <a:r>
              <a:rPr lang="en-US" sz="2400">
                <a:ea typeface="+mn-lt"/>
                <a:cs typeface="+mn-lt"/>
              </a:rPr>
              <a:t>Define </a:t>
            </a:r>
            <a:r>
              <a:rPr lang="en-US" sz="2400" b="1">
                <a:ea typeface="+mn-lt"/>
                <a:cs typeface="+mn-lt"/>
              </a:rPr>
              <a:t>Digital Evidence</a:t>
            </a:r>
            <a:r>
              <a:rPr lang="en-US" sz="2400">
                <a:ea typeface="+mn-lt"/>
                <a:cs typeface="+mn-lt"/>
              </a:rPr>
              <a:t>. </a:t>
            </a:r>
            <a:endParaRPr lang="en-US" sz="2400">
              <a:ea typeface="Calibri"/>
              <a:cs typeface="Calibri"/>
            </a:endParaRPr>
          </a:p>
          <a:p>
            <a:r>
              <a:rPr lang="en-US" sz="2400">
                <a:ea typeface="+mn-lt"/>
                <a:cs typeface="+mn-lt"/>
              </a:rPr>
              <a:t>Differentiate </a:t>
            </a:r>
            <a:r>
              <a:rPr lang="en-US" sz="2400" b="1">
                <a:ea typeface="+mn-lt"/>
                <a:cs typeface="+mn-lt"/>
              </a:rPr>
              <a:t>physical evidence</a:t>
            </a:r>
            <a:r>
              <a:rPr lang="en-US" sz="2400">
                <a:ea typeface="+mn-lt"/>
                <a:cs typeface="+mn-lt"/>
              </a:rPr>
              <a:t> and </a:t>
            </a:r>
            <a:r>
              <a:rPr lang="en-US" sz="2400" b="1">
                <a:ea typeface="+mn-lt"/>
                <a:cs typeface="+mn-lt"/>
              </a:rPr>
              <a:t>digital evidence</a:t>
            </a:r>
            <a:r>
              <a:rPr lang="en-US" sz="2400">
                <a:ea typeface="+mn-lt"/>
                <a:cs typeface="+mn-lt"/>
              </a:rPr>
              <a:t>. </a:t>
            </a:r>
            <a:endParaRPr lang="en-US" sz="2400">
              <a:ea typeface="Calibri"/>
              <a:cs typeface="Calibri"/>
            </a:endParaRPr>
          </a:p>
          <a:p>
            <a:r>
              <a:rPr lang="en-US" sz="2400">
                <a:ea typeface="+mn-lt"/>
                <a:cs typeface="+mn-lt"/>
              </a:rPr>
              <a:t>Identify different </a:t>
            </a:r>
            <a:r>
              <a:rPr lang="en-US" sz="2400" b="1">
                <a:ea typeface="+mn-lt"/>
                <a:cs typeface="+mn-lt"/>
              </a:rPr>
              <a:t>types of digital evidence</a:t>
            </a:r>
            <a:r>
              <a:rPr lang="en-US" sz="2400">
                <a:ea typeface="+mn-lt"/>
                <a:cs typeface="+mn-lt"/>
              </a:rPr>
              <a:t>. </a:t>
            </a:r>
            <a:endParaRPr lang="en-US" sz="2400">
              <a:ea typeface="Calibri"/>
              <a:cs typeface="Calibri"/>
            </a:endParaRPr>
          </a:p>
          <a:p>
            <a:r>
              <a:rPr lang="en-US" sz="2400">
                <a:ea typeface="+mn-lt"/>
                <a:cs typeface="+mn-lt"/>
              </a:rPr>
              <a:t>Explain the characteristics of digital evidence. </a:t>
            </a:r>
            <a:endParaRPr lang="en-US" sz="2400">
              <a:ea typeface="Calibri"/>
              <a:cs typeface="Calibri"/>
            </a:endParaRPr>
          </a:p>
          <a:p>
            <a:r>
              <a:rPr lang="en-US" sz="2400">
                <a:ea typeface="+mn-lt"/>
                <a:cs typeface="+mn-lt"/>
              </a:rPr>
              <a:t>Understand why digital evidence is important in courts. </a:t>
            </a:r>
            <a:endParaRPr lang="en-US" sz="2400">
              <a:ea typeface="Calibri"/>
              <a:cs typeface="Calibri"/>
            </a:endParaRPr>
          </a:p>
          <a:p>
            <a:r>
              <a:rPr lang="en-US" sz="2400">
                <a:ea typeface="+mn-lt"/>
                <a:cs typeface="+mn-lt"/>
              </a:rPr>
              <a:t>Recognize the challenges associated with digital evidence.</a:t>
            </a:r>
            <a:endParaRPr lang="en-US" sz="2400">
              <a:ea typeface="Calibri"/>
              <a:cs typeface="Calibri"/>
            </a:endParaRPr>
          </a:p>
          <a:p>
            <a:endParaRPr lang="en-US" sz="2200">
              <a:ea typeface="Calibri"/>
              <a:cs typeface="Calibri"/>
            </a:endParaRPr>
          </a:p>
        </p:txBody>
      </p:sp>
    </p:spTree>
    <p:extLst>
      <p:ext uri="{BB962C8B-B14F-4D97-AF65-F5344CB8AC3E}">
        <p14:creationId xmlns:p14="http://schemas.microsoft.com/office/powerpoint/2010/main" val="3670240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604BFF-C91B-F07A-3FC5-948265A8C0C4}"/>
              </a:ext>
            </a:extLst>
          </p:cNvPr>
          <p:cNvSpPr>
            <a:spLocks noGrp="1"/>
          </p:cNvSpPr>
          <p:nvPr>
            <p:ph type="title"/>
          </p:nvPr>
        </p:nvSpPr>
        <p:spPr>
          <a:xfrm>
            <a:off x="838200" y="365125"/>
            <a:ext cx="10515600" cy="1325563"/>
          </a:xfrm>
        </p:spPr>
        <p:txBody>
          <a:bodyPr>
            <a:normAutofit/>
          </a:bodyPr>
          <a:lstStyle/>
          <a:p>
            <a:r>
              <a:rPr lang="en-US" sz="5400">
                <a:ea typeface="+mj-lt"/>
                <a:cs typeface="+mj-lt"/>
              </a:rPr>
              <a:t>What is Digital Evidence?</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7519BC3-DF01-07C3-C372-378A0CFFCACB}"/>
              </a:ext>
            </a:extLst>
          </p:cNvPr>
          <p:cNvSpPr>
            <a:spLocks noGrp="1"/>
          </p:cNvSpPr>
          <p:nvPr>
            <p:ph idx="1"/>
          </p:nvPr>
        </p:nvSpPr>
        <p:spPr>
          <a:xfrm>
            <a:off x="838200" y="1929384"/>
            <a:ext cx="10515600" cy="4251960"/>
          </a:xfrm>
        </p:spPr>
        <p:txBody>
          <a:bodyPr vert="horz" lIns="91440" tIns="45720" rIns="91440" bIns="45720" rtlCol="0" anchor="t">
            <a:normAutofit/>
          </a:bodyPr>
          <a:lstStyle/>
          <a:p>
            <a:r>
              <a:rPr lang="en-US" sz="2400">
                <a:ea typeface="+mn-lt"/>
                <a:cs typeface="+mn-lt"/>
              </a:rPr>
              <a:t>Whenever we use a computer, smartphone, ATM, email, social media, or the Internet, we leave behind </a:t>
            </a:r>
            <a:r>
              <a:rPr lang="en-US" sz="2400" b="1">
                <a:ea typeface="+mn-lt"/>
                <a:cs typeface="+mn-lt"/>
              </a:rPr>
              <a:t>digital traces</a:t>
            </a:r>
            <a:r>
              <a:rPr lang="en-US" sz="2400">
                <a:ea typeface="+mn-lt"/>
                <a:cs typeface="+mn-lt"/>
              </a:rPr>
              <a:t>. These traces can be collected and analyzed during an investigation.</a:t>
            </a:r>
          </a:p>
          <a:p>
            <a:r>
              <a:rPr lang="en-US" sz="2400">
                <a:ea typeface="+mn-lt"/>
                <a:cs typeface="+mn-lt"/>
              </a:rPr>
              <a:t>If these digital traces help establish </a:t>
            </a:r>
            <a:r>
              <a:rPr lang="en-US" sz="2400" b="1">
                <a:ea typeface="+mn-lt"/>
                <a:cs typeface="+mn-lt"/>
              </a:rPr>
              <a:t>what happened, who was involved, when it happened, or how it happened</a:t>
            </a:r>
            <a:r>
              <a:rPr lang="en-US" sz="2400">
                <a:ea typeface="+mn-lt"/>
                <a:cs typeface="+mn-lt"/>
              </a:rPr>
              <a:t>, they become </a:t>
            </a:r>
            <a:r>
              <a:rPr lang="en-US" sz="2400" b="1">
                <a:ea typeface="+mn-lt"/>
                <a:cs typeface="+mn-lt"/>
              </a:rPr>
              <a:t>digital evidence</a:t>
            </a:r>
            <a:r>
              <a:rPr lang="en-US" sz="2400">
                <a:ea typeface="+mn-lt"/>
                <a:cs typeface="+mn-lt"/>
              </a:rPr>
              <a:t>.</a:t>
            </a:r>
          </a:p>
          <a:p>
            <a:r>
              <a:rPr lang="en-US" sz="2200">
                <a:ea typeface="+mn-lt"/>
                <a:cs typeface="+mn-lt"/>
              </a:rPr>
              <a:t>Digital evidence is any information stored or transmitted in digital form that can be used to establish facts during an investigation or legal proceeding.</a:t>
            </a:r>
            <a:endParaRPr lang="en-US" sz="2200">
              <a:ea typeface="Calibri"/>
              <a:cs typeface="Calibri"/>
            </a:endParaRPr>
          </a:p>
        </p:txBody>
      </p:sp>
    </p:spTree>
    <p:extLst>
      <p:ext uri="{BB962C8B-B14F-4D97-AF65-F5344CB8AC3E}">
        <p14:creationId xmlns:p14="http://schemas.microsoft.com/office/powerpoint/2010/main" val="3264289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AF223D-99FE-3069-7D8E-9FC77F9B575B}"/>
              </a:ext>
            </a:extLst>
          </p:cNvPr>
          <p:cNvSpPr>
            <a:spLocks noGrp="1"/>
          </p:cNvSpPr>
          <p:nvPr>
            <p:ph type="title"/>
          </p:nvPr>
        </p:nvSpPr>
        <p:spPr>
          <a:xfrm>
            <a:off x="838200" y="365125"/>
            <a:ext cx="10515600" cy="1325563"/>
          </a:xfrm>
        </p:spPr>
        <p:txBody>
          <a:bodyPr>
            <a:normAutofit/>
          </a:bodyPr>
          <a:lstStyle/>
          <a:p>
            <a:r>
              <a:rPr lang="en-US" sz="5400">
                <a:ea typeface="+mj-lt"/>
                <a:cs typeface="+mj-lt"/>
              </a:rPr>
              <a:t>Examples of Digital Evidence</a:t>
            </a:r>
            <a:endParaRPr lang="en-US" sz="5400"/>
          </a:p>
        </p:txBody>
      </p:sp>
      <p:sp>
        <p:nvSpPr>
          <p:cNvPr id="17"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4">
            <a:extLst>
              <a:ext uri="{FF2B5EF4-FFF2-40B4-BE49-F238E27FC236}">
                <a16:creationId xmlns:a16="http://schemas.microsoft.com/office/drawing/2014/main" id="{483E354E-D719-0EEE-FD9A-6A9EDBCDD105}"/>
              </a:ext>
            </a:extLst>
          </p:cNvPr>
          <p:cNvGraphicFramePr>
            <a:graphicFrameLocks noGrp="1"/>
          </p:cNvGraphicFramePr>
          <p:nvPr>
            <p:ph idx="1"/>
            <p:extLst>
              <p:ext uri="{D42A27DB-BD31-4B8C-83A1-F6EECF244321}">
                <p14:modId xmlns:p14="http://schemas.microsoft.com/office/powerpoint/2010/main" val="258366109"/>
              </p:ext>
            </p:extLst>
          </p:nvPr>
        </p:nvGraphicFramePr>
        <p:xfrm>
          <a:off x="529771" y="2010228"/>
          <a:ext cx="11320473" cy="4494006"/>
        </p:xfrm>
        <a:graphic>
          <a:graphicData uri="http://schemas.openxmlformats.org/drawingml/2006/table">
            <a:tbl>
              <a:tblPr bandRow="1">
                <a:tableStyleId>{5C22544A-7EE6-4342-B048-85BDC9FD1C3A}</a:tableStyleId>
              </a:tblPr>
              <a:tblGrid>
                <a:gridCol w="4853457">
                  <a:extLst>
                    <a:ext uri="{9D8B030D-6E8A-4147-A177-3AD203B41FA5}">
                      <a16:colId xmlns:a16="http://schemas.microsoft.com/office/drawing/2014/main" val="1608056240"/>
                    </a:ext>
                  </a:extLst>
                </a:gridCol>
                <a:gridCol w="6467016">
                  <a:extLst>
                    <a:ext uri="{9D8B030D-6E8A-4147-A177-3AD203B41FA5}">
                      <a16:colId xmlns:a16="http://schemas.microsoft.com/office/drawing/2014/main" val="2274436824"/>
                    </a:ext>
                  </a:extLst>
                </a:gridCol>
              </a:tblGrid>
              <a:tr h="499334">
                <a:tc>
                  <a:txBody>
                    <a:bodyPr/>
                    <a:lstStyle/>
                    <a:p>
                      <a:pPr>
                        <a:buNone/>
                      </a:pPr>
                      <a:r>
                        <a:rPr lang="en-US" sz="2000" b="1"/>
                        <a:t>Digital Device / Source</a:t>
                      </a:r>
                      <a:endParaRPr lang="en-US" sz="2000"/>
                    </a:p>
                  </a:txBody>
                  <a:tcPr marL="99719" marR="99719" marT="49860" marB="49860" anchor="ctr">
                    <a:lnL>
                      <a:noFill/>
                    </a:lnL>
                    <a:lnR>
                      <a:noFill/>
                    </a:lnR>
                    <a:lnT>
                      <a:noFill/>
                    </a:lnT>
                    <a:lnB>
                      <a:noFill/>
                    </a:lnB>
                    <a:noFill/>
                  </a:tcPr>
                </a:tc>
                <a:tc>
                  <a:txBody>
                    <a:bodyPr/>
                    <a:lstStyle/>
                    <a:p>
                      <a:pPr>
                        <a:buNone/>
                      </a:pPr>
                      <a:r>
                        <a:rPr lang="en-US" sz="2000" b="1"/>
                        <a:t>Possible Digital Evidence</a:t>
                      </a:r>
                      <a:endParaRPr lang="en-US" sz="2000"/>
                    </a:p>
                  </a:txBody>
                  <a:tcPr marL="99719" marR="99719" marT="49860" marB="49860" anchor="ctr">
                    <a:lnL>
                      <a:noFill/>
                    </a:lnL>
                    <a:lnR>
                      <a:noFill/>
                    </a:lnR>
                    <a:lnT>
                      <a:noFill/>
                    </a:lnT>
                    <a:lnB>
                      <a:noFill/>
                    </a:lnB>
                    <a:noFill/>
                  </a:tcPr>
                </a:tc>
                <a:extLst>
                  <a:ext uri="{0D108BD9-81ED-4DB2-BD59-A6C34878D82A}">
                    <a16:rowId xmlns:a16="http://schemas.microsoft.com/office/drawing/2014/main" val="3599981853"/>
                  </a:ext>
                </a:extLst>
              </a:tr>
              <a:tr h="499334">
                <a:tc>
                  <a:txBody>
                    <a:bodyPr/>
                    <a:lstStyle/>
                    <a:p>
                      <a:pPr>
                        <a:buNone/>
                      </a:pPr>
                      <a:r>
                        <a:rPr lang="en-US" sz="2000"/>
                        <a:t>💻 Computer</a:t>
                      </a:r>
                    </a:p>
                  </a:txBody>
                  <a:tcPr marL="99719" marR="99719" marT="49860" marB="49860" anchor="ctr">
                    <a:lnL>
                      <a:noFill/>
                    </a:lnL>
                    <a:lnR>
                      <a:noFill/>
                    </a:lnR>
                    <a:lnT>
                      <a:noFill/>
                    </a:lnT>
                    <a:lnB>
                      <a:noFill/>
                    </a:lnB>
                    <a:noFill/>
                  </a:tcPr>
                </a:tc>
                <a:tc>
                  <a:txBody>
                    <a:bodyPr/>
                    <a:lstStyle/>
                    <a:p>
                      <a:pPr>
                        <a:buNone/>
                      </a:pPr>
                      <a:r>
                        <a:rPr lang="en-US" sz="2000"/>
                        <a:t>Documents, browser history, downloaded files</a:t>
                      </a:r>
                    </a:p>
                  </a:txBody>
                  <a:tcPr marL="99719" marR="99719" marT="49860" marB="49860" anchor="ctr">
                    <a:lnL>
                      <a:noFill/>
                    </a:lnL>
                    <a:lnR>
                      <a:noFill/>
                    </a:lnR>
                    <a:lnT>
                      <a:noFill/>
                    </a:lnT>
                    <a:lnB>
                      <a:noFill/>
                    </a:lnB>
                    <a:noFill/>
                  </a:tcPr>
                </a:tc>
                <a:extLst>
                  <a:ext uri="{0D108BD9-81ED-4DB2-BD59-A6C34878D82A}">
                    <a16:rowId xmlns:a16="http://schemas.microsoft.com/office/drawing/2014/main" val="3845373125"/>
                  </a:ext>
                </a:extLst>
              </a:tr>
              <a:tr h="499334">
                <a:tc>
                  <a:txBody>
                    <a:bodyPr/>
                    <a:lstStyle/>
                    <a:p>
                      <a:pPr>
                        <a:buNone/>
                      </a:pPr>
                      <a:r>
                        <a:rPr lang="en-US" sz="2000"/>
                        <a:t>📱 Mobile Phone</a:t>
                      </a:r>
                    </a:p>
                  </a:txBody>
                  <a:tcPr marL="99719" marR="99719" marT="49860" marB="49860" anchor="ctr">
                    <a:lnL>
                      <a:noFill/>
                    </a:lnL>
                    <a:lnR>
                      <a:noFill/>
                    </a:lnR>
                    <a:lnT>
                      <a:noFill/>
                    </a:lnT>
                    <a:lnB>
                      <a:noFill/>
                    </a:lnB>
                    <a:noFill/>
                  </a:tcPr>
                </a:tc>
                <a:tc>
                  <a:txBody>
                    <a:bodyPr/>
                    <a:lstStyle/>
                    <a:p>
                      <a:pPr>
                        <a:buNone/>
                      </a:pPr>
                      <a:r>
                        <a:rPr lang="en-US" sz="2000"/>
                        <a:t>SMS, WhatsApp chats, call logs, photos</a:t>
                      </a:r>
                    </a:p>
                  </a:txBody>
                  <a:tcPr marL="99719" marR="99719" marT="49860" marB="49860" anchor="ctr">
                    <a:lnL>
                      <a:noFill/>
                    </a:lnL>
                    <a:lnR>
                      <a:noFill/>
                    </a:lnR>
                    <a:lnT>
                      <a:noFill/>
                    </a:lnT>
                    <a:lnB>
                      <a:noFill/>
                    </a:lnB>
                    <a:noFill/>
                  </a:tcPr>
                </a:tc>
                <a:extLst>
                  <a:ext uri="{0D108BD9-81ED-4DB2-BD59-A6C34878D82A}">
                    <a16:rowId xmlns:a16="http://schemas.microsoft.com/office/drawing/2014/main" val="3223619475"/>
                  </a:ext>
                </a:extLst>
              </a:tr>
              <a:tr h="499334">
                <a:tc>
                  <a:txBody>
                    <a:bodyPr/>
                    <a:lstStyle/>
                    <a:p>
                      <a:pPr>
                        <a:buNone/>
                      </a:pPr>
                      <a:r>
                        <a:rPr lang="en-US" sz="2000"/>
                        <a:t>📧 Email</a:t>
                      </a:r>
                    </a:p>
                  </a:txBody>
                  <a:tcPr marL="99719" marR="99719" marT="49860" marB="49860" anchor="ctr">
                    <a:lnL>
                      <a:noFill/>
                    </a:lnL>
                    <a:lnR>
                      <a:noFill/>
                    </a:lnR>
                    <a:lnT>
                      <a:noFill/>
                    </a:lnT>
                    <a:lnB>
                      <a:noFill/>
                    </a:lnB>
                    <a:noFill/>
                  </a:tcPr>
                </a:tc>
                <a:tc>
                  <a:txBody>
                    <a:bodyPr/>
                    <a:lstStyle/>
                    <a:p>
                      <a:pPr>
                        <a:buNone/>
                      </a:pPr>
                      <a:r>
                        <a:rPr lang="en-US" sz="2000"/>
                        <a:t>Messages, attachments, timestamps</a:t>
                      </a:r>
                    </a:p>
                  </a:txBody>
                  <a:tcPr marL="99719" marR="99719" marT="49860" marB="49860" anchor="ctr">
                    <a:lnL>
                      <a:noFill/>
                    </a:lnL>
                    <a:lnR>
                      <a:noFill/>
                    </a:lnR>
                    <a:lnT>
                      <a:noFill/>
                    </a:lnT>
                    <a:lnB>
                      <a:noFill/>
                    </a:lnB>
                    <a:noFill/>
                  </a:tcPr>
                </a:tc>
                <a:extLst>
                  <a:ext uri="{0D108BD9-81ED-4DB2-BD59-A6C34878D82A}">
                    <a16:rowId xmlns:a16="http://schemas.microsoft.com/office/drawing/2014/main" val="3225061614"/>
                  </a:ext>
                </a:extLst>
              </a:tr>
              <a:tr h="499334">
                <a:tc>
                  <a:txBody>
                    <a:bodyPr/>
                    <a:lstStyle/>
                    <a:p>
                      <a:pPr>
                        <a:buNone/>
                      </a:pPr>
                      <a:r>
                        <a:rPr lang="en-US" sz="2000"/>
                        <a:t>🌐 Internet</a:t>
                      </a:r>
                    </a:p>
                  </a:txBody>
                  <a:tcPr marL="99719" marR="99719" marT="49860" marB="49860" anchor="ctr">
                    <a:lnL>
                      <a:noFill/>
                    </a:lnL>
                    <a:lnR>
                      <a:noFill/>
                    </a:lnR>
                    <a:lnT>
                      <a:noFill/>
                    </a:lnT>
                    <a:lnB>
                      <a:noFill/>
                    </a:lnB>
                    <a:noFill/>
                  </a:tcPr>
                </a:tc>
                <a:tc>
                  <a:txBody>
                    <a:bodyPr/>
                    <a:lstStyle/>
                    <a:p>
                      <a:pPr>
                        <a:buNone/>
                      </a:pPr>
                      <a:r>
                        <a:rPr lang="en-US" sz="2000"/>
                        <a:t>Website access logs, IP addresses</a:t>
                      </a:r>
                    </a:p>
                  </a:txBody>
                  <a:tcPr marL="99719" marR="99719" marT="49860" marB="49860" anchor="ctr">
                    <a:lnL>
                      <a:noFill/>
                    </a:lnL>
                    <a:lnR>
                      <a:noFill/>
                    </a:lnR>
                    <a:lnT>
                      <a:noFill/>
                    </a:lnT>
                    <a:lnB>
                      <a:noFill/>
                    </a:lnB>
                    <a:noFill/>
                  </a:tcPr>
                </a:tc>
                <a:extLst>
                  <a:ext uri="{0D108BD9-81ED-4DB2-BD59-A6C34878D82A}">
                    <a16:rowId xmlns:a16="http://schemas.microsoft.com/office/drawing/2014/main" val="2305991547"/>
                  </a:ext>
                </a:extLst>
              </a:tr>
              <a:tr h="499334">
                <a:tc>
                  <a:txBody>
                    <a:bodyPr/>
                    <a:lstStyle/>
                    <a:p>
                      <a:pPr>
                        <a:buNone/>
                      </a:pPr>
                      <a:r>
                        <a:rPr lang="en-US" sz="2000"/>
                        <a:t>📷 CCTV/DVR</a:t>
                      </a:r>
                    </a:p>
                  </a:txBody>
                  <a:tcPr marL="99719" marR="99719" marT="49860" marB="49860" anchor="ctr">
                    <a:lnL>
                      <a:noFill/>
                    </a:lnL>
                    <a:lnR>
                      <a:noFill/>
                    </a:lnR>
                    <a:lnT>
                      <a:noFill/>
                    </a:lnT>
                    <a:lnB>
                      <a:noFill/>
                    </a:lnB>
                    <a:noFill/>
                  </a:tcPr>
                </a:tc>
                <a:tc>
                  <a:txBody>
                    <a:bodyPr/>
                    <a:lstStyle/>
                    <a:p>
                      <a:pPr>
                        <a:buNone/>
                      </a:pPr>
                      <a:r>
                        <a:rPr lang="en-US" sz="2000"/>
                        <a:t>Video recordings, timestamps</a:t>
                      </a:r>
                    </a:p>
                  </a:txBody>
                  <a:tcPr marL="99719" marR="99719" marT="49860" marB="49860" anchor="ctr">
                    <a:lnL>
                      <a:noFill/>
                    </a:lnL>
                    <a:lnR>
                      <a:noFill/>
                    </a:lnR>
                    <a:lnT>
                      <a:noFill/>
                    </a:lnT>
                    <a:lnB>
                      <a:noFill/>
                    </a:lnB>
                    <a:noFill/>
                  </a:tcPr>
                </a:tc>
                <a:extLst>
                  <a:ext uri="{0D108BD9-81ED-4DB2-BD59-A6C34878D82A}">
                    <a16:rowId xmlns:a16="http://schemas.microsoft.com/office/drawing/2014/main" val="3385169884"/>
                  </a:ext>
                </a:extLst>
              </a:tr>
              <a:tr h="499334">
                <a:tc>
                  <a:txBody>
                    <a:bodyPr/>
                    <a:lstStyle/>
                    <a:p>
                      <a:pPr>
                        <a:buNone/>
                      </a:pPr>
                      <a:r>
                        <a:rPr lang="en-US" sz="2000"/>
                        <a:t>☁️ Cloud Storage</a:t>
                      </a:r>
                    </a:p>
                  </a:txBody>
                  <a:tcPr marL="99719" marR="99719" marT="49860" marB="49860" anchor="ctr">
                    <a:lnL>
                      <a:noFill/>
                    </a:lnL>
                    <a:lnR>
                      <a:noFill/>
                    </a:lnR>
                    <a:lnT>
                      <a:noFill/>
                    </a:lnT>
                    <a:lnB>
                      <a:noFill/>
                    </a:lnB>
                    <a:noFill/>
                  </a:tcPr>
                </a:tc>
                <a:tc>
                  <a:txBody>
                    <a:bodyPr/>
                    <a:lstStyle/>
                    <a:p>
                      <a:pPr>
                        <a:buNone/>
                      </a:pPr>
                      <a:r>
                        <a:rPr lang="en-US" sz="2000"/>
                        <a:t>Shared files, activity logs</a:t>
                      </a:r>
                    </a:p>
                  </a:txBody>
                  <a:tcPr marL="99719" marR="99719" marT="49860" marB="49860" anchor="ctr">
                    <a:lnL>
                      <a:noFill/>
                    </a:lnL>
                    <a:lnR>
                      <a:noFill/>
                    </a:lnR>
                    <a:lnT>
                      <a:noFill/>
                    </a:lnT>
                    <a:lnB>
                      <a:noFill/>
                    </a:lnB>
                    <a:noFill/>
                  </a:tcPr>
                </a:tc>
                <a:extLst>
                  <a:ext uri="{0D108BD9-81ED-4DB2-BD59-A6C34878D82A}">
                    <a16:rowId xmlns:a16="http://schemas.microsoft.com/office/drawing/2014/main" val="1618406005"/>
                  </a:ext>
                </a:extLst>
              </a:tr>
              <a:tr h="499334">
                <a:tc>
                  <a:txBody>
                    <a:bodyPr/>
                    <a:lstStyle/>
                    <a:p>
                      <a:pPr>
                        <a:buNone/>
                      </a:pPr>
                      <a:r>
                        <a:rPr lang="en-US" sz="2000"/>
                        <a:t>💳 ATM/POS System</a:t>
                      </a:r>
                    </a:p>
                  </a:txBody>
                  <a:tcPr marL="99719" marR="99719" marT="49860" marB="49860" anchor="ctr">
                    <a:lnL>
                      <a:noFill/>
                    </a:lnL>
                    <a:lnR>
                      <a:noFill/>
                    </a:lnR>
                    <a:lnT>
                      <a:noFill/>
                    </a:lnT>
                    <a:lnB>
                      <a:noFill/>
                    </a:lnB>
                    <a:noFill/>
                  </a:tcPr>
                </a:tc>
                <a:tc>
                  <a:txBody>
                    <a:bodyPr/>
                    <a:lstStyle/>
                    <a:p>
                      <a:pPr>
                        <a:buNone/>
                      </a:pPr>
                      <a:r>
                        <a:rPr lang="en-US" sz="2000"/>
                        <a:t>Transaction records</a:t>
                      </a:r>
                    </a:p>
                  </a:txBody>
                  <a:tcPr marL="99719" marR="99719" marT="49860" marB="49860" anchor="ctr">
                    <a:lnL>
                      <a:noFill/>
                    </a:lnL>
                    <a:lnR>
                      <a:noFill/>
                    </a:lnR>
                    <a:lnT>
                      <a:noFill/>
                    </a:lnT>
                    <a:lnB>
                      <a:noFill/>
                    </a:lnB>
                    <a:noFill/>
                  </a:tcPr>
                </a:tc>
                <a:extLst>
                  <a:ext uri="{0D108BD9-81ED-4DB2-BD59-A6C34878D82A}">
                    <a16:rowId xmlns:a16="http://schemas.microsoft.com/office/drawing/2014/main" val="3880352546"/>
                  </a:ext>
                </a:extLst>
              </a:tr>
              <a:tr h="499334">
                <a:tc>
                  <a:txBody>
                    <a:bodyPr/>
                    <a:lstStyle/>
                    <a:p>
                      <a:pPr>
                        <a:buNone/>
                      </a:pPr>
                      <a:r>
                        <a:rPr lang="en-US" sz="2000"/>
                        <a:t>🚗 GPS Device</a:t>
                      </a:r>
                    </a:p>
                  </a:txBody>
                  <a:tcPr marL="99719" marR="99719" marT="49860" marB="49860" anchor="ctr">
                    <a:lnL>
                      <a:noFill/>
                    </a:lnL>
                    <a:lnR>
                      <a:noFill/>
                    </a:lnR>
                    <a:lnT>
                      <a:noFill/>
                    </a:lnT>
                    <a:lnB>
                      <a:noFill/>
                    </a:lnB>
                    <a:noFill/>
                  </a:tcPr>
                </a:tc>
                <a:tc>
                  <a:txBody>
                    <a:bodyPr/>
                    <a:lstStyle/>
                    <a:p>
                      <a:pPr>
                        <a:buNone/>
                      </a:pPr>
                      <a:r>
                        <a:rPr lang="en-US" sz="2000"/>
                        <a:t>Location history</a:t>
                      </a:r>
                    </a:p>
                  </a:txBody>
                  <a:tcPr marL="99719" marR="99719" marT="49860" marB="49860" anchor="ctr">
                    <a:lnL>
                      <a:noFill/>
                    </a:lnL>
                    <a:lnR>
                      <a:noFill/>
                    </a:lnR>
                    <a:lnT>
                      <a:noFill/>
                    </a:lnT>
                    <a:lnB>
                      <a:noFill/>
                    </a:lnB>
                    <a:noFill/>
                  </a:tcPr>
                </a:tc>
                <a:extLst>
                  <a:ext uri="{0D108BD9-81ED-4DB2-BD59-A6C34878D82A}">
                    <a16:rowId xmlns:a16="http://schemas.microsoft.com/office/drawing/2014/main" val="2513961443"/>
                  </a:ext>
                </a:extLst>
              </a:tr>
            </a:tbl>
          </a:graphicData>
        </a:graphic>
      </p:graphicFrame>
    </p:spTree>
    <p:extLst>
      <p:ext uri="{BB962C8B-B14F-4D97-AF65-F5344CB8AC3E}">
        <p14:creationId xmlns:p14="http://schemas.microsoft.com/office/powerpoint/2010/main" val="2121559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828D0F-DD5D-8F5A-9485-F34AF499593F}"/>
              </a:ext>
            </a:extLst>
          </p:cNvPr>
          <p:cNvSpPr>
            <a:spLocks noGrp="1"/>
          </p:cNvSpPr>
          <p:nvPr>
            <p:ph type="title"/>
          </p:nvPr>
        </p:nvSpPr>
        <p:spPr>
          <a:xfrm>
            <a:off x="838200" y="365125"/>
            <a:ext cx="10515600" cy="1325563"/>
          </a:xfrm>
        </p:spPr>
        <p:txBody>
          <a:bodyPr>
            <a:normAutofit/>
          </a:bodyPr>
          <a:lstStyle/>
          <a:p>
            <a:r>
              <a:rPr lang="en-US" sz="5400">
                <a:ea typeface="+mj-lt"/>
                <a:cs typeface="+mj-lt"/>
              </a:rPr>
              <a:t>Characteristics of Digital Evidence</a:t>
            </a: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9AE8D35-6E6E-EF31-3F95-03CEA422EBE5}"/>
              </a:ext>
            </a:extLst>
          </p:cNvPr>
          <p:cNvSpPr>
            <a:spLocks noGrp="1"/>
          </p:cNvSpPr>
          <p:nvPr>
            <p:ph idx="1"/>
          </p:nvPr>
        </p:nvSpPr>
        <p:spPr>
          <a:xfrm>
            <a:off x="838200" y="1929384"/>
            <a:ext cx="10515600" cy="4251960"/>
          </a:xfrm>
        </p:spPr>
        <p:txBody>
          <a:bodyPr vert="horz" lIns="91440" tIns="45720" rIns="91440" bIns="45720" rtlCol="0" anchor="t">
            <a:normAutofit/>
          </a:bodyPr>
          <a:lstStyle/>
          <a:p>
            <a:r>
              <a:rPr lang="en-US" sz="2400">
                <a:ea typeface="+mn-lt"/>
                <a:cs typeface="+mn-lt"/>
              </a:rPr>
              <a:t>Digital evidence differs significantly from traditional physical evidence. While a fingerprint or weapon is tangible, digital evidence exists as </a:t>
            </a:r>
            <a:r>
              <a:rPr lang="en-US" sz="2400" b="1">
                <a:ea typeface="+mn-lt"/>
                <a:cs typeface="+mn-lt"/>
              </a:rPr>
              <a:t>binary data (0s and 1s)</a:t>
            </a:r>
            <a:r>
              <a:rPr lang="en-US" sz="2400">
                <a:ea typeface="+mn-lt"/>
                <a:cs typeface="+mn-lt"/>
              </a:rPr>
              <a:t> and requires electronic devices to access, interpret, and analyze it.</a:t>
            </a:r>
            <a:endParaRPr lang="en-US" sz="2400">
              <a:ea typeface="Calibri" panose="020F0502020204030204"/>
              <a:cs typeface="Calibri" panose="020F0502020204030204"/>
            </a:endParaRPr>
          </a:p>
          <a:p>
            <a:r>
              <a:rPr lang="en-US" sz="2400">
                <a:ea typeface="+mn-lt"/>
                <a:cs typeface="+mn-lt"/>
              </a:rPr>
              <a:t>Understanding these characteristics helps investigators appreciate both the </a:t>
            </a:r>
            <a:r>
              <a:rPr lang="en-US" sz="2400" b="1">
                <a:ea typeface="+mn-lt"/>
                <a:cs typeface="+mn-lt"/>
              </a:rPr>
              <a:t>power</a:t>
            </a:r>
            <a:r>
              <a:rPr lang="en-US" sz="2400">
                <a:ea typeface="+mn-lt"/>
                <a:cs typeface="+mn-lt"/>
              </a:rPr>
              <a:t> and the </a:t>
            </a:r>
            <a:r>
              <a:rPr lang="en-US" sz="2400" b="1">
                <a:ea typeface="+mn-lt"/>
                <a:cs typeface="+mn-lt"/>
              </a:rPr>
              <a:t>limitations</a:t>
            </a:r>
            <a:r>
              <a:rPr lang="en-US" sz="2400">
                <a:ea typeface="+mn-lt"/>
                <a:cs typeface="+mn-lt"/>
              </a:rPr>
              <a:t> of digital evidence.</a:t>
            </a:r>
            <a:endParaRPr lang="en-US" sz="2400"/>
          </a:p>
          <a:p>
            <a:endParaRPr lang="en-US" sz="2200">
              <a:ea typeface="Calibri"/>
              <a:cs typeface="Calibri"/>
            </a:endParaRPr>
          </a:p>
        </p:txBody>
      </p:sp>
    </p:spTree>
    <p:extLst>
      <p:ext uri="{BB962C8B-B14F-4D97-AF65-F5344CB8AC3E}">
        <p14:creationId xmlns:p14="http://schemas.microsoft.com/office/powerpoint/2010/main" val="3952705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4AF27F-41D9-FB4F-720C-C30A068991CB}"/>
              </a:ext>
            </a:extLst>
          </p:cNvPr>
          <p:cNvSpPr>
            <a:spLocks noGrp="1"/>
          </p:cNvSpPr>
          <p:nvPr>
            <p:ph type="title"/>
          </p:nvPr>
        </p:nvSpPr>
        <p:spPr>
          <a:xfrm>
            <a:off x="838200" y="365125"/>
            <a:ext cx="10515600" cy="1325563"/>
          </a:xfrm>
        </p:spPr>
        <p:txBody>
          <a:bodyPr>
            <a:normAutofit fontScale="90000"/>
          </a:bodyPr>
          <a:lstStyle/>
          <a:p>
            <a:r>
              <a:rPr lang="en-US" sz="5400">
                <a:ea typeface="+mj-lt"/>
                <a:cs typeface="+mj-lt"/>
              </a:rPr>
              <a:t>Major Characteristics of Digital Evidence</a:t>
            </a: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4638A6B-38C3-503D-FD57-895C908F2316}"/>
              </a:ext>
            </a:extLst>
          </p:cNvPr>
          <p:cNvSpPr>
            <a:spLocks noGrp="1"/>
          </p:cNvSpPr>
          <p:nvPr>
            <p:ph idx="1"/>
          </p:nvPr>
        </p:nvSpPr>
        <p:spPr>
          <a:xfrm>
            <a:off x="838200" y="1929384"/>
            <a:ext cx="10515600" cy="4251960"/>
          </a:xfrm>
        </p:spPr>
        <p:txBody>
          <a:bodyPr vert="horz" lIns="91440" tIns="45720" rIns="91440" bIns="45720" rtlCol="0" anchor="t">
            <a:normAutofit/>
          </a:bodyPr>
          <a:lstStyle/>
          <a:p>
            <a:r>
              <a:rPr lang="en-US" b="1"/>
              <a:t>1. Fragile</a:t>
            </a:r>
            <a:endParaRPr lang="en-US" sz="2200">
              <a:ea typeface="Calibri"/>
              <a:cs typeface="Calibri"/>
            </a:endParaRPr>
          </a:p>
          <a:p>
            <a:r>
              <a:rPr lang="en-US" sz="2400">
                <a:ea typeface="+mn-lt"/>
                <a:cs typeface="+mn-lt"/>
              </a:rPr>
              <a:t>Digital evidence can be altered, overwritten, or deleted easily—sometimes simply by turning on a device or opening a file.</a:t>
            </a:r>
            <a:endParaRPr lang="en-US" sz="2400">
              <a:ea typeface="Calibri"/>
              <a:cs typeface="Calibri"/>
            </a:endParaRPr>
          </a:p>
          <a:p>
            <a:r>
              <a:rPr lang="en-US" sz="2400" b="1">
                <a:ea typeface="+mn-lt"/>
                <a:cs typeface="+mn-lt"/>
              </a:rPr>
              <a:t>Example</a:t>
            </a:r>
            <a:endParaRPr lang="en-US" sz="2400">
              <a:ea typeface="Calibri"/>
              <a:cs typeface="Calibri"/>
            </a:endParaRPr>
          </a:p>
          <a:p>
            <a:r>
              <a:rPr lang="en-US" sz="2400">
                <a:ea typeface="+mn-lt"/>
                <a:cs typeface="+mn-lt"/>
              </a:rPr>
              <a:t>Opening a document changes its "Last Accessed" timestamp. </a:t>
            </a:r>
            <a:endParaRPr lang="en-US" sz="2400">
              <a:ea typeface="Calibri"/>
              <a:cs typeface="Calibri"/>
            </a:endParaRPr>
          </a:p>
          <a:p>
            <a:r>
              <a:rPr lang="en-US" sz="2400">
                <a:ea typeface="+mn-lt"/>
                <a:cs typeface="+mn-lt"/>
              </a:rPr>
              <a:t>Installing software modifies system files.</a:t>
            </a:r>
            <a:endParaRPr lang="en-US" sz="2400"/>
          </a:p>
          <a:p>
            <a:endParaRPr lang="en-US" sz="2200">
              <a:ea typeface="Calibri"/>
              <a:cs typeface="Calibri"/>
            </a:endParaRPr>
          </a:p>
        </p:txBody>
      </p:sp>
    </p:spTree>
    <p:extLst>
      <p:ext uri="{BB962C8B-B14F-4D97-AF65-F5344CB8AC3E}">
        <p14:creationId xmlns:p14="http://schemas.microsoft.com/office/powerpoint/2010/main" val="399183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B4B1EC-F27D-D99D-BE27-F9946A402CD3}"/>
              </a:ext>
            </a:extLst>
          </p:cNvPr>
          <p:cNvSpPr>
            <a:spLocks noGrp="1"/>
          </p:cNvSpPr>
          <p:nvPr>
            <p:ph type="title"/>
          </p:nvPr>
        </p:nvSpPr>
        <p:spPr>
          <a:xfrm>
            <a:off x="838200" y="365125"/>
            <a:ext cx="10515600" cy="1325563"/>
          </a:xfrm>
        </p:spPr>
        <p:txBody>
          <a:bodyPr>
            <a:normAutofit/>
          </a:bodyPr>
          <a:lstStyle/>
          <a:p>
            <a:r>
              <a:rPr lang="en-US" sz="5400">
                <a:ea typeface="+mj-lt"/>
                <a:cs typeface="+mj-lt"/>
              </a:rPr>
              <a:t>2. Easily Duplicated</a:t>
            </a: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DAFD589-7496-787B-B339-63881F749D91}"/>
              </a:ext>
            </a:extLst>
          </p:cNvPr>
          <p:cNvSpPr>
            <a:spLocks noGrp="1"/>
          </p:cNvSpPr>
          <p:nvPr>
            <p:ph idx="1"/>
          </p:nvPr>
        </p:nvSpPr>
        <p:spPr>
          <a:xfrm>
            <a:off x="838200" y="1929384"/>
            <a:ext cx="10515600" cy="4251960"/>
          </a:xfrm>
        </p:spPr>
        <p:txBody>
          <a:bodyPr vert="horz" lIns="91440" tIns="45720" rIns="91440" bIns="45720" rtlCol="0" anchor="t">
            <a:normAutofit/>
          </a:bodyPr>
          <a:lstStyle/>
          <a:p>
            <a:r>
              <a:rPr lang="en-US" sz="2400">
                <a:ea typeface="+mn-lt"/>
                <a:cs typeface="+mn-lt"/>
              </a:rPr>
              <a:t>Unlike physical evidence, digital evidence can be copied </a:t>
            </a:r>
            <a:r>
              <a:rPr lang="en-US" sz="2400" b="1">
                <a:ea typeface="+mn-lt"/>
                <a:cs typeface="+mn-lt"/>
              </a:rPr>
              <a:t>exactly</a:t>
            </a:r>
            <a:r>
              <a:rPr lang="en-US" sz="2400">
                <a:ea typeface="+mn-lt"/>
                <a:cs typeface="+mn-lt"/>
              </a:rPr>
              <a:t>.</a:t>
            </a:r>
            <a:endParaRPr lang="en-US" sz="2400">
              <a:ea typeface="Calibri" panose="020F0502020204030204"/>
              <a:cs typeface="Calibri" panose="020F0502020204030204"/>
            </a:endParaRPr>
          </a:p>
          <a:p>
            <a:r>
              <a:rPr lang="en-US" sz="2400">
                <a:ea typeface="+mn-lt"/>
                <a:cs typeface="+mn-lt"/>
              </a:rPr>
              <a:t>A copied file is identical to the original if copied correctly.</a:t>
            </a:r>
            <a:endParaRPr lang="en-US" sz="2400">
              <a:ea typeface="Calibri"/>
              <a:cs typeface="Calibri"/>
            </a:endParaRPr>
          </a:p>
          <a:p>
            <a:endParaRPr lang="en-US" sz="2400">
              <a:ea typeface="+mn-lt"/>
              <a:cs typeface="+mn-lt"/>
            </a:endParaRPr>
          </a:p>
          <a:p>
            <a:r>
              <a:rPr lang="en-US" sz="2400" b="1">
                <a:ea typeface="+mn-lt"/>
                <a:cs typeface="+mn-lt"/>
              </a:rPr>
              <a:t>Example</a:t>
            </a:r>
            <a:endParaRPr lang="en-US" sz="2400">
              <a:ea typeface="Calibri"/>
              <a:cs typeface="Calibri"/>
            </a:endParaRPr>
          </a:p>
          <a:p>
            <a:r>
              <a:rPr lang="en-US" sz="2400">
                <a:ea typeface="+mn-lt"/>
                <a:cs typeface="+mn-lt"/>
              </a:rPr>
              <a:t>A PDF copied from a USB drive to another computer contains exactly the same information.</a:t>
            </a:r>
            <a:endParaRPr lang="en-US" sz="2400"/>
          </a:p>
          <a:p>
            <a:endParaRPr lang="en-US" sz="2200">
              <a:ea typeface="Calibri"/>
              <a:cs typeface="Calibri"/>
            </a:endParaRPr>
          </a:p>
          <a:p>
            <a:pPr marL="0" indent="0">
              <a:buNone/>
            </a:pPr>
            <a:r>
              <a:rPr lang="en-US" sz="2200">
                <a:ea typeface="Calibri"/>
                <a:cs typeface="Calibri"/>
              </a:rPr>
              <a:t> </a:t>
            </a:r>
            <a:r>
              <a:rPr lang="en-US" sz="2200" i="1">
                <a:solidFill>
                  <a:srgbClr val="FF0000"/>
                </a:solidFill>
                <a:ea typeface="Calibri"/>
                <a:cs typeface="Calibri"/>
              </a:rPr>
              <a:t>"</a:t>
            </a:r>
            <a:r>
              <a:rPr lang="en-US" sz="2200" i="1">
                <a:solidFill>
                  <a:srgbClr val="FF0000"/>
                </a:solidFill>
                <a:ea typeface="+mn-lt"/>
                <a:cs typeface="+mn-lt"/>
              </a:rPr>
              <a:t>Can investigators work on a copy instead of the original?</a:t>
            </a:r>
            <a:endParaRPr lang="en-US" sz="2200" i="1">
              <a:solidFill>
                <a:srgbClr val="FF0000"/>
              </a:solidFill>
              <a:ea typeface="Calibri"/>
              <a:cs typeface="Calibri"/>
            </a:endParaRPr>
          </a:p>
        </p:txBody>
      </p:sp>
    </p:spTree>
    <p:extLst>
      <p:ext uri="{BB962C8B-B14F-4D97-AF65-F5344CB8AC3E}">
        <p14:creationId xmlns:p14="http://schemas.microsoft.com/office/powerpoint/2010/main" val="3160115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CE685C-A863-2726-73EE-FE3D6C224380}"/>
              </a:ext>
            </a:extLst>
          </p:cNvPr>
          <p:cNvSpPr>
            <a:spLocks noGrp="1"/>
          </p:cNvSpPr>
          <p:nvPr>
            <p:ph type="title"/>
          </p:nvPr>
        </p:nvSpPr>
        <p:spPr>
          <a:xfrm>
            <a:off x="838200" y="365125"/>
            <a:ext cx="10515600" cy="1325563"/>
          </a:xfrm>
        </p:spPr>
        <p:txBody>
          <a:bodyPr>
            <a:normAutofit/>
          </a:bodyPr>
          <a:lstStyle/>
          <a:p>
            <a:r>
              <a:rPr lang="en-US" sz="5400">
                <a:ea typeface="+mj-lt"/>
                <a:cs typeface="+mj-lt"/>
              </a:rPr>
              <a:t>3. Invisible to the Human Eye</a:t>
            </a: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048AAD5-F651-074A-EF3B-531AEB5146A5}"/>
              </a:ext>
            </a:extLst>
          </p:cNvPr>
          <p:cNvSpPr>
            <a:spLocks noGrp="1"/>
          </p:cNvSpPr>
          <p:nvPr>
            <p:ph idx="1"/>
          </p:nvPr>
        </p:nvSpPr>
        <p:spPr>
          <a:xfrm>
            <a:off x="838200" y="1929384"/>
            <a:ext cx="10515600" cy="4251960"/>
          </a:xfrm>
        </p:spPr>
        <p:txBody>
          <a:bodyPr vert="horz" lIns="91440" tIns="45720" rIns="91440" bIns="45720" rtlCol="0" anchor="t">
            <a:normAutofit/>
          </a:bodyPr>
          <a:lstStyle/>
          <a:p>
            <a:pPr marL="0" indent="0">
              <a:buNone/>
            </a:pPr>
            <a:r>
              <a:rPr lang="en-US" sz="2400">
                <a:ea typeface="+mn-lt"/>
                <a:cs typeface="+mn-lt"/>
              </a:rPr>
              <a:t>Digital evidence cannot be understood without electronic devices and software.</a:t>
            </a:r>
            <a:endParaRPr lang="en-US" sz="2400">
              <a:ea typeface="Calibri" panose="020F0502020204030204"/>
              <a:cs typeface="Calibri" panose="020F0502020204030204"/>
            </a:endParaRPr>
          </a:p>
          <a:p>
            <a:pPr marL="0" indent="0">
              <a:buNone/>
            </a:pPr>
            <a:r>
              <a:rPr lang="en-US" sz="2400">
                <a:ea typeface="+mn-lt"/>
                <a:cs typeface="+mn-lt"/>
              </a:rPr>
              <a:t>Examples include:</a:t>
            </a:r>
            <a:endParaRPr lang="en-US" sz="2400">
              <a:ea typeface="Calibri" panose="020F0502020204030204"/>
              <a:cs typeface="Calibri" panose="020F0502020204030204"/>
            </a:endParaRPr>
          </a:p>
          <a:p>
            <a:r>
              <a:rPr lang="en-US" sz="2400">
                <a:ea typeface="+mn-lt"/>
                <a:cs typeface="+mn-lt"/>
              </a:rPr>
              <a:t>Binary files </a:t>
            </a:r>
            <a:endParaRPr lang="en-US" sz="2400">
              <a:ea typeface="Calibri"/>
              <a:cs typeface="Calibri"/>
            </a:endParaRPr>
          </a:p>
          <a:p>
            <a:r>
              <a:rPr lang="en-US" sz="2400">
                <a:ea typeface="+mn-lt"/>
                <a:cs typeface="+mn-lt"/>
              </a:rPr>
              <a:t>Database records </a:t>
            </a:r>
            <a:endParaRPr lang="en-US" sz="2400">
              <a:ea typeface="Calibri"/>
              <a:cs typeface="Calibri"/>
            </a:endParaRPr>
          </a:p>
          <a:p>
            <a:r>
              <a:rPr lang="en-US" sz="2400">
                <a:ea typeface="+mn-lt"/>
                <a:cs typeface="+mn-lt"/>
              </a:rPr>
              <a:t>Browser cache </a:t>
            </a:r>
            <a:endParaRPr lang="en-US" sz="2400">
              <a:ea typeface="Calibri"/>
              <a:cs typeface="Calibri"/>
            </a:endParaRPr>
          </a:p>
          <a:p>
            <a:r>
              <a:rPr lang="en-US" sz="2400">
                <a:ea typeface="+mn-lt"/>
                <a:cs typeface="+mn-lt"/>
              </a:rPr>
              <a:t>System logs </a:t>
            </a:r>
            <a:endParaRPr lang="en-US" sz="2400">
              <a:ea typeface="Calibri"/>
              <a:cs typeface="Calibri"/>
            </a:endParaRPr>
          </a:p>
          <a:p>
            <a:pPr marL="0" indent="0">
              <a:buNone/>
            </a:pPr>
            <a:r>
              <a:rPr lang="en-US" sz="2400">
                <a:ea typeface="+mn-lt"/>
                <a:cs typeface="+mn-lt"/>
              </a:rPr>
              <a:t>Unlike a handwritten letter, digital evidence cannot be examined directly without technology.</a:t>
            </a:r>
            <a:endParaRPr lang="en-US" sz="2400">
              <a:ea typeface="Calibri" panose="020F0502020204030204"/>
              <a:cs typeface="Calibri" panose="020F0502020204030204"/>
            </a:endParaRPr>
          </a:p>
          <a:p>
            <a:endParaRPr lang="en-US" sz="2200">
              <a:ea typeface="Calibri"/>
              <a:cs typeface="Calibri"/>
            </a:endParaRPr>
          </a:p>
        </p:txBody>
      </p:sp>
    </p:spTree>
    <p:extLst>
      <p:ext uri="{BB962C8B-B14F-4D97-AF65-F5344CB8AC3E}">
        <p14:creationId xmlns:p14="http://schemas.microsoft.com/office/powerpoint/2010/main" val="892314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3D0800-5273-C5F6-E265-D60AF715BF4D}"/>
              </a:ext>
            </a:extLst>
          </p:cNvPr>
          <p:cNvSpPr>
            <a:spLocks noGrp="1"/>
          </p:cNvSpPr>
          <p:nvPr>
            <p:ph type="title"/>
          </p:nvPr>
        </p:nvSpPr>
        <p:spPr>
          <a:xfrm>
            <a:off x="838200" y="365125"/>
            <a:ext cx="10515600" cy="1325563"/>
          </a:xfrm>
        </p:spPr>
        <p:txBody>
          <a:bodyPr>
            <a:normAutofit/>
          </a:bodyPr>
          <a:lstStyle/>
          <a:p>
            <a:r>
              <a:rPr lang="en-US" sz="5400">
                <a:ea typeface="+mj-lt"/>
                <a:cs typeface="+mj-lt"/>
              </a:rPr>
              <a:t>4. Persistent</a:t>
            </a: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B3074D4-FB0B-9B14-985E-736BE0B21CC7}"/>
              </a:ext>
            </a:extLst>
          </p:cNvPr>
          <p:cNvSpPr>
            <a:spLocks noGrp="1"/>
          </p:cNvSpPr>
          <p:nvPr>
            <p:ph idx="1"/>
          </p:nvPr>
        </p:nvSpPr>
        <p:spPr>
          <a:xfrm>
            <a:off x="838200" y="1929384"/>
            <a:ext cx="10515600" cy="4251960"/>
          </a:xfrm>
        </p:spPr>
        <p:txBody>
          <a:bodyPr vert="horz" lIns="91440" tIns="45720" rIns="91440" bIns="45720" rtlCol="0" anchor="t">
            <a:normAutofit/>
          </a:bodyPr>
          <a:lstStyle/>
          <a:p>
            <a:pPr>
              <a:buNone/>
            </a:pPr>
            <a:r>
              <a:rPr lang="en-US" sz="2400">
                <a:ea typeface="+mn-lt"/>
                <a:cs typeface="+mn-lt"/>
              </a:rPr>
              <a:t>Deleting a file does not always remove it immediately.</a:t>
            </a:r>
            <a:endParaRPr lang="en-US" sz="2400">
              <a:ea typeface="Calibri"/>
              <a:cs typeface="Calibri"/>
            </a:endParaRPr>
          </a:p>
          <a:p>
            <a:pPr>
              <a:buNone/>
            </a:pPr>
            <a:r>
              <a:rPr lang="en-US" sz="2400">
                <a:ea typeface="+mn-lt"/>
                <a:cs typeface="+mn-lt"/>
              </a:rPr>
              <a:t>In many cases, traces remain until the storage space is overwritten.</a:t>
            </a:r>
            <a:endParaRPr lang="en-US" sz="2400">
              <a:ea typeface="Calibri"/>
              <a:cs typeface="Calibri"/>
            </a:endParaRPr>
          </a:p>
          <a:p>
            <a:pPr>
              <a:buNone/>
            </a:pPr>
            <a:r>
              <a:rPr lang="en-US" sz="2400" b="1">
                <a:ea typeface="+mn-lt"/>
                <a:cs typeface="+mn-lt"/>
              </a:rPr>
              <a:t>Example</a:t>
            </a:r>
            <a:endParaRPr lang="en-US" sz="2400">
              <a:ea typeface="Calibri"/>
              <a:cs typeface="Calibri"/>
            </a:endParaRPr>
          </a:p>
          <a:p>
            <a:pPr>
              <a:buNone/>
            </a:pPr>
            <a:r>
              <a:rPr lang="en-US" sz="2400">
                <a:ea typeface="+mn-lt"/>
                <a:cs typeface="+mn-lt"/>
              </a:rPr>
              <a:t>A deleted photograph may still exist on a storage device until new data replaces it.</a:t>
            </a:r>
            <a:endParaRPr lang="en-US" sz="2400"/>
          </a:p>
          <a:p>
            <a:pPr marL="0" indent="0">
              <a:buNone/>
            </a:pPr>
            <a:endParaRPr lang="en-US" sz="2200">
              <a:ea typeface="Calibri" panose="020F0502020204030204"/>
              <a:cs typeface="Calibri" panose="020F0502020204030204"/>
            </a:endParaRPr>
          </a:p>
        </p:txBody>
      </p:sp>
    </p:spTree>
    <p:extLst>
      <p:ext uri="{BB962C8B-B14F-4D97-AF65-F5344CB8AC3E}">
        <p14:creationId xmlns:p14="http://schemas.microsoft.com/office/powerpoint/2010/main" val="2548577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FB0B12-85E2-CC3E-2978-07A2CF740F92}"/>
              </a:ext>
            </a:extLst>
          </p:cNvPr>
          <p:cNvSpPr>
            <a:spLocks noGrp="1"/>
          </p:cNvSpPr>
          <p:nvPr>
            <p:ph type="title"/>
          </p:nvPr>
        </p:nvSpPr>
        <p:spPr>
          <a:xfrm>
            <a:off x="838200" y="365125"/>
            <a:ext cx="10515600" cy="1325563"/>
          </a:xfrm>
        </p:spPr>
        <p:txBody>
          <a:bodyPr>
            <a:normAutofit/>
          </a:bodyPr>
          <a:lstStyle/>
          <a:p>
            <a:r>
              <a:rPr lang="en-US" sz="5400">
                <a:ea typeface="+mj-lt"/>
                <a:cs typeface="+mj-lt"/>
              </a:rPr>
              <a:t>5. Large Volume</a:t>
            </a: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F35C57F-54B6-2F6D-A005-6A335A348428}"/>
              </a:ext>
            </a:extLst>
          </p:cNvPr>
          <p:cNvSpPr>
            <a:spLocks noGrp="1"/>
          </p:cNvSpPr>
          <p:nvPr>
            <p:ph idx="1"/>
          </p:nvPr>
        </p:nvSpPr>
        <p:spPr>
          <a:xfrm>
            <a:off x="838200" y="1929384"/>
            <a:ext cx="10515600" cy="4251960"/>
          </a:xfrm>
        </p:spPr>
        <p:txBody>
          <a:bodyPr vert="horz" lIns="91440" tIns="45720" rIns="91440" bIns="45720" rtlCol="0" anchor="t">
            <a:normAutofit/>
          </a:bodyPr>
          <a:lstStyle/>
          <a:p>
            <a:pPr>
              <a:buNone/>
            </a:pPr>
            <a:r>
              <a:rPr lang="en-US" sz="2200">
                <a:ea typeface="+mn-lt"/>
                <a:cs typeface="+mn-lt"/>
              </a:rPr>
              <a:t>Modern devices store enormous amounts of information.</a:t>
            </a:r>
            <a:endParaRPr lang="en-US">
              <a:ea typeface="+mn-lt"/>
              <a:cs typeface="+mn-lt"/>
            </a:endParaRPr>
          </a:p>
          <a:p>
            <a:pPr>
              <a:buNone/>
            </a:pPr>
            <a:r>
              <a:rPr lang="en-US" sz="2200">
                <a:ea typeface="+mn-lt"/>
                <a:cs typeface="+mn-lt"/>
              </a:rPr>
              <a:t>Examples:</a:t>
            </a:r>
            <a:endParaRPr lang="en-US">
              <a:ea typeface="+mn-lt"/>
              <a:cs typeface="+mn-lt"/>
            </a:endParaRPr>
          </a:p>
          <a:p>
            <a:pPr>
              <a:buFont typeface="Arial"/>
            </a:pPr>
            <a:r>
              <a:rPr lang="en-US" sz="2200">
                <a:ea typeface="+mn-lt"/>
                <a:cs typeface="+mn-lt"/>
              </a:rPr>
              <a:t>Thousands of photographs </a:t>
            </a:r>
            <a:endParaRPr lang="en-US">
              <a:ea typeface="+mn-lt"/>
              <a:cs typeface="+mn-lt"/>
            </a:endParaRPr>
          </a:p>
          <a:p>
            <a:pPr>
              <a:buFont typeface="Arial"/>
            </a:pPr>
            <a:r>
              <a:rPr lang="en-US" sz="2200">
                <a:ea typeface="+mn-lt"/>
                <a:cs typeface="+mn-lt"/>
              </a:rPr>
              <a:t>Years of emails </a:t>
            </a:r>
            <a:endParaRPr lang="en-US">
              <a:ea typeface="+mn-lt"/>
              <a:cs typeface="+mn-lt"/>
            </a:endParaRPr>
          </a:p>
          <a:p>
            <a:pPr>
              <a:buFont typeface="Arial"/>
            </a:pPr>
            <a:r>
              <a:rPr lang="en-US" sz="2200">
                <a:ea typeface="+mn-lt"/>
                <a:cs typeface="+mn-lt"/>
              </a:rPr>
              <a:t>Millions of log entries </a:t>
            </a:r>
            <a:endParaRPr lang="en-US">
              <a:ea typeface="+mn-lt"/>
              <a:cs typeface="+mn-lt"/>
            </a:endParaRPr>
          </a:p>
          <a:p>
            <a:pPr>
              <a:buFont typeface="Arial"/>
            </a:pPr>
            <a:r>
              <a:rPr lang="en-US" sz="2200">
                <a:ea typeface="+mn-lt"/>
                <a:cs typeface="+mn-lt"/>
              </a:rPr>
              <a:t>Months of browser history </a:t>
            </a:r>
            <a:endParaRPr lang="en-US">
              <a:ea typeface="+mn-lt"/>
              <a:cs typeface="+mn-lt"/>
            </a:endParaRPr>
          </a:p>
          <a:p>
            <a:pPr indent="0">
              <a:buNone/>
            </a:pPr>
            <a:r>
              <a:rPr lang="en-US" sz="2200">
                <a:ea typeface="+mn-lt"/>
                <a:cs typeface="+mn-lt"/>
              </a:rPr>
              <a:t>Investigators often need to identify the relevant evidence from vast amounts of data.</a:t>
            </a:r>
            <a:endParaRPr lang="en-US">
              <a:ea typeface="+mn-lt"/>
              <a:cs typeface="+mn-lt"/>
            </a:endParaRPr>
          </a:p>
          <a:p>
            <a:pPr marL="0" indent="0">
              <a:buNone/>
            </a:pPr>
            <a:endParaRPr lang="en-US" sz="2200">
              <a:ea typeface="Calibri"/>
              <a:cs typeface="Calibri"/>
            </a:endParaRPr>
          </a:p>
        </p:txBody>
      </p:sp>
    </p:spTree>
    <p:extLst>
      <p:ext uri="{BB962C8B-B14F-4D97-AF65-F5344CB8AC3E}">
        <p14:creationId xmlns:p14="http://schemas.microsoft.com/office/powerpoint/2010/main" val="3997607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1886BC-8133-984A-807E-CAF95691059C}"/>
              </a:ext>
            </a:extLst>
          </p:cNvPr>
          <p:cNvSpPr>
            <a:spLocks noGrp="1"/>
          </p:cNvSpPr>
          <p:nvPr>
            <p:ph type="title"/>
          </p:nvPr>
        </p:nvSpPr>
        <p:spPr>
          <a:xfrm>
            <a:off x="838200" y="365125"/>
            <a:ext cx="10515600" cy="1325563"/>
          </a:xfrm>
        </p:spPr>
        <p:txBody>
          <a:bodyPr>
            <a:normAutofit/>
          </a:bodyPr>
          <a:lstStyle/>
          <a:p>
            <a:r>
              <a:rPr lang="en-US" sz="5400">
                <a:ea typeface="+mj-lt"/>
                <a:cs typeface="+mj-lt"/>
              </a:rPr>
              <a:t>6. Time-Stamped</a:t>
            </a: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AC9F54B-957A-0217-75A7-5B892948D0AD}"/>
              </a:ext>
            </a:extLst>
          </p:cNvPr>
          <p:cNvSpPr>
            <a:spLocks noGrp="1"/>
          </p:cNvSpPr>
          <p:nvPr>
            <p:ph idx="1"/>
          </p:nvPr>
        </p:nvSpPr>
        <p:spPr>
          <a:xfrm>
            <a:off x="838200" y="1929384"/>
            <a:ext cx="10515600" cy="4251960"/>
          </a:xfrm>
        </p:spPr>
        <p:txBody>
          <a:bodyPr vert="horz" lIns="91440" tIns="45720" rIns="91440" bIns="45720" rtlCol="0" anchor="t">
            <a:normAutofit/>
          </a:bodyPr>
          <a:lstStyle/>
          <a:p>
            <a:pPr marL="0" indent="0">
              <a:buNone/>
            </a:pPr>
            <a:r>
              <a:rPr lang="en-US" sz="2400">
                <a:ea typeface="+mn-lt"/>
                <a:cs typeface="+mn-lt"/>
              </a:rPr>
              <a:t>Many digital activities automatically record the date and time.</a:t>
            </a:r>
            <a:endParaRPr lang="en-US" sz="2400">
              <a:ea typeface="Calibri" panose="020F0502020204030204"/>
              <a:cs typeface="Calibri" panose="020F0502020204030204"/>
            </a:endParaRPr>
          </a:p>
          <a:p>
            <a:pPr marL="0" indent="0">
              <a:buNone/>
            </a:pPr>
            <a:r>
              <a:rPr lang="en-US" sz="2400">
                <a:ea typeface="+mn-lt"/>
                <a:cs typeface="+mn-lt"/>
              </a:rPr>
              <a:t>Examples include:</a:t>
            </a:r>
            <a:endParaRPr lang="en-US" sz="2400">
              <a:ea typeface="Calibri" panose="020F0502020204030204"/>
              <a:cs typeface="Calibri" panose="020F0502020204030204"/>
            </a:endParaRPr>
          </a:p>
          <a:p>
            <a:r>
              <a:rPr lang="en-US" sz="2400">
                <a:ea typeface="+mn-lt"/>
                <a:cs typeface="+mn-lt"/>
              </a:rPr>
              <a:t>Email sent time </a:t>
            </a:r>
            <a:endParaRPr lang="en-US" sz="2400">
              <a:ea typeface="Calibri"/>
              <a:cs typeface="Calibri"/>
            </a:endParaRPr>
          </a:p>
          <a:p>
            <a:r>
              <a:rPr lang="en-US" sz="2400">
                <a:ea typeface="+mn-lt"/>
                <a:cs typeface="+mn-lt"/>
              </a:rPr>
              <a:t>Login time </a:t>
            </a:r>
            <a:endParaRPr lang="en-US" sz="2400">
              <a:ea typeface="Calibri"/>
              <a:cs typeface="Calibri"/>
            </a:endParaRPr>
          </a:p>
          <a:p>
            <a:r>
              <a:rPr lang="en-US" sz="2400">
                <a:ea typeface="+mn-lt"/>
                <a:cs typeface="+mn-lt"/>
              </a:rPr>
              <a:t>File creation time </a:t>
            </a:r>
            <a:endParaRPr lang="en-US" sz="2400">
              <a:ea typeface="Calibri"/>
              <a:cs typeface="Calibri"/>
            </a:endParaRPr>
          </a:p>
          <a:p>
            <a:r>
              <a:rPr lang="en-US" sz="2400">
                <a:ea typeface="+mn-lt"/>
                <a:cs typeface="+mn-lt"/>
              </a:rPr>
              <a:t>Transaction time </a:t>
            </a:r>
            <a:endParaRPr lang="en-US" sz="2400">
              <a:ea typeface="Calibri"/>
              <a:cs typeface="Calibri"/>
            </a:endParaRPr>
          </a:p>
          <a:p>
            <a:r>
              <a:rPr lang="en-US" sz="2400">
                <a:ea typeface="+mn-lt"/>
                <a:cs typeface="+mn-lt"/>
              </a:rPr>
              <a:t>GPS location history </a:t>
            </a:r>
            <a:endParaRPr lang="en-US" sz="2400">
              <a:ea typeface="Calibri"/>
              <a:cs typeface="Calibri"/>
            </a:endParaRPr>
          </a:p>
          <a:p>
            <a:pPr marL="0" indent="0">
              <a:buNone/>
            </a:pPr>
            <a:r>
              <a:rPr lang="en-US" sz="2400">
                <a:ea typeface="+mn-lt"/>
                <a:cs typeface="+mn-lt"/>
              </a:rPr>
              <a:t>These timestamps help investigators reconstruct events chronologically.</a:t>
            </a:r>
            <a:endParaRPr lang="en-US" sz="2400">
              <a:ea typeface="Calibri" panose="020F0502020204030204"/>
              <a:cs typeface="Calibri" panose="020F0502020204030204"/>
            </a:endParaRPr>
          </a:p>
          <a:p>
            <a:endParaRPr lang="en-US" sz="2200">
              <a:ea typeface="Calibri"/>
              <a:cs typeface="Calibri"/>
            </a:endParaRPr>
          </a:p>
        </p:txBody>
      </p:sp>
    </p:spTree>
    <p:extLst>
      <p:ext uri="{BB962C8B-B14F-4D97-AF65-F5344CB8AC3E}">
        <p14:creationId xmlns:p14="http://schemas.microsoft.com/office/powerpoint/2010/main" val="8777219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61105B-4856-9D5B-1B17-925CCDCDC350}"/>
              </a:ext>
            </a:extLst>
          </p:cNvPr>
          <p:cNvSpPr>
            <a:spLocks noGrp="1"/>
          </p:cNvSpPr>
          <p:nvPr>
            <p:ph type="title"/>
          </p:nvPr>
        </p:nvSpPr>
        <p:spPr>
          <a:xfrm>
            <a:off x="838200" y="365125"/>
            <a:ext cx="10515600" cy="1325563"/>
          </a:xfrm>
        </p:spPr>
        <p:txBody>
          <a:bodyPr>
            <a:normAutofit/>
          </a:bodyPr>
          <a:lstStyle/>
          <a:p>
            <a:r>
              <a:rPr lang="en-US" sz="5400">
                <a:ea typeface="+mj-lt"/>
                <a:cs typeface="+mj-lt"/>
              </a:rPr>
              <a:t>Types of Digital Evidence</a:t>
            </a: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BE70B521-6117-7D4E-2323-81EC910E48CC}"/>
              </a:ext>
            </a:extLst>
          </p:cNvPr>
          <p:cNvPicPr>
            <a:picLocks noGrp="1" noChangeAspect="1"/>
          </p:cNvPicPr>
          <p:nvPr>
            <p:ph idx="1"/>
          </p:nvPr>
        </p:nvPicPr>
        <p:blipFill>
          <a:blip r:embed="rId2"/>
          <a:stretch>
            <a:fillRect/>
          </a:stretch>
        </p:blipFill>
        <p:spPr>
          <a:xfrm>
            <a:off x="7258" y="5879"/>
            <a:ext cx="11843656" cy="6821714"/>
          </a:xfrm>
          <a:prstGeom prst="rect">
            <a:avLst/>
          </a:prstGeom>
        </p:spPr>
      </p:pic>
    </p:spTree>
    <p:extLst>
      <p:ext uri="{BB962C8B-B14F-4D97-AF65-F5344CB8AC3E}">
        <p14:creationId xmlns:p14="http://schemas.microsoft.com/office/powerpoint/2010/main" val="36658173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885514-320B-C4AC-EA66-BA1576E61900}"/>
              </a:ext>
            </a:extLst>
          </p:cNvPr>
          <p:cNvSpPr>
            <a:spLocks noGrp="1"/>
          </p:cNvSpPr>
          <p:nvPr>
            <p:ph type="title"/>
          </p:nvPr>
        </p:nvSpPr>
        <p:spPr>
          <a:xfrm>
            <a:off x="838200" y="365125"/>
            <a:ext cx="10515600" cy="1325563"/>
          </a:xfrm>
        </p:spPr>
        <p:txBody>
          <a:bodyPr>
            <a:normAutofit/>
          </a:bodyPr>
          <a:lstStyle/>
          <a:p>
            <a:r>
              <a:rPr lang="en-US" sz="5400">
                <a:ea typeface="+mj-lt"/>
                <a:cs typeface="+mj-lt"/>
              </a:rPr>
              <a:t>Digital Evidence in Courts</a:t>
            </a: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AC1A179-B1F6-1A61-4CED-E967A429551D}"/>
              </a:ext>
            </a:extLst>
          </p:cNvPr>
          <p:cNvSpPr>
            <a:spLocks noGrp="1"/>
          </p:cNvSpPr>
          <p:nvPr>
            <p:ph idx="1"/>
          </p:nvPr>
        </p:nvSpPr>
        <p:spPr>
          <a:xfrm>
            <a:off x="838200" y="1929384"/>
            <a:ext cx="10515600" cy="4251960"/>
          </a:xfrm>
        </p:spPr>
        <p:txBody>
          <a:bodyPr vert="horz" lIns="91440" tIns="45720" rIns="91440" bIns="45720" rtlCol="0" anchor="t">
            <a:normAutofit/>
          </a:bodyPr>
          <a:lstStyle/>
          <a:p>
            <a:pPr>
              <a:buNone/>
            </a:pPr>
            <a:r>
              <a:rPr lang="en-US" sz="2400">
                <a:ea typeface="+mn-lt"/>
                <a:cs typeface="+mn-lt"/>
              </a:rPr>
              <a:t>Digital evidence plays an increasingly important role in both </a:t>
            </a:r>
            <a:r>
              <a:rPr lang="en-US" sz="2400" b="1">
                <a:ea typeface="+mn-lt"/>
                <a:cs typeface="+mn-lt"/>
              </a:rPr>
              <a:t>criminal</a:t>
            </a:r>
            <a:r>
              <a:rPr lang="en-US" sz="2400">
                <a:ea typeface="+mn-lt"/>
                <a:cs typeface="+mn-lt"/>
              </a:rPr>
              <a:t> and </a:t>
            </a:r>
            <a:r>
              <a:rPr lang="en-US" sz="2400" b="1">
                <a:ea typeface="+mn-lt"/>
                <a:cs typeface="+mn-lt"/>
              </a:rPr>
              <a:t>civil</a:t>
            </a:r>
            <a:r>
              <a:rPr lang="en-US" sz="2400">
                <a:ea typeface="+mn-lt"/>
                <a:cs typeface="+mn-lt"/>
              </a:rPr>
              <a:t> cases. Courts rely on electronic evidence to reconstruct events, identify suspects, verify claims, and support judicial decisions.</a:t>
            </a:r>
          </a:p>
          <a:p>
            <a:pPr>
              <a:buNone/>
            </a:pPr>
            <a:r>
              <a:rPr lang="en-US" sz="2400">
                <a:ea typeface="+mn-lt"/>
                <a:cs typeface="+mn-lt"/>
              </a:rPr>
              <a:t>However, </a:t>
            </a:r>
            <a:r>
              <a:rPr lang="en-US" sz="2400" b="1">
                <a:ea typeface="+mn-lt"/>
                <a:cs typeface="+mn-lt"/>
              </a:rPr>
              <a:t>not every digital file automatically becomes valid evidence</a:t>
            </a:r>
            <a:r>
              <a:rPr lang="en-US" sz="2400">
                <a:ea typeface="+mn-lt"/>
                <a:cs typeface="+mn-lt"/>
              </a:rPr>
              <a:t>. The court must be satisfied that the evidence is </a:t>
            </a:r>
            <a:r>
              <a:rPr lang="en-US" sz="2400" b="1">
                <a:ea typeface="+mn-lt"/>
                <a:cs typeface="+mn-lt"/>
              </a:rPr>
              <a:t>relevant, authentic, reliable, and legally obtained</a:t>
            </a:r>
            <a:r>
              <a:rPr lang="en-US" sz="2400">
                <a:ea typeface="+mn-lt"/>
                <a:cs typeface="+mn-lt"/>
              </a:rPr>
              <a:t>.</a:t>
            </a:r>
          </a:p>
          <a:p>
            <a:pPr marL="0" indent="0">
              <a:buNone/>
            </a:pPr>
            <a:endParaRPr lang="en-US" sz="2200">
              <a:ea typeface="Calibri"/>
              <a:cs typeface="Calibri"/>
            </a:endParaRPr>
          </a:p>
        </p:txBody>
      </p:sp>
    </p:spTree>
    <p:extLst>
      <p:ext uri="{BB962C8B-B14F-4D97-AF65-F5344CB8AC3E}">
        <p14:creationId xmlns:p14="http://schemas.microsoft.com/office/powerpoint/2010/main" val="2358345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97F68D-8F0E-30D8-68A9-6585FD3F1C6B}"/>
              </a:ext>
            </a:extLst>
          </p:cNvPr>
          <p:cNvSpPr>
            <a:spLocks noGrp="1"/>
          </p:cNvSpPr>
          <p:nvPr>
            <p:ph type="title"/>
          </p:nvPr>
        </p:nvSpPr>
        <p:spPr>
          <a:xfrm>
            <a:off x="838200" y="365125"/>
            <a:ext cx="10515600" cy="1325563"/>
          </a:xfrm>
        </p:spPr>
        <p:txBody>
          <a:bodyPr>
            <a:normAutofit/>
          </a:bodyPr>
          <a:lstStyle/>
          <a:p>
            <a:r>
              <a:rPr lang="en-US" sz="5400">
                <a:ea typeface="+mj-lt"/>
                <a:cs typeface="+mj-lt"/>
              </a:rPr>
              <a:t>Role of Digital Evidence in Court</a:t>
            </a: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1DDD10C-91C6-0ACA-8CBB-1E7CA207E601}"/>
              </a:ext>
            </a:extLst>
          </p:cNvPr>
          <p:cNvSpPr>
            <a:spLocks noGrp="1"/>
          </p:cNvSpPr>
          <p:nvPr>
            <p:ph idx="1"/>
          </p:nvPr>
        </p:nvSpPr>
        <p:spPr>
          <a:xfrm>
            <a:off x="838200" y="1929384"/>
            <a:ext cx="10515600" cy="4251960"/>
          </a:xfrm>
        </p:spPr>
        <p:txBody>
          <a:bodyPr vert="horz" lIns="91440" tIns="45720" rIns="91440" bIns="45720" rtlCol="0" anchor="t">
            <a:normAutofit/>
          </a:bodyPr>
          <a:lstStyle/>
          <a:p>
            <a:pPr>
              <a:buNone/>
            </a:pPr>
            <a:r>
              <a:rPr lang="en-US" sz="2400">
                <a:ea typeface="+mn-lt"/>
                <a:cs typeface="+mn-lt"/>
              </a:rPr>
              <a:t>Digital evidence helps courts to answer important questions such as:</a:t>
            </a:r>
          </a:p>
          <a:p>
            <a:pPr>
              <a:buFont typeface="Arial"/>
            </a:pPr>
            <a:r>
              <a:rPr lang="en-US" sz="2400" b="1">
                <a:ea typeface="+mn-lt"/>
                <a:cs typeface="+mn-lt"/>
              </a:rPr>
              <a:t>Who</a:t>
            </a:r>
            <a:r>
              <a:rPr lang="en-US" sz="2400">
                <a:ea typeface="+mn-lt"/>
                <a:cs typeface="+mn-lt"/>
              </a:rPr>
              <a:t> committed the crime? </a:t>
            </a:r>
          </a:p>
          <a:p>
            <a:pPr>
              <a:buFont typeface="Arial"/>
            </a:pPr>
            <a:r>
              <a:rPr lang="en-US" sz="2400" b="1">
                <a:ea typeface="+mn-lt"/>
                <a:cs typeface="+mn-lt"/>
              </a:rPr>
              <a:t>What</a:t>
            </a:r>
            <a:r>
              <a:rPr lang="en-US" sz="2400">
                <a:ea typeface="+mn-lt"/>
                <a:cs typeface="+mn-lt"/>
              </a:rPr>
              <a:t> happened? </a:t>
            </a:r>
          </a:p>
          <a:p>
            <a:pPr>
              <a:buFont typeface="Arial"/>
            </a:pPr>
            <a:r>
              <a:rPr lang="en-US" sz="2400" b="1">
                <a:ea typeface="+mn-lt"/>
                <a:cs typeface="+mn-lt"/>
              </a:rPr>
              <a:t>When</a:t>
            </a:r>
            <a:r>
              <a:rPr lang="en-US" sz="2400">
                <a:ea typeface="+mn-lt"/>
                <a:cs typeface="+mn-lt"/>
              </a:rPr>
              <a:t> did it happen? </a:t>
            </a:r>
          </a:p>
          <a:p>
            <a:pPr>
              <a:buFont typeface="Arial"/>
            </a:pPr>
            <a:r>
              <a:rPr lang="en-US" sz="2400" b="1">
                <a:ea typeface="+mn-lt"/>
                <a:cs typeface="+mn-lt"/>
              </a:rPr>
              <a:t>Where</a:t>
            </a:r>
            <a:r>
              <a:rPr lang="en-US" sz="2400">
                <a:ea typeface="+mn-lt"/>
                <a:cs typeface="+mn-lt"/>
              </a:rPr>
              <a:t> did it happen? </a:t>
            </a:r>
          </a:p>
          <a:p>
            <a:pPr>
              <a:buFont typeface="Arial"/>
            </a:pPr>
            <a:r>
              <a:rPr lang="en-US" sz="2400" b="1">
                <a:ea typeface="+mn-lt"/>
                <a:cs typeface="+mn-lt"/>
              </a:rPr>
              <a:t>How</a:t>
            </a:r>
            <a:r>
              <a:rPr lang="en-US" sz="2400">
                <a:ea typeface="+mn-lt"/>
                <a:cs typeface="+mn-lt"/>
              </a:rPr>
              <a:t> did it happen?</a:t>
            </a:r>
          </a:p>
          <a:p>
            <a:pPr marL="0" indent="0">
              <a:buNone/>
            </a:pPr>
            <a:endParaRPr lang="en-US" sz="2200">
              <a:ea typeface="Calibri"/>
              <a:cs typeface="Calibri"/>
            </a:endParaRPr>
          </a:p>
        </p:txBody>
      </p:sp>
    </p:spTree>
    <p:extLst>
      <p:ext uri="{BB962C8B-B14F-4D97-AF65-F5344CB8AC3E}">
        <p14:creationId xmlns:p14="http://schemas.microsoft.com/office/powerpoint/2010/main" val="22127960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BCBC91-03C8-CD32-F138-45F45F19F486}"/>
              </a:ext>
            </a:extLst>
          </p:cNvPr>
          <p:cNvSpPr>
            <a:spLocks noGrp="1"/>
          </p:cNvSpPr>
          <p:nvPr>
            <p:ph type="title"/>
          </p:nvPr>
        </p:nvSpPr>
        <p:spPr>
          <a:xfrm>
            <a:off x="838200" y="365125"/>
            <a:ext cx="10515600" cy="1325563"/>
          </a:xfrm>
        </p:spPr>
        <p:txBody>
          <a:bodyPr>
            <a:normAutofit fontScale="90000"/>
          </a:bodyPr>
          <a:lstStyle/>
          <a:p>
            <a:r>
              <a:rPr lang="en-US" sz="5400">
                <a:ea typeface="+mj-lt"/>
                <a:cs typeface="+mj-lt"/>
              </a:rPr>
              <a:t>Common Digital Evidence Presented in Court</a:t>
            </a:r>
            <a:endParaRPr lang="en-US"/>
          </a:p>
        </p:txBody>
      </p:sp>
      <p:sp>
        <p:nvSpPr>
          <p:cNvPr id="17"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4">
            <a:extLst>
              <a:ext uri="{FF2B5EF4-FFF2-40B4-BE49-F238E27FC236}">
                <a16:creationId xmlns:a16="http://schemas.microsoft.com/office/drawing/2014/main" id="{F46E6427-94A0-8B1D-5B1E-58E2F7FFB4BE}"/>
              </a:ext>
            </a:extLst>
          </p:cNvPr>
          <p:cNvGraphicFramePr>
            <a:graphicFrameLocks noGrp="1"/>
          </p:cNvGraphicFramePr>
          <p:nvPr>
            <p:ph idx="1"/>
            <p:extLst>
              <p:ext uri="{D42A27DB-BD31-4B8C-83A1-F6EECF244321}">
                <p14:modId xmlns:p14="http://schemas.microsoft.com/office/powerpoint/2010/main" val="3399527618"/>
              </p:ext>
            </p:extLst>
          </p:nvPr>
        </p:nvGraphicFramePr>
        <p:xfrm>
          <a:off x="210457" y="2104571"/>
          <a:ext cx="11819061" cy="4547872"/>
        </p:xfrm>
        <a:graphic>
          <a:graphicData uri="http://schemas.openxmlformats.org/drawingml/2006/table">
            <a:tbl>
              <a:tblPr bandRow="1">
                <a:tableStyleId>{5C22544A-7EE6-4342-B048-85BDC9FD1C3A}</a:tableStyleId>
              </a:tblPr>
              <a:tblGrid>
                <a:gridCol w="3939687">
                  <a:extLst>
                    <a:ext uri="{9D8B030D-6E8A-4147-A177-3AD203B41FA5}">
                      <a16:colId xmlns:a16="http://schemas.microsoft.com/office/drawing/2014/main" val="204519943"/>
                    </a:ext>
                  </a:extLst>
                </a:gridCol>
                <a:gridCol w="3939687">
                  <a:extLst>
                    <a:ext uri="{9D8B030D-6E8A-4147-A177-3AD203B41FA5}">
                      <a16:colId xmlns:a16="http://schemas.microsoft.com/office/drawing/2014/main" val="425297925"/>
                    </a:ext>
                  </a:extLst>
                </a:gridCol>
                <a:gridCol w="3939687">
                  <a:extLst>
                    <a:ext uri="{9D8B030D-6E8A-4147-A177-3AD203B41FA5}">
                      <a16:colId xmlns:a16="http://schemas.microsoft.com/office/drawing/2014/main" val="3978535860"/>
                    </a:ext>
                  </a:extLst>
                </a:gridCol>
              </a:tblGrid>
              <a:tr h="568484">
                <a:tc>
                  <a:txBody>
                    <a:bodyPr/>
                    <a:lstStyle/>
                    <a:p>
                      <a:pPr>
                        <a:buNone/>
                      </a:pPr>
                      <a:r>
                        <a:rPr lang="en-US" sz="2400" b="1"/>
                        <a:t>Evidence</a:t>
                      </a:r>
                      <a:endParaRPr lang="en-US" sz="2400"/>
                    </a:p>
                  </a:txBody>
                  <a:tcPr anchor="ctr">
                    <a:lnL>
                      <a:noFill/>
                    </a:lnL>
                    <a:lnR>
                      <a:noFill/>
                    </a:lnR>
                    <a:lnT>
                      <a:noFill/>
                    </a:lnT>
                    <a:lnB>
                      <a:noFill/>
                    </a:lnB>
                    <a:noFill/>
                  </a:tcPr>
                </a:tc>
                <a:tc>
                  <a:txBody>
                    <a:bodyPr/>
                    <a:lstStyle/>
                    <a:p>
                      <a:pPr>
                        <a:buNone/>
                      </a:pPr>
                      <a:r>
                        <a:rPr lang="en-US" sz="2400" b="1"/>
                        <a:t>Example</a:t>
                      </a:r>
                      <a:endParaRPr lang="en-US" sz="2400"/>
                    </a:p>
                  </a:txBody>
                  <a:tcPr anchor="ctr">
                    <a:lnL>
                      <a:noFill/>
                    </a:lnL>
                    <a:lnR>
                      <a:noFill/>
                    </a:lnR>
                    <a:lnT>
                      <a:noFill/>
                    </a:lnT>
                    <a:lnB>
                      <a:noFill/>
                    </a:lnB>
                    <a:noFill/>
                  </a:tcPr>
                </a:tc>
                <a:tc>
                  <a:txBody>
                    <a:bodyPr/>
                    <a:lstStyle/>
                    <a:p>
                      <a:pPr>
                        <a:buNone/>
                      </a:pPr>
                      <a:r>
                        <a:rPr lang="en-US" sz="2400" b="1"/>
                        <a:t>Purpose in Court</a:t>
                      </a:r>
                      <a:endParaRPr lang="en-US" sz="2400"/>
                    </a:p>
                  </a:txBody>
                  <a:tcPr anchor="ctr">
                    <a:lnL>
                      <a:noFill/>
                    </a:lnL>
                    <a:lnR>
                      <a:noFill/>
                    </a:lnR>
                    <a:lnT>
                      <a:noFill/>
                    </a:lnT>
                    <a:lnB>
                      <a:noFill/>
                    </a:lnB>
                    <a:noFill/>
                  </a:tcPr>
                </a:tc>
                <a:extLst>
                  <a:ext uri="{0D108BD9-81ED-4DB2-BD59-A6C34878D82A}">
                    <a16:rowId xmlns:a16="http://schemas.microsoft.com/office/drawing/2014/main" val="1869955109"/>
                  </a:ext>
                </a:extLst>
              </a:tr>
              <a:tr h="568484">
                <a:tc>
                  <a:txBody>
                    <a:bodyPr/>
                    <a:lstStyle/>
                    <a:p>
                      <a:pPr>
                        <a:buNone/>
                      </a:pPr>
                      <a:r>
                        <a:rPr lang="en-US" sz="2400"/>
                        <a:t>📧 Emails</a:t>
                      </a:r>
                    </a:p>
                  </a:txBody>
                  <a:tcPr anchor="ctr">
                    <a:lnL>
                      <a:noFill/>
                    </a:lnL>
                    <a:lnR>
                      <a:noFill/>
                    </a:lnR>
                    <a:lnT>
                      <a:noFill/>
                    </a:lnT>
                    <a:lnB>
                      <a:noFill/>
                    </a:lnB>
                    <a:noFill/>
                  </a:tcPr>
                </a:tc>
                <a:tc>
                  <a:txBody>
                    <a:bodyPr/>
                    <a:lstStyle/>
                    <a:p>
                      <a:pPr>
                        <a:buNone/>
                      </a:pPr>
                      <a:r>
                        <a:rPr lang="en-US" sz="2400"/>
                        <a:t>Business communication</a:t>
                      </a:r>
                    </a:p>
                  </a:txBody>
                  <a:tcPr anchor="ctr">
                    <a:lnL>
                      <a:noFill/>
                    </a:lnL>
                    <a:lnR>
                      <a:noFill/>
                    </a:lnR>
                    <a:lnT>
                      <a:noFill/>
                    </a:lnT>
                    <a:lnB>
                      <a:noFill/>
                    </a:lnB>
                    <a:noFill/>
                  </a:tcPr>
                </a:tc>
                <a:tc>
                  <a:txBody>
                    <a:bodyPr/>
                    <a:lstStyle/>
                    <a:p>
                      <a:pPr>
                        <a:buNone/>
                      </a:pPr>
                      <a:r>
                        <a:rPr lang="en-US" sz="2400"/>
                        <a:t>Establish communication</a:t>
                      </a:r>
                    </a:p>
                  </a:txBody>
                  <a:tcPr anchor="ctr">
                    <a:lnL>
                      <a:noFill/>
                    </a:lnL>
                    <a:lnR>
                      <a:noFill/>
                    </a:lnR>
                    <a:lnT>
                      <a:noFill/>
                    </a:lnT>
                    <a:lnB>
                      <a:noFill/>
                    </a:lnB>
                    <a:noFill/>
                  </a:tcPr>
                </a:tc>
                <a:extLst>
                  <a:ext uri="{0D108BD9-81ED-4DB2-BD59-A6C34878D82A}">
                    <a16:rowId xmlns:a16="http://schemas.microsoft.com/office/drawing/2014/main" val="3604388296"/>
                  </a:ext>
                </a:extLst>
              </a:tr>
              <a:tr h="568484">
                <a:tc>
                  <a:txBody>
                    <a:bodyPr/>
                    <a:lstStyle/>
                    <a:p>
                      <a:pPr>
                        <a:buNone/>
                      </a:pPr>
                      <a:r>
                        <a:rPr lang="en-US" sz="2400"/>
                        <a:t>💬 Chat Messages</a:t>
                      </a:r>
                    </a:p>
                  </a:txBody>
                  <a:tcPr anchor="ctr">
                    <a:lnL>
                      <a:noFill/>
                    </a:lnL>
                    <a:lnR>
                      <a:noFill/>
                    </a:lnR>
                    <a:lnT>
                      <a:noFill/>
                    </a:lnT>
                    <a:lnB>
                      <a:noFill/>
                    </a:lnB>
                    <a:noFill/>
                  </a:tcPr>
                </a:tc>
                <a:tc>
                  <a:txBody>
                    <a:bodyPr/>
                    <a:lstStyle/>
                    <a:p>
                      <a:pPr>
                        <a:buNone/>
                      </a:pPr>
                      <a:r>
                        <a:rPr lang="en-US" sz="2400"/>
                        <a:t>WhatsApp, Telegram</a:t>
                      </a:r>
                    </a:p>
                  </a:txBody>
                  <a:tcPr anchor="ctr">
                    <a:lnL>
                      <a:noFill/>
                    </a:lnL>
                    <a:lnR>
                      <a:noFill/>
                    </a:lnR>
                    <a:lnT>
                      <a:noFill/>
                    </a:lnT>
                    <a:lnB>
                      <a:noFill/>
                    </a:lnB>
                    <a:noFill/>
                  </a:tcPr>
                </a:tc>
                <a:tc>
                  <a:txBody>
                    <a:bodyPr/>
                    <a:lstStyle/>
                    <a:p>
                      <a:pPr>
                        <a:buNone/>
                      </a:pPr>
                      <a:r>
                        <a:rPr lang="en-US" sz="2400"/>
                        <a:t>Verify conversations</a:t>
                      </a:r>
                    </a:p>
                  </a:txBody>
                  <a:tcPr anchor="ctr">
                    <a:lnL>
                      <a:noFill/>
                    </a:lnL>
                    <a:lnR>
                      <a:noFill/>
                    </a:lnR>
                    <a:lnT>
                      <a:noFill/>
                    </a:lnT>
                    <a:lnB>
                      <a:noFill/>
                    </a:lnB>
                    <a:noFill/>
                  </a:tcPr>
                </a:tc>
                <a:extLst>
                  <a:ext uri="{0D108BD9-81ED-4DB2-BD59-A6C34878D82A}">
                    <a16:rowId xmlns:a16="http://schemas.microsoft.com/office/drawing/2014/main" val="362944185"/>
                  </a:ext>
                </a:extLst>
              </a:tr>
              <a:tr h="568484">
                <a:tc>
                  <a:txBody>
                    <a:bodyPr/>
                    <a:lstStyle/>
                    <a:p>
                      <a:pPr>
                        <a:buNone/>
                      </a:pPr>
                      <a:r>
                        <a:rPr lang="en-US" sz="2400"/>
                        <a:t>📱 Call Records</a:t>
                      </a:r>
                    </a:p>
                  </a:txBody>
                  <a:tcPr anchor="ctr">
                    <a:lnL>
                      <a:noFill/>
                    </a:lnL>
                    <a:lnR>
                      <a:noFill/>
                    </a:lnR>
                    <a:lnT>
                      <a:noFill/>
                    </a:lnT>
                    <a:lnB>
                      <a:noFill/>
                    </a:lnB>
                    <a:noFill/>
                  </a:tcPr>
                </a:tc>
                <a:tc>
                  <a:txBody>
                    <a:bodyPr/>
                    <a:lstStyle/>
                    <a:p>
                      <a:pPr>
                        <a:buNone/>
                      </a:pPr>
                      <a:r>
                        <a:rPr lang="en-US" sz="2400"/>
                        <a:t>Mobile call logs</a:t>
                      </a:r>
                    </a:p>
                  </a:txBody>
                  <a:tcPr anchor="ctr">
                    <a:lnL>
                      <a:noFill/>
                    </a:lnL>
                    <a:lnR>
                      <a:noFill/>
                    </a:lnR>
                    <a:lnT>
                      <a:noFill/>
                    </a:lnT>
                    <a:lnB>
                      <a:noFill/>
                    </a:lnB>
                    <a:noFill/>
                  </a:tcPr>
                </a:tc>
                <a:tc>
                  <a:txBody>
                    <a:bodyPr/>
                    <a:lstStyle/>
                    <a:p>
                      <a:pPr>
                        <a:buNone/>
                      </a:pPr>
                      <a:r>
                        <a:rPr lang="en-US" sz="2400"/>
                        <a:t>Identify contacts</a:t>
                      </a:r>
                    </a:p>
                  </a:txBody>
                  <a:tcPr anchor="ctr">
                    <a:lnL>
                      <a:noFill/>
                    </a:lnL>
                    <a:lnR>
                      <a:noFill/>
                    </a:lnR>
                    <a:lnT>
                      <a:noFill/>
                    </a:lnT>
                    <a:lnB>
                      <a:noFill/>
                    </a:lnB>
                    <a:noFill/>
                  </a:tcPr>
                </a:tc>
                <a:extLst>
                  <a:ext uri="{0D108BD9-81ED-4DB2-BD59-A6C34878D82A}">
                    <a16:rowId xmlns:a16="http://schemas.microsoft.com/office/drawing/2014/main" val="298540486"/>
                  </a:ext>
                </a:extLst>
              </a:tr>
              <a:tr h="568484">
                <a:tc>
                  <a:txBody>
                    <a:bodyPr/>
                    <a:lstStyle/>
                    <a:p>
                      <a:pPr>
                        <a:buNone/>
                      </a:pPr>
                      <a:r>
                        <a:rPr lang="en-US" sz="2400"/>
                        <a:t>📷 CCTV Footage</a:t>
                      </a:r>
                    </a:p>
                  </a:txBody>
                  <a:tcPr anchor="ctr">
                    <a:lnL>
                      <a:noFill/>
                    </a:lnL>
                    <a:lnR>
                      <a:noFill/>
                    </a:lnR>
                    <a:lnT>
                      <a:noFill/>
                    </a:lnT>
                    <a:lnB>
                      <a:noFill/>
                    </a:lnB>
                    <a:noFill/>
                  </a:tcPr>
                </a:tc>
                <a:tc>
                  <a:txBody>
                    <a:bodyPr/>
                    <a:lstStyle/>
                    <a:p>
                      <a:pPr>
                        <a:buNone/>
                      </a:pPr>
                      <a:r>
                        <a:rPr lang="en-US" sz="2400"/>
                        <a:t>Security camera recordings</a:t>
                      </a:r>
                    </a:p>
                  </a:txBody>
                  <a:tcPr anchor="ctr">
                    <a:lnL>
                      <a:noFill/>
                    </a:lnL>
                    <a:lnR>
                      <a:noFill/>
                    </a:lnR>
                    <a:lnT>
                      <a:noFill/>
                    </a:lnT>
                    <a:lnB>
                      <a:noFill/>
                    </a:lnB>
                    <a:noFill/>
                  </a:tcPr>
                </a:tc>
                <a:tc>
                  <a:txBody>
                    <a:bodyPr/>
                    <a:lstStyle/>
                    <a:p>
                      <a:pPr>
                        <a:buNone/>
                      </a:pPr>
                      <a:r>
                        <a:rPr lang="en-US" sz="2400"/>
                        <a:t>Identify suspects and events</a:t>
                      </a:r>
                    </a:p>
                  </a:txBody>
                  <a:tcPr anchor="ctr">
                    <a:lnL>
                      <a:noFill/>
                    </a:lnL>
                    <a:lnR>
                      <a:noFill/>
                    </a:lnR>
                    <a:lnT>
                      <a:noFill/>
                    </a:lnT>
                    <a:lnB>
                      <a:noFill/>
                    </a:lnB>
                    <a:noFill/>
                  </a:tcPr>
                </a:tc>
                <a:extLst>
                  <a:ext uri="{0D108BD9-81ED-4DB2-BD59-A6C34878D82A}">
                    <a16:rowId xmlns:a16="http://schemas.microsoft.com/office/drawing/2014/main" val="3439143065"/>
                  </a:ext>
                </a:extLst>
              </a:tr>
              <a:tr h="568484">
                <a:tc>
                  <a:txBody>
                    <a:bodyPr/>
                    <a:lstStyle/>
                    <a:p>
                      <a:pPr>
                        <a:buNone/>
                      </a:pPr>
                      <a:r>
                        <a:rPr lang="en-US" sz="2400"/>
                        <a:t>🌍 GPS Records</a:t>
                      </a:r>
                    </a:p>
                  </a:txBody>
                  <a:tcPr anchor="ctr">
                    <a:lnL>
                      <a:noFill/>
                    </a:lnL>
                    <a:lnR>
                      <a:noFill/>
                    </a:lnR>
                    <a:lnT>
                      <a:noFill/>
                    </a:lnT>
                    <a:lnB>
                      <a:noFill/>
                    </a:lnB>
                    <a:noFill/>
                  </a:tcPr>
                </a:tc>
                <a:tc>
                  <a:txBody>
                    <a:bodyPr/>
                    <a:lstStyle/>
                    <a:p>
                      <a:pPr>
                        <a:buNone/>
                      </a:pPr>
                      <a:r>
                        <a:rPr lang="en-US" sz="2400"/>
                        <a:t>Vehicle or phone location</a:t>
                      </a:r>
                    </a:p>
                  </a:txBody>
                  <a:tcPr anchor="ctr">
                    <a:lnL>
                      <a:noFill/>
                    </a:lnL>
                    <a:lnR>
                      <a:noFill/>
                    </a:lnR>
                    <a:lnT>
                      <a:noFill/>
                    </a:lnT>
                    <a:lnB>
                      <a:noFill/>
                    </a:lnB>
                    <a:noFill/>
                  </a:tcPr>
                </a:tc>
                <a:tc>
                  <a:txBody>
                    <a:bodyPr/>
                    <a:lstStyle/>
                    <a:p>
                      <a:pPr>
                        <a:buNone/>
                      </a:pPr>
                      <a:r>
                        <a:rPr lang="en-US" sz="2400"/>
                        <a:t>Determine location</a:t>
                      </a:r>
                    </a:p>
                  </a:txBody>
                  <a:tcPr anchor="ctr">
                    <a:lnL>
                      <a:noFill/>
                    </a:lnL>
                    <a:lnR>
                      <a:noFill/>
                    </a:lnR>
                    <a:lnT>
                      <a:noFill/>
                    </a:lnT>
                    <a:lnB>
                      <a:noFill/>
                    </a:lnB>
                    <a:noFill/>
                  </a:tcPr>
                </a:tc>
                <a:extLst>
                  <a:ext uri="{0D108BD9-81ED-4DB2-BD59-A6C34878D82A}">
                    <a16:rowId xmlns:a16="http://schemas.microsoft.com/office/drawing/2014/main" val="3126736556"/>
                  </a:ext>
                </a:extLst>
              </a:tr>
              <a:tr h="568484">
                <a:tc>
                  <a:txBody>
                    <a:bodyPr/>
                    <a:lstStyle/>
                    <a:p>
                      <a:pPr>
                        <a:buNone/>
                      </a:pPr>
                      <a:r>
                        <a:rPr lang="en-US" sz="2400"/>
                        <a:t>💳 Transaction Logs</a:t>
                      </a:r>
                    </a:p>
                  </a:txBody>
                  <a:tcPr anchor="ctr">
                    <a:lnL>
                      <a:noFill/>
                    </a:lnL>
                    <a:lnR>
                      <a:noFill/>
                    </a:lnR>
                    <a:lnT>
                      <a:noFill/>
                    </a:lnT>
                    <a:lnB>
                      <a:noFill/>
                    </a:lnB>
                    <a:noFill/>
                  </a:tcPr>
                </a:tc>
                <a:tc>
                  <a:txBody>
                    <a:bodyPr/>
                    <a:lstStyle/>
                    <a:p>
                      <a:pPr>
                        <a:buNone/>
                      </a:pPr>
                      <a:r>
                        <a:rPr lang="en-US" sz="2400"/>
                        <a:t>ATM, UPI, online banking</a:t>
                      </a:r>
                    </a:p>
                  </a:txBody>
                  <a:tcPr anchor="ctr">
                    <a:lnL>
                      <a:noFill/>
                    </a:lnL>
                    <a:lnR>
                      <a:noFill/>
                    </a:lnR>
                    <a:lnT>
                      <a:noFill/>
                    </a:lnT>
                    <a:lnB>
                      <a:noFill/>
                    </a:lnB>
                    <a:noFill/>
                  </a:tcPr>
                </a:tc>
                <a:tc>
                  <a:txBody>
                    <a:bodyPr/>
                    <a:lstStyle/>
                    <a:p>
                      <a:pPr>
                        <a:buNone/>
                      </a:pPr>
                      <a:r>
                        <a:rPr lang="en-US" sz="2400"/>
                        <a:t>Prove financial transactions</a:t>
                      </a:r>
                    </a:p>
                  </a:txBody>
                  <a:tcPr anchor="ctr">
                    <a:lnL>
                      <a:noFill/>
                    </a:lnL>
                    <a:lnR>
                      <a:noFill/>
                    </a:lnR>
                    <a:lnT>
                      <a:noFill/>
                    </a:lnT>
                    <a:lnB>
                      <a:noFill/>
                    </a:lnB>
                    <a:noFill/>
                  </a:tcPr>
                </a:tc>
                <a:extLst>
                  <a:ext uri="{0D108BD9-81ED-4DB2-BD59-A6C34878D82A}">
                    <a16:rowId xmlns:a16="http://schemas.microsoft.com/office/drawing/2014/main" val="3564200376"/>
                  </a:ext>
                </a:extLst>
              </a:tr>
              <a:tr h="568484">
                <a:tc>
                  <a:txBody>
                    <a:bodyPr/>
                    <a:lstStyle/>
                    <a:p>
                      <a:pPr>
                        <a:buNone/>
                      </a:pPr>
                      <a:r>
                        <a:rPr lang="en-US" sz="2400"/>
                        <a:t>🌐 Browser History</a:t>
                      </a:r>
                    </a:p>
                  </a:txBody>
                  <a:tcPr anchor="ctr">
                    <a:lnL>
                      <a:noFill/>
                    </a:lnL>
                    <a:lnR>
                      <a:noFill/>
                    </a:lnR>
                    <a:lnT>
                      <a:noFill/>
                    </a:lnT>
                    <a:lnB>
                      <a:noFill/>
                    </a:lnB>
                    <a:noFill/>
                  </a:tcPr>
                </a:tc>
                <a:tc>
                  <a:txBody>
                    <a:bodyPr/>
                    <a:lstStyle/>
                    <a:p>
                      <a:pPr>
                        <a:buNone/>
                      </a:pPr>
                      <a:r>
                        <a:rPr lang="en-US" sz="2400"/>
                        <a:t>Websites visited</a:t>
                      </a:r>
                    </a:p>
                  </a:txBody>
                  <a:tcPr anchor="ctr">
                    <a:lnL>
                      <a:noFill/>
                    </a:lnL>
                    <a:lnR>
                      <a:noFill/>
                    </a:lnR>
                    <a:lnT>
                      <a:noFill/>
                    </a:lnT>
                    <a:lnB>
                      <a:noFill/>
                    </a:lnB>
                    <a:noFill/>
                  </a:tcPr>
                </a:tc>
                <a:tc>
                  <a:txBody>
                    <a:bodyPr/>
                    <a:lstStyle/>
                    <a:p>
                      <a:pPr>
                        <a:buNone/>
                      </a:pPr>
                      <a:r>
                        <a:rPr lang="en-US" sz="2400"/>
                        <a:t>Show online activity</a:t>
                      </a:r>
                    </a:p>
                  </a:txBody>
                  <a:tcPr anchor="ctr">
                    <a:lnL>
                      <a:noFill/>
                    </a:lnL>
                    <a:lnR>
                      <a:noFill/>
                    </a:lnR>
                    <a:lnT>
                      <a:noFill/>
                    </a:lnT>
                    <a:lnB>
                      <a:noFill/>
                    </a:lnB>
                    <a:noFill/>
                  </a:tcPr>
                </a:tc>
                <a:extLst>
                  <a:ext uri="{0D108BD9-81ED-4DB2-BD59-A6C34878D82A}">
                    <a16:rowId xmlns:a16="http://schemas.microsoft.com/office/drawing/2014/main" val="2186162591"/>
                  </a:ext>
                </a:extLst>
              </a:tr>
            </a:tbl>
          </a:graphicData>
        </a:graphic>
      </p:graphicFrame>
    </p:spTree>
    <p:extLst>
      <p:ext uri="{BB962C8B-B14F-4D97-AF65-F5344CB8AC3E}">
        <p14:creationId xmlns:p14="http://schemas.microsoft.com/office/powerpoint/2010/main" val="31278020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DD78BA-F574-C872-7CE4-27BADE1B71D4}"/>
              </a:ext>
            </a:extLst>
          </p:cNvPr>
          <p:cNvSpPr>
            <a:spLocks noGrp="1"/>
          </p:cNvSpPr>
          <p:nvPr>
            <p:ph type="title"/>
          </p:nvPr>
        </p:nvSpPr>
        <p:spPr>
          <a:xfrm>
            <a:off x="838200" y="365125"/>
            <a:ext cx="10515600" cy="1325563"/>
          </a:xfrm>
        </p:spPr>
        <p:txBody>
          <a:bodyPr>
            <a:normAutofit fontScale="90000"/>
          </a:bodyPr>
          <a:lstStyle/>
          <a:p>
            <a:r>
              <a:rPr lang="en-US" sz="5400">
                <a:ea typeface="+mj-lt"/>
                <a:cs typeface="+mj-lt"/>
              </a:rPr>
              <a:t>Requirements for Accepting Digital Evidence</a:t>
            </a: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EBF7689-99C0-AF1B-AA87-15C7AFF6C807}"/>
              </a:ext>
            </a:extLst>
          </p:cNvPr>
          <p:cNvSpPr>
            <a:spLocks noGrp="1"/>
          </p:cNvSpPr>
          <p:nvPr>
            <p:ph idx="1"/>
          </p:nvPr>
        </p:nvSpPr>
        <p:spPr>
          <a:xfrm>
            <a:off x="838200" y="1929384"/>
            <a:ext cx="10515600" cy="4251960"/>
          </a:xfrm>
        </p:spPr>
        <p:txBody>
          <a:bodyPr vert="horz" lIns="91440" tIns="45720" rIns="91440" bIns="45720" rtlCol="0" anchor="t">
            <a:normAutofit/>
          </a:bodyPr>
          <a:lstStyle/>
          <a:p>
            <a:pPr marL="0" indent="0">
              <a:buNone/>
            </a:pPr>
            <a:r>
              <a:rPr lang="en-US" sz="2200">
                <a:ea typeface="+mn-lt"/>
                <a:cs typeface="+mn-lt"/>
              </a:rPr>
              <a:t>For digital evidence to be useful in court, it should be:</a:t>
            </a:r>
            <a:endParaRPr lang="en-US" sz="2200">
              <a:ea typeface="Calibri"/>
              <a:cs typeface="Calibri"/>
            </a:endParaRPr>
          </a:p>
          <a:p>
            <a:pPr marL="0" indent="0">
              <a:buNone/>
            </a:pPr>
            <a:r>
              <a:rPr lang="en-US"/>
              <a:t>✅ Relevant</a:t>
            </a:r>
            <a:endParaRPr lang="en-US">
              <a:ea typeface="Calibri" panose="020F0502020204030204"/>
              <a:cs typeface="Calibri" panose="020F0502020204030204"/>
            </a:endParaRPr>
          </a:p>
          <a:p>
            <a:r>
              <a:rPr lang="en-US" sz="2200">
                <a:ea typeface="+mn-lt"/>
                <a:cs typeface="+mn-lt"/>
              </a:rPr>
              <a:t>It must be directly related to the case.</a:t>
            </a:r>
            <a:endParaRPr lang="en-US"/>
          </a:p>
          <a:p>
            <a:pPr marL="0" indent="0">
              <a:buNone/>
            </a:pPr>
            <a:r>
              <a:rPr lang="en-US"/>
              <a:t>✅ Authentic</a:t>
            </a:r>
            <a:endParaRPr lang="en-US">
              <a:ea typeface="Calibri" panose="020F0502020204030204"/>
              <a:cs typeface="Calibri" panose="020F0502020204030204"/>
            </a:endParaRPr>
          </a:p>
          <a:p>
            <a:r>
              <a:rPr lang="en-US" sz="2200">
                <a:ea typeface="+mn-lt"/>
                <a:cs typeface="+mn-lt"/>
              </a:rPr>
              <a:t>It must be genuine and linked to the correct source.</a:t>
            </a:r>
            <a:endParaRPr lang="en-US"/>
          </a:p>
          <a:p>
            <a:pPr marL="0" indent="0">
              <a:buNone/>
            </a:pPr>
            <a:r>
              <a:rPr lang="en-US"/>
              <a:t>✅ Reliable</a:t>
            </a:r>
            <a:endParaRPr lang="en-US">
              <a:ea typeface="Calibri" panose="020F0502020204030204"/>
              <a:cs typeface="Calibri" panose="020F0502020204030204"/>
            </a:endParaRPr>
          </a:p>
          <a:p>
            <a:r>
              <a:rPr lang="en-US" sz="2200">
                <a:ea typeface="+mn-lt"/>
                <a:cs typeface="+mn-lt"/>
              </a:rPr>
              <a:t>It should accurately represent the original information.</a:t>
            </a:r>
            <a:endParaRPr lang="en-US">
              <a:ea typeface="Calibri" panose="020F0502020204030204"/>
              <a:cs typeface="Calibri" panose="020F0502020204030204"/>
            </a:endParaRPr>
          </a:p>
          <a:p>
            <a:pPr marL="0" indent="0">
              <a:buNone/>
            </a:pPr>
            <a:r>
              <a:rPr lang="en-US"/>
              <a:t>✅ Legally Obtained</a:t>
            </a:r>
            <a:endParaRPr lang="en-US">
              <a:ea typeface="Calibri" panose="020F0502020204030204"/>
              <a:cs typeface="Calibri" panose="020F0502020204030204"/>
            </a:endParaRPr>
          </a:p>
          <a:p>
            <a:r>
              <a:rPr lang="en-US" sz="2200">
                <a:ea typeface="+mn-lt"/>
                <a:cs typeface="+mn-lt"/>
              </a:rPr>
              <a:t>It must be collected according to applicable laws and legal procedures.</a:t>
            </a:r>
            <a:endParaRPr lang="en-US"/>
          </a:p>
          <a:p>
            <a:endParaRPr lang="en-US" sz="2200">
              <a:ea typeface="Calibri"/>
              <a:cs typeface="Calibri"/>
            </a:endParaRPr>
          </a:p>
        </p:txBody>
      </p:sp>
    </p:spTree>
    <p:extLst>
      <p:ext uri="{BB962C8B-B14F-4D97-AF65-F5344CB8AC3E}">
        <p14:creationId xmlns:p14="http://schemas.microsoft.com/office/powerpoint/2010/main" val="3062536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89659C-BD4C-053C-EA10-F1F70D5EFB3E}"/>
              </a:ext>
            </a:extLst>
          </p:cNvPr>
          <p:cNvSpPr>
            <a:spLocks noGrp="1"/>
          </p:cNvSpPr>
          <p:nvPr>
            <p:ph type="title"/>
          </p:nvPr>
        </p:nvSpPr>
        <p:spPr>
          <a:xfrm>
            <a:off x="838200" y="365125"/>
            <a:ext cx="10515600" cy="1325563"/>
          </a:xfrm>
        </p:spPr>
        <p:txBody>
          <a:bodyPr>
            <a:normAutofit/>
          </a:bodyPr>
          <a:lstStyle/>
          <a:p>
            <a:r>
              <a:rPr lang="en-US" sz="5400">
                <a:ea typeface="+mj-lt"/>
                <a:cs typeface="+mj-lt"/>
              </a:rPr>
              <a:t>Challenges of Digital Evidence</a:t>
            </a: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BC259A9-1C81-CB28-1C62-95EA5205A553}"/>
              </a:ext>
            </a:extLst>
          </p:cNvPr>
          <p:cNvSpPr>
            <a:spLocks noGrp="1"/>
          </p:cNvSpPr>
          <p:nvPr>
            <p:ph idx="1"/>
          </p:nvPr>
        </p:nvSpPr>
        <p:spPr>
          <a:xfrm>
            <a:off x="838200" y="1929384"/>
            <a:ext cx="10515600" cy="4251960"/>
          </a:xfrm>
        </p:spPr>
        <p:txBody>
          <a:bodyPr vert="horz" lIns="91440" tIns="45720" rIns="91440" bIns="45720" rtlCol="0" anchor="t">
            <a:normAutofit/>
          </a:bodyPr>
          <a:lstStyle/>
          <a:p>
            <a:r>
              <a:rPr lang="en-US" sz="2400">
                <a:ea typeface="+mn-lt"/>
                <a:cs typeface="+mn-lt"/>
              </a:rPr>
              <a:t>Digital evidence has transformed modern investigations, but it also introduces significant challenges. </a:t>
            </a:r>
          </a:p>
          <a:p>
            <a:r>
              <a:rPr lang="en-US" sz="2400">
                <a:ea typeface="+mn-lt"/>
                <a:cs typeface="+mn-lt"/>
              </a:rPr>
              <a:t>Unlike physical evidence, digital evidence is </a:t>
            </a:r>
            <a:r>
              <a:rPr lang="en-US" sz="2400" b="1">
                <a:ea typeface="+mn-lt"/>
                <a:cs typeface="+mn-lt"/>
              </a:rPr>
              <a:t>dynamic</a:t>
            </a:r>
            <a:r>
              <a:rPr lang="en-US" sz="2400">
                <a:ea typeface="+mn-lt"/>
                <a:cs typeface="+mn-lt"/>
              </a:rPr>
              <a:t>, </a:t>
            </a:r>
            <a:r>
              <a:rPr lang="en-US" sz="2400" b="1">
                <a:ea typeface="+mn-lt"/>
                <a:cs typeface="+mn-lt"/>
              </a:rPr>
              <a:t>distributed</a:t>
            </a:r>
            <a:r>
              <a:rPr lang="en-US" sz="2400">
                <a:ea typeface="+mn-lt"/>
                <a:cs typeface="+mn-lt"/>
              </a:rPr>
              <a:t>, and </a:t>
            </a:r>
            <a:r>
              <a:rPr lang="en-US" sz="2400" b="1">
                <a:ea typeface="+mn-lt"/>
                <a:cs typeface="+mn-lt"/>
              </a:rPr>
              <a:t>technology-dependent</a:t>
            </a:r>
            <a:r>
              <a:rPr lang="en-US" sz="2400">
                <a:ea typeface="+mn-lt"/>
                <a:cs typeface="+mn-lt"/>
              </a:rPr>
              <a:t>. Investigators must often deal with enormous amounts of data, rapidly changing technologies, and legal constraints.</a:t>
            </a:r>
            <a:endParaRPr lang="en-US" sz="2400">
              <a:ea typeface="Calibri"/>
              <a:cs typeface="Calibri"/>
            </a:endParaRPr>
          </a:p>
        </p:txBody>
      </p:sp>
    </p:spTree>
    <p:extLst>
      <p:ext uri="{BB962C8B-B14F-4D97-AF65-F5344CB8AC3E}">
        <p14:creationId xmlns:p14="http://schemas.microsoft.com/office/powerpoint/2010/main" val="38481094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B4F893-2EFD-39F8-A3D9-D9BCF8521759}"/>
              </a:ext>
            </a:extLst>
          </p:cNvPr>
          <p:cNvSpPr>
            <a:spLocks noGrp="1"/>
          </p:cNvSpPr>
          <p:nvPr>
            <p:ph type="title"/>
          </p:nvPr>
        </p:nvSpPr>
        <p:spPr>
          <a:xfrm>
            <a:off x="838200" y="365125"/>
            <a:ext cx="10515600" cy="1325563"/>
          </a:xfrm>
        </p:spPr>
        <p:txBody>
          <a:bodyPr>
            <a:normAutofit/>
          </a:bodyPr>
          <a:lstStyle/>
          <a:p>
            <a:r>
              <a:rPr lang="en-US" sz="5400">
                <a:ea typeface="+mj-lt"/>
                <a:cs typeface="+mj-lt"/>
              </a:rPr>
              <a:t>Major Challenges</a:t>
            </a:r>
            <a:endParaRPr lang="en-US" sz="5400"/>
          </a:p>
        </p:txBody>
      </p:sp>
      <p:sp>
        <p:nvSpPr>
          <p:cNvPr id="17"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4">
            <a:extLst>
              <a:ext uri="{FF2B5EF4-FFF2-40B4-BE49-F238E27FC236}">
                <a16:creationId xmlns:a16="http://schemas.microsoft.com/office/drawing/2014/main" id="{A836A6CA-B00C-65C8-1A22-96519F6BD763}"/>
              </a:ext>
            </a:extLst>
          </p:cNvPr>
          <p:cNvGraphicFramePr>
            <a:graphicFrameLocks noGrp="1"/>
          </p:cNvGraphicFramePr>
          <p:nvPr>
            <p:ph idx="1"/>
            <p:extLst>
              <p:ext uri="{D42A27DB-BD31-4B8C-83A1-F6EECF244321}">
                <p14:modId xmlns:p14="http://schemas.microsoft.com/office/powerpoint/2010/main" val="1518690740"/>
              </p:ext>
            </p:extLst>
          </p:nvPr>
        </p:nvGraphicFramePr>
        <p:xfrm>
          <a:off x="838200" y="2256332"/>
          <a:ext cx="10515601" cy="4113171"/>
        </p:xfrm>
        <a:graphic>
          <a:graphicData uri="http://schemas.openxmlformats.org/drawingml/2006/table">
            <a:tbl>
              <a:tblPr bandRow="1">
                <a:tableStyleId>{5C22544A-7EE6-4342-B048-85BDC9FD1C3A}</a:tableStyleId>
              </a:tblPr>
              <a:tblGrid>
                <a:gridCol w="3469956">
                  <a:extLst>
                    <a:ext uri="{9D8B030D-6E8A-4147-A177-3AD203B41FA5}">
                      <a16:colId xmlns:a16="http://schemas.microsoft.com/office/drawing/2014/main" val="2024809807"/>
                    </a:ext>
                  </a:extLst>
                </a:gridCol>
                <a:gridCol w="3575689">
                  <a:extLst>
                    <a:ext uri="{9D8B030D-6E8A-4147-A177-3AD203B41FA5}">
                      <a16:colId xmlns:a16="http://schemas.microsoft.com/office/drawing/2014/main" val="2009186872"/>
                    </a:ext>
                  </a:extLst>
                </a:gridCol>
                <a:gridCol w="3469956">
                  <a:extLst>
                    <a:ext uri="{9D8B030D-6E8A-4147-A177-3AD203B41FA5}">
                      <a16:colId xmlns:a16="http://schemas.microsoft.com/office/drawing/2014/main" val="1637856222"/>
                    </a:ext>
                  </a:extLst>
                </a:gridCol>
              </a:tblGrid>
              <a:tr h="398291">
                <a:tc>
                  <a:txBody>
                    <a:bodyPr/>
                    <a:lstStyle/>
                    <a:p>
                      <a:pPr>
                        <a:buNone/>
                      </a:pPr>
                      <a:r>
                        <a:rPr lang="en-US" sz="2000" b="1"/>
                        <a:t>Challenge</a:t>
                      </a:r>
                      <a:endParaRPr lang="en-US" sz="2000"/>
                    </a:p>
                  </a:txBody>
                  <a:tcPr marL="90521" marR="90521" marT="45260" marB="45260" anchor="ctr">
                    <a:lnL>
                      <a:noFill/>
                    </a:lnL>
                    <a:lnR>
                      <a:noFill/>
                    </a:lnR>
                    <a:lnT>
                      <a:noFill/>
                    </a:lnT>
                    <a:lnB>
                      <a:noFill/>
                    </a:lnB>
                    <a:noFill/>
                  </a:tcPr>
                </a:tc>
                <a:tc>
                  <a:txBody>
                    <a:bodyPr/>
                    <a:lstStyle/>
                    <a:p>
                      <a:pPr>
                        <a:buNone/>
                      </a:pPr>
                      <a:r>
                        <a:rPr lang="en-US" sz="2000" b="1"/>
                        <a:t>Explanation</a:t>
                      </a:r>
                      <a:endParaRPr lang="en-US" sz="2000"/>
                    </a:p>
                  </a:txBody>
                  <a:tcPr marL="90521" marR="90521" marT="45260" marB="45260" anchor="ctr">
                    <a:lnL>
                      <a:noFill/>
                    </a:lnL>
                    <a:lnR>
                      <a:noFill/>
                    </a:lnR>
                    <a:lnT>
                      <a:noFill/>
                    </a:lnT>
                    <a:lnB>
                      <a:noFill/>
                    </a:lnB>
                    <a:noFill/>
                  </a:tcPr>
                </a:tc>
                <a:tc>
                  <a:txBody>
                    <a:bodyPr/>
                    <a:lstStyle/>
                    <a:p>
                      <a:pPr>
                        <a:buNone/>
                      </a:pPr>
                      <a:r>
                        <a:rPr lang="en-US" sz="2000" b="1"/>
                        <a:t>Example</a:t>
                      </a:r>
                      <a:endParaRPr lang="en-US" sz="2000"/>
                    </a:p>
                  </a:txBody>
                  <a:tcPr marL="90521" marR="90521" marT="45260" marB="45260" anchor="ctr">
                    <a:lnL>
                      <a:noFill/>
                    </a:lnL>
                    <a:lnR>
                      <a:noFill/>
                    </a:lnR>
                    <a:lnT>
                      <a:noFill/>
                    </a:lnT>
                    <a:lnB>
                      <a:noFill/>
                    </a:lnB>
                    <a:noFill/>
                  </a:tcPr>
                </a:tc>
                <a:extLst>
                  <a:ext uri="{0D108BD9-81ED-4DB2-BD59-A6C34878D82A}">
                    <a16:rowId xmlns:a16="http://schemas.microsoft.com/office/drawing/2014/main" val="3021035508"/>
                  </a:ext>
                </a:extLst>
              </a:tr>
              <a:tr h="669853">
                <a:tc>
                  <a:txBody>
                    <a:bodyPr/>
                    <a:lstStyle/>
                    <a:p>
                      <a:pPr>
                        <a:buNone/>
                      </a:pPr>
                      <a:r>
                        <a:rPr lang="en-US" sz="2000"/>
                        <a:t>💾 </a:t>
                      </a:r>
                      <a:r>
                        <a:rPr lang="en-US" sz="2000" b="1"/>
                        <a:t>Huge Volume of Data</a:t>
                      </a:r>
                      <a:endParaRPr lang="en-US" sz="2000"/>
                    </a:p>
                  </a:txBody>
                  <a:tcPr marL="90521" marR="90521" marT="45260" marB="45260" anchor="ctr">
                    <a:lnL>
                      <a:noFill/>
                    </a:lnL>
                    <a:lnR>
                      <a:noFill/>
                    </a:lnR>
                    <a:lnT>
                      <a:noFill/>
                    </a:lnT>
                    <a:lnB>
                      <a:noFill/>
                    </a:lnB>
                    <a:noFill/>
                  </a:tcPr>
                </a:tc>
                <a:tc>
                  <a:txBody>
                    <a:bodyPr/>
                    <a:lstStyle/>
                    <a:p>
                      <a:pPr>
                        <a:buNone/>
                      </a:pPr>
                      <a:r>
                        <a:rPr lang="en-US" sz="2000"/>
                        <a:t>Modern devices store enormous amounts of information.</a:t>
                      </a:r>
                    </a:p>
                  </a:txBody>
                  <a:tcPr marL="90521" marR="90521" marT="45260" marB="45260" anchor="ctr">
                    <a:lnL>
                      <a:noFill/>
                    </a:lnL>
                    <a:lnR>
                      <a:noFill/>
                    </a:lnR>
                    <a:lnT>
                      <a:noFill/>
                    </a:lnT>
                    <a:lnB>
                      <a:noFill/>
                    </a:lnB>
                    <a:noFill/>
                  </a:tcPr>
                </a:tc>
                <a:tc>
                  <a:txBody>
                    <a:bodyPr/>
                    <a:lstStyle/>
                    <a:p>
                      <a:pPr>
                        <a:buNone/>
                      </a:pPr>
                      <a:r>
                        <a:rPr lang="en-US" sz="2000"/>
                        <a:t>A 1 TB hard drive may contain millions of files.</a:t>
                      </a:r>
                    </a:p>
                  </a:txBody>
                  <a:tcPr marL="90521" marR="90521" marT="45260" marB="45260" anchor="ctr">
                    <a:lnL>
                      <a:noFill/>
                    </a:lnL>
                    <a:lnR>
                      <a:noFill/>
                    </a:lnR>
                    <a:lnT>
                      <a:noFill/>
                    </a:lnT>
                    <a:lnB>
                      <a:noFill/>
                    </a:lnB>
                    <a:noFill/>
                  </a:tcPr>
                </a:tc>
                <a:extLst>
                  <a:ext uri="{0D108BD9-81ED-4DB2-BD59-A6C34878D82A}">
                    <a16:rowId xmlns:a16="http://schemas.microsoft.com/office/drawing/2014/main" val="903601742"/>
                  </a:ext>
                </a:extLst>
              </a:tr>
              <a:tr h="941415">
                <a:tc>
                  <a:txBody>
                    <a:bodyPr/>
                    <a:lstStyle/>
                    <a:p>
                      <a:pPr>
                        <a:buNone/>
                      </a:pPr>
                      <a:r>
                        <a:rPr lang="en-US" sz="2000"/>
                        <a:t>🔐 </a:t>
                      </a:r>
                      <a:r>
                        <a:rPr lang="en-US" sz="2000" b="1"/>
                        <a:t>Encryption</a:t>
                      </a:r>
                      <a:endParaRPr lang="en-US" sz="2000"/>
                    </a:p>
                  </a:txBody>
                  <a:tcPr marL="90521" marR="90521" marT="45260" marB="45260" anchor="ctr">
                    <a:lnL>
                      <a:noFill/>
                    </a:lnL>
                    <a:lnR>
                      <a:noFill/>
                    </a:lnR>
                    <a:lnT>
                      <a:noFill/>
                    </a:lnT>
                    <a:lnB>
                      <a:noFill/>
                    </a:lnB>
                    <a:noFill/>
                  </a:tcPr>
                </a:tc>
                <a:tc>
                  <a:txBody>
                    <a:bodyPr/>
                    <a:lstStyle/>
                    <a:p>
                      <a:pPr>
                        <a:buNone/>
                      </a:pPr>
                      <a:r>
                        <a:rPr lang="en-US" sz="2000"/>
                        <a:t>Data may be protected using strong encryption techniques.</a:t>
                      </a:r>
                    </a:p>
                  </a:txBody>
                  <a:tcPr marL="90521" marR="90521" marT="45260" marB="45260" anchor="ctr">
                    <a:lnL>
                      <a:noFill/>
                    </a:lnL>
                    <a:lnR>
                      <a:noFill/>
                    </a:lnR>
                    <a:lnT>
                      <a:noFill/>
                    </a:lnT>
                    <a:lnB>
                      <a:noFill/>
                    </a:lnB>
                    <a:noFill/>
                  </a:tcPr>
                </a:tc>
                <a:tc>
                  <a:txBody>
                    <a:bodyPr/>
                    <a:lstStyle/>
                    <a:p>
                      <a:pPr>
                        <a:buNone/>
                      </a:pPr>
                      <a:r>
                        <a:rPr lang="en-US" sz="2000"/>
                        <a:t>Password-protected smartphones and encrypted messaging apps.</a:t>
                      </a:r>
                    </a:p>
                  </a:txBody>
                  <a:tcPr marL="90521" marR="90521" marT="45260" marB="45260" anchor="ctr">
                    <a:lnL>
                      <a:noFill/>
                    </a:lnL>
                    <a:lnR>
                      <a:noFill/>
                    </a:lnR>
                    <a:lnT>
                      <a:noFill/>
                    </a:lnT>
                    <a:lnB>
                      <a:noFill/>
                    </a:lnB>
                    <a:noFill/>
                  </a:tcPr>
                </a:tc>
                <a:extLst>
                  <a:ext uri="{0D108BD9-81ED-4DB2-BD59-A6C34878D82A}">
                    <a16:rowId xmlns:a16="http://schemas.microsoft.com/office/drawing/2014/main" val="2396025652"/>
                  </a:ext>
                </a:extLst>
              </a:tr>
              <a:tr h="941415">
                <a:tc>
                  <a:txBody>
                    <a:bodyPr/>
                    <a:lstStyle/>
                    <a:p>
                      <a:pPr>
                        <a:buNone/>
                      </a:pPr>
                      <a:r>
                        <a:rPr lang="en-US" sz="2000"/>
                        <a:t>☁️ </a:t>
                      </a:r>
                      <a:r>
                        <a:rPr lang="en-US" sz="2000" b="1"/>
                        <a:t>Cloud Storage</a:t>
                      </a:r>
                      <a:endParaRPr lang="en-US" sz="2000"/>
                    </a:p>
                  </a:txBody>
                  <a:tcPr marL="90521" marR="90521" marT="45260" marB="45260" anchor="ctr">
                    <a:lnL>
                      <a:noFill/>
                    </a:lnL>
                    <a:lnR>
                      <a:noFill/>
                    </a:lnR>
                    <a:lnT>
                      <a:noFill/>
                    </a:lnT>
                    <a:lnB>
                      <a:noFill/>
                    </a:lnB>
                    <a:noFill/>
                  </a:tcPr>
                </a:tc>
                <a:tc>
                  <a:txBody>
                    <a:bodyPr/>
                    <a:lstStyle/>
                    <a:p>
                      <a:pPr>
                        <a:buNone/>
                      </a:pPr>
                      <a:r>
                        <a:rPr lang="en-US" sz="2000"/>
                        <a:t>Data may be stored on remote servers across different countries.</a:t>
                      </a:r>
                    </a:p>
                  </a:txBody>
                  <a:tcPr marL="90521" marR="90521" marT="45260" marB="45260" anchor="ctr">
                    <a:lnL>
                      <a:noFill/>
                    </a:lnL>
                    <a:lnR>
                      <a:noFill/>
                    </a:lnR>
                    <a:lnT>
                      <a:noFill/>
                    </a:lnT>
                    <a:lnB>
                      <a:noFill/>
                    </a:lnB>
                    <a:noFill/>
                  </a:tcPr>
                </a:tc>
                <a:tc>
                  <a:txBody>
                    <a:bodyPr/>
                    <a:lstStyle/>
                    <a:p>
                      <a:pPr>
                        <a:buNone/>
                      </a:pPr>
                      <a:r>
                        <a:rPr lang="en-US" sz="2000"/>
                        <a:t>Files saved on Google Drive or OneDrive instead of the local computer.</a:t>
                      </a:r>
                    </a:p>
                  </a:txBody>
                  <a:tcPr marL="90521" marR="90521" marT="45260" marB="45260" anchor="ctr">
                    <a:lnL>
                      <a:noFill/>
                    </a:lnL>
                    <a:lnR>
                      <a:noFill/>
                    </a:lnR>
                    <a:lnT>
                      <a:noFill/>
                    </a:lnT>
                    <a:lnB>
                      <a:noFill/>
                    </a:lnB>
                    <a:noFill/>
                  </a:tcPr>
                </a:tc>
                <a:extLst>
                  <a:ext uri="{0D108BD9-81ED-4DB2-BD59-A6C34878D82A}">
                    <a16:rowId xmlns:a16="http://schemas.microsoft.com/office/drawing/2014/main" val="2167041036"/>
                  </a:ext>
                </a:extLst>
              </a:tr>
              <a:tr h="941415">
                <a:tc>
                  <a:txBody>
                    <a:bodyPr/>
                    <a:lstStyle/>
                    <a:p>
                      <a:pPr>
                        <a:buNone/>
                      </a:pPr>
                      <a:r>
                        <a:rPr lang="en-US" sz="2000"/>
                        <a:t>🌍 </a:t>
                      </a:r>
                      <a:r>
                        <a:rPr lang="en-US" sz="2000" b="1"/>
                        <a:t>Jurisdiction Issues</a:t>
                      </a:r>
                      <a:endParaRPr lang="en-US" sz="2000"/>
                    </a:p>
                  </a:txBody>
                  <a:tcPr marL="90521" marR="90521" marT="45260" marB="45260" anchor="ctr">
                    <a:lnL>
                      <a:noFill/>
                    </a:lnL>
                    <a:lnR>
                      <a:noFill/>
                    </a:lnR>
                    <a:lnT>
                      <a:noFill/>
                    </a:lnT>
                    <a:lnB>
                      <a:noFill/>
                    </a:lnB>
                    <a:noFill/>
                  </a:tcPr>
                </a:tc>
                <a:tc>
                  <a:txBody>
                    <a:bodyPr/>
                    <a:lstStyle/>
                    <a:p>
                      <a:pPr>
                        <a:buNone/>
                      </a:pPr>
                      <a:r>
                        <a:rPr lang="en-US" sz="2000"/>
                        <a:t>Digital evidence may be stored in another country, making legal access more complex.</a:t>
                      </a:r>
                    </a:p>
                  </a:txBody>
                  <a:tcPr marL="90521" marR="90521" marT="45260" marB="45260" anchor="ctr">
                    <a:lnL>
                      <a:noFill/>
                    </a:lnL>
                    <a:lnR>
                      <a:noFill/>
                    </a:lnR>
                    <a:lnT>
                      <a:noFill/>
                    </a:lnT>
                    <a:lnB>
                      <a:noFill/>
                    </a:lnB>
                    <a:noFill/>
                  </a:tcPr>
                </a:tc>
                <a:tc>
                  <a:txBody>
                    <a:bodyPr/>
                    <a:lstStyle/>
                    <a:p>
                      <a:pPr>
                        <a:buNone/>
                      </a:pPr>
                      <a:r>
                        <a:rPr lang="en-US" sz="2000"/>
                        <a:t>Email server located outside India.</a:t>
                      </a:r>
                    </a:p>
                  </a:txBody>
                  <a:tcPr marL="90521" marR="90521" marT="45260" marB="45260" anchor="ctr">
                    <a:lnL>
                      <a:noFill/>
                    </a:lnL>
                    <a:lnR>
                      <a:noFill/>
                    </a:lnR>
                    <a:lnT>
                      <a:noFill/>
                    </a:lnT>
                    <a:lnB>
                      <a:noFill/>
                    </a:lnB>
                    <a:noFill/>
                  </a:tcPr>
                </a:tc>
                <a:extLst>
                  <a:ext uri="{0D108BD9-81ED-4DB2-BD59-A6C34878D82A}">
                    <a16:rowId xmlns:a16="http://schemas.microsoft.com/office/drawing/2014/main" val="1042795905"/>
                  </a:ext>
                </a:extLst>
              </a:tr>
            </a:tbl>
          </a:graphicData>
        </a:graphic>
      </p:graphicFrame>
    </p:spTree>
    <p:extLst>
      <p:ext uri="{BB962C8B-B14F-4D97-AF65-F5344CB8AC3E}">
        <p14:creationId xmlns:p14="http://schemas.microsoft.com/office/powerpoint/2010/main" val="526988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345A21-54EB-705A-DBDF-4CD30EE5A2EF}"/>
              </a:ext>
            </a:extLst>
          </p:cNvPr>
          <p:cNvSpPr>
            <a:spLocks noGrp="1"/>
          </p:cNvSpPr>
          <p:nvPr>
            <p:ph type="title"/>
          </p:nvPr>
        </p:nvSpPr>
        <p:spPr>
          <a:xfrm>
            <a:off x="838200" y="365125"/>
            <a:ext cx="10515600" cy="1325563"/>
          </a:xfrm>
        </p:spPr>
        <p:txBody>
          <a:bodyPr>
            <a:normAutofit/>
          </a:bodyPr>
          <a:lstStyle/>
          <a:p>
            <a:r>
              <a:rPr lang="en-US" sz="5400">
                <a:ea typeface="Calibri Light"/>
                <a:cs typeface="Calibri Light"/>
              </a:rPr>
              <a:t>Major Challenges</a:t>
            </a:r>
            <a:endParaRPr lang="en-US"/>
          </a:p>
        </p:txBody>
      </p:sp>
      <p:sp>
        <p:nvSpPr>
          <p:cNvPr id="15"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4">
            <a:extLst>
              <a:ext uri="{FF2B5EF4-FFF2-40B4-BE49-F238E27FC236}">
                <a16:creationId xmlns:a16="http://schemas.microsoft.com/office/drawing/2014/main" id="{7541764E-2DCB-299B-13FE-09F7673235DD}"/>
              </a:ext>
            </a:extLst>
          </p:cNvPr>
          <p:cNvGraphicFramePr>
            <a:graphicFrameLocks noGrp="1"/>
          </p:cNvGraphicFramePr>
          <p:nvPr>
            <p:ph idx="1"/>
          </p:nvPr>
        </p:nvGraphicFramePr>
        <p:xfrm>
          <a:off x="838200" y="2268503"/>
          <a:ext cx="10515601" cy="3868046"/>
        </p:xfrm>
        <a:graphic>
          <a:graphicData uri="http://schemas.openxmlformats.org/drawingml/2006/table">
            <a:tbl>
              <a:tblPr bandRow="1">
                <a:tableStyleId>{5C22544A-7EE6-4342-B048-85BDC9FD1C3A}</a:tableStyleId>
              </a:tblPr>
              <a:tblGrid>
                <a:gridCol w="3455800">
                  <a:extLst>
                    <a:ext uri="{9D8B030D-6E8A-4147-A177-3AD203B41FA5}">
                      <a16:colId xmlns:a16="http://schemas.microsoft.com/office/drawing/2014/main" val="1585302126"/>
                    </a:ext>
                  </a:extLst>
                </a:gridCol>
                <a:gridCol w="3501084">
                  <a:extLst>
                    <a:ext uri="{9D8B030D-6E8A-4147-A177-3AD203B41FA5}">
                      <a16:colId xmlns:a16="http://schemas.microsoft.com/office/drawing/2014/main" val="2230332543"/>
                    </a:ext>
                  </a:extLst>
                </a:gridCol>
                <a:gridCol w="3558717">
                  <a:extLst>
                    <a:ext uri="{9D8B030D-6E8A-4147-A177-3AD203B41FA5}">
                      <a16:colId xmlns:a16="http://schemas.microsoft.com/office/drawing/2014/main" val="847416495"/>
                    </a:ext>
                  </a:extLst>
                </a:gridCol>
              </a:tblGrid>
              <a:tr h="1170788">
                <a:tc>
                  <a:txBody>
                    <a:bodyPr/>
                    <a:lstStyle/>
                    <a:p>
                      <a:pPr marL="0" marR="0" indent="0" algn="l" rtl="0" fontAlgn="base">
                        <a:buNone/>
                      </a:pPr>
                      <a:r>
                        <a:rPr lang="en-US" sz="2300" b="0" i="0">
                          <a:solidFill>
                            <a:srgbClr val="000000"/>
                          </a:solidFill>
                          <a:effectLst/>
                          <a:latin typeface="Calibri" panose="020F0502020204030204" pitchFamily="34" charset="0"/>
                        </a:rPr>
                        <a:t>🗑 </a:t>
                      </a:r>
                      <a:r>
                        <a:rPr lang="en-US" sz="2300" b="1" i="0">
                          <a:solidFill>
                            <a:srgbClr val="000000"/>
                          </a:solidFill>
                          <a:effectLst/>
                          <a:latin typeface="Calibri" panose="020F0502020204030204" pitchFamily="34" charset="0"/>
                        </a:rPr>
                        <a:t>Deleted or Hidden Data</a:t>
                      </a:r>
                      <a:endParaRPr lang="en-US" sz="1200" b="0" i="0">
                        <a:solidFill>
                          <a:srgbClr val="000000"/>
                        </a:solidFill>
                        <a:effectLst/>
                        <a:latin typeface="Segoe UI" panose="020B0502040204020203" pitchFamily="34" charset="0"/>
                      </a:endParaRPr>
                    </a:p>
                  </a:txBody>
                  <a:tcPr marL="56316" marR="56316" marT="28158" marB="281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marR="0" indent="0" algn="l" rtl="0" fontAlgn="base">
                        <a:buNone/>
                      </a:pPr>
                      <a:r>
                        <a:rPr lang="en-US" sz="2300" b="0" i="0">
                          <a:solidFill>
                            <a:srgbClr val="000000"/>
                          </a:solidFill>
                          <a:effectLst/>
                          <a:latin typeface="Calibri" panose="020F0502020204030204" pitchFamily="34" charset="0"/>
                        </a:rPr>
                        <a:t>Users may intentionally delete or conceal information.</a:t>
                      </a:r>
                      <a:endParaRPr lang="en-US" sz="1200" b="0" i="0">
                        <a:solidFill>
                          <a:srgbClr val="000000"/>
                        </a:solidFill>
                        <a:effectLst/>
                        <a:latin typeface="Segoe UI" panose="020B0502040204020203" pitchFamily="34" charset="0"/>
                      </a:endParaRPr>
                    </a:p>
                  </a:txBody>
                  <a:tcPr marL="56316" marR="56316" marT="28158" marB="281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marR="0" indent="0" algn="l" rtl="0" fontAlgn="base">
                        <a:buNone/>
                      </a:pPr>
                      <a:r>
                        <a:rPr lang="en-US" sz="2300" b="0" i="0">
                          <a:solidFill>
                            <a:srgbClr val="000000"/>
                          </a:solidFill>
                          <a:effectLst/>
                          <a:latin typeface="Calibri" panose="020F0502020204030204" pitchFamily="34" charset="0"/>
                        </a:rPr>
                        <a:t>Deleted chat history or hidden files.</a:t>
                      </a:r>
                      <a:endParaRPr lang="en-US" sz="1200" b="0" i="0">
                        <a:solidFill>
                          <a:srgbClr val="000000"/>
                        </a:solidFill>
                        <a:effectLst/>
                        <a:latin typeface="Segoe UI" panose="020B0502040204020203" pitchFamily="34" charset="0"/>
                      </a:endParaRPr>
                    </a:p>
                  </a:txBody>
                  <a:tcPr marL="56316" marR="56316" marT="28158" marB="281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779501102"/>
                  </a:ext>
                </a:extLst>
              </a:tr>
              <a:tr h="1526470">
                <a:tc>
                  <a:txBody>
                    <a:bodyPr/>
                    <a:lstStyle/>
                    <a:p>
                      <a:pPr marL="0" marR="0" indent="0" algn="l" rtl="0" fontAlgn="base">
                        <a:buNone/>
                      </a:pPr>
                      <a:r>
                        <a:rPr lang="en-US" sz="2300" b="0" i="0">
                          <a:solidFill>
                            <a:srgbClr val="000000"/>
                          </a:solidFill>
                          <a:effectLst/>
                          <a:latin typeface="Calibri" panose="020F0502020204030204" pitchFamily="34" charset="0"/>
                        </a:rPr>
                        <a:t>🤖 </a:t>
                      </a:r>
                      <a:r>
                        <a:rPr lang="en-US" sz="2300" b="1" i="0">
                          <a:solidFill>
                            <a:srgbClr val="000000"/>
                          </a:solidFill>
                          <a:effectLst/>
                          <a:latin typeface="Calibri" panose="020F0502020204030204" pitchFamily="34" charset="0"/>
                        </a:rPr>
                        <a:t>Rapidly Changing Technology</a:t>
                      </a:r>
                      <a:endParaRPr lang="en-US" sz="1200" b="0" i="0">
                        <a:solidFill>
                          <a:srgbClr val="000000"/>
                        </a:solidFill>
                        <a:effectLst/>
                        <a:latin typeface="Segoe UI" panose="020B0502040204020203" pitchFamily="34" charset="0"/>
                      </a:endParaRPr>
                    </a:p>
                  </a:txBody>
                  <a:tcPr marL="56316" marR="56316" marT="28158" marB="281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marR="0" indent="0" algn="l" rtl="0" fontAlgn="base">
                        <a:buNone/>
                      </a:pPr>
                      <a:r>
                        <a:rPr lang="en-US" sz="2300" b="0" i="0">
                          <a:solidFill>
                            <a:srgbClr val="000000"/>
                          </a:solidFill>
                          <a:effectLst/>
                          <a:latin typeface="Calibri" panose="020F0502020204030204" pitchFamily="34" charset="0"/>
                        </a:rPr>
                        <a:t>New devices, applications, and communication platforms appear continuously.</a:t>
                      </a:r>
                      <a:endParaRPr lang="en-US" sz="1200" b="0" i="0">
                        <a:solidFill>
                          <a:srgbClr val="000000"/>
                        </a:solidFill>
                        <a:effectLst/>
                        <a:latin typeface="Segoe UI" panose="020B0502040204020203" pitchFamily="34" charset="0"/>
                      </a:endParaRPr>
                    </a:p>
                  </a:txBody>
                  <a:tcPr marL="56316" marR="56316" marT="28158" marB="281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marR="0" indent="0" algn="l" rtl="0" fontAlgn="base">
                        <a:buNone/>
                      </a:pPr>
                      <a:r>
                        <a:rPr lang="en-US" sz="2300" b="0" i="0">
                          <a:solidFill>
                            <a:srgbClr val="000000"/>
                          </a:solidFill>
                          <a:effectLst/>
                          <a:latin typeface="Calibri" panose="020F0502020204030204" pitchFamily="34" charset="0"/>
                        </a:rPr>
                        <a:t>New messaging apps or IoT devices.</a:t>
                      </a:r>
                      <a:endParaRPr lang="en-US" sz="1200" b="0" i="0">
                        <a:solidFill>
                          <a:srgbClr val="000000"/>
                        </a:solidFill>
                        <a:effectLst/>
                        <a:latin typeface="Segoe UI" panose="020B0502040204020203" pitchFamily="34" charset="0"/>
                      </a:endParaRPr>
                    </a:p>
                  </a:txBody>
                  <a:tcPr marL="56316" marR="56316" marT="28158" marB="281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747339397"/>
                  </a:ext>
                </a:extLst>
              </a:tr>
              <a:tr h="1170788">
                <a:tc>
                  <a:txBody>
                    <a:bodyPr/>
                    <a:lstStyle/>
                    <a:p>
                      <a:pPr marL="0" marR="0" indent="0" algn="l" rtl="0" fontAlgn="base">
                        <a:buNone/>
                      </a:pPr>
                      <a:r>
                        <a:rPr lang="en-US" sz="2300" b="0" i="0">
                          <a:solidFill>
                            <a:srgbClr val="000000"/>
                          </a:solidFill>
                          <a:effectLst/>
                          <a:latin typeface="Calibri" panose="020F0502020204030204" pitchFamily="34" charset="0"/>
                        </a:rPr>
                        <a:t>⚖️ </a:t>
                      </a:r>
                      <a:r>
                        <a:rPr lang="en-US" sz="2300" b="1" i="0">
                          <a:solidFill>
                            <a:srgbClr val="000000"/>
                          </a:solidFill>
                          <a:effectLst/>
                          <a:latin typeface="Calibri" panose="020F0502020204030204" pitchFamily="34" charset="0"/>
                        </a:rPr>
                        <a:t>Privacy and Legal Issues</a:t>
                      </a:r>
                      <a:endParaRPr lang="en-US" sz="1200" b="0" i="0">
                        <a:solidFill>
                          <a:srgbClr val="000000"/>
                        </a:solidFill>
                        <a:effectLst/>
                        <a:latin typeface="Segoe UI" panose="020B0502040204020203" pitchFamily="34" charset="0"/>
                      </a:endParaRPr>
                    </a:p>
                  </a:txBody>
                  <a:tcPr marL="56316" marR="56316" marT="28158" marB="281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marR="0" indent="0" algn="l" rtl="0" fontAlgn="base">
                        <a:buNone/>
                      </a:pPr>
                      <a:r>
                        <a:rPr lang="en-US" sz="2300" b="0" i="0">
                          <a:solidFill>
                            <a:srgbClr val="000000"/>
                          </a:solidFill>
                          <a:effectLst/>
                          <a:latin typeface="Calibri" panose="020F0502020204030204" pitchFamily="34" charset="0"/>
                        </a:rPr>
                        <a:t>Investigators must balance evidence collection with individual privacy rights.</a:t>
                      </a:r>
                      <a:endParaRPr lang="en-US" sz="1200" b="0" i="0">
                        <a:solidFill>
                          <a:srgbClr val="000000"/>
                        </a:solidFill>
                        <a:effectLst/>
                        <a:latin typeface="Segoe UI" panose="020B0502040204020203" pitchFamily="34" charset="0"/>
                      </a:endParaRPr>
                    </a:p>
                  </a:txBody>
                  <a:tcPr marL="56316" marR="56316" marT="28158" marB="281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marR="0" indent="0" algn="l" rtl="0" fontAlgn="base">
                        <a:buNone/>
                      </a:pPr>
                      <a:r>
                        <a:rPr lang="en-US" sz="2300" b="0" i="0">
                          <a:solidFill>
                            <a:srgbClr val="000000"/>
                          </a:solidFill>
                          <a:effectLst/>
                          <a:latin typeface="Calibri" panose="020F0502020204030204" pitchFamily="34" charset="0"/>
                        </a:rPr>
                        <a:t>Accessing personal data requires proper legal authorization.</a:t>
                      </a:r>
                      <a:endParaRPr lang="en-US" sz="1200" b="0" i="0">
                        <a:solidFill>
                          <a:srgbClr val="000000"/>
                        </a:solidFill>
                        <a:effectLst/>
                        <a:latin typeface="Segoe UI" panose="020B0502040204020203" pitchFamily="34" charset="0"/>
                      </a:endParaRPr>
                    </a:p>
                  </a:txBody>
                  <a:tcPr marL="56316" marR="56316" marT="28158" marB="2815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424050636"/>
                  </a:ext>
                </a:extLst>
              </a:tr>
            </a:tbl>
          </a:graphicData>
        </a:graphic>
      </p:graphicFrame>
    </p:spTree>
    <p:extLst>
      <p:ext uri="{BB962C8B-B14F-4D97-AF65-F5344CB8AC3E}">
        <p14:creationId xmlns:p14="http://schemas.microsoft.com/office/powerpoint/2010/main" val="23079826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074AC0-6E19-163F-B38E-5280CD70472A}"/>
              </a:ext>
            </a:extLst>
          </p:cNvPr>
          <p:cNvSpPr>
            <a:spLocks noGrp="1"/>
          </p:cNvSpPr>
          <p:nvPr>
            <p:ph type="title"/>
          </p:nvPr>
        </p:nvSpPr>
        <p:spPr>
          <a:xfrm>
            <a:off x="838200" y="365125"/>
            <a:ext cx="10515600" cy="1325563"/>
          </a:xfrm>
        </p:spPr>
        <p:txBody>
          <a:bodyPr vert="horz" lIns="91440" tIns="45720" rIns="91440" bIns="45720" rtlCol="0" anchor="ctr">
            <a:noAutofit/>
          </a:bodyPr>
          <a:lstStyle/>
          <a:p>
            <a:r>
              <a:rPr lang="en-US" sz="5400"/>
              <a:t>Real-Life Example</a:t>
            </a:r>
            <a:endParaRPr lang="en-US"/>
          </a:p>
          <a:p>
            <a:r>
              <a:rPr lang="en-US" sz="5400"/>
              <a:t>Cloud-Based Investigation</a:t>
            </a: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C3BDEBB-FC5D-50C9-E6BE-648C256D03C4}"/>
              </a:ext>
            </a:extLst>
          </p:cNvPr>
          <p:cNvSpPr>
            <a:spLocks noGrp="1"/>
          </p:cNvSpPr>
          <p:nvPr>
            <p:ph idx="1"/>
          </p:nvPr>
        </p:nvSpPr>
        <p:spPr>
          <a:xfrm>
            <a:off x="838200" y="1929384"/>
            <a:ext cx="10515600" cy="4251960"/>
          </a:xfrm>
        </p:spPr>
        <p:txBody>
          <a:bodyPr vert="horz" lIns="91440" tIns="45720" rIns="91440" bIns="45720" rtlCol="0" anchor="t">
            <a:normAutofit/>
          </a:bodyPr>
          <a:lstStyle/>
          <a:p>
            <a:pPr>
              <a:buNone/>
            </a:pPr>
            <a:r>
              <a:rPr lang="en-US" sz="2400">
                <a:ea typeface="+mn-lt"/>
                <a:cs typeface="+mn-lt"/>
              </a:rPr>
              <a:t>Suppose a suspect stores important documents in a cloud storage service instead of on their laptop.</a:t>
            </a:r>
            <a:endParaRPr lang="en-US" sz="2400">
              <a:ea typeface="Calibri"/>
              <a:cs typeface="Calibri"/>
            </a:endParaRPr>
          </a:p>
          <a:p>
            <a:pPr>
              <a:buNone/>
            </a:pPr>
            <a:r>
              <a:rPr lang="en-US" sz="2400">
                <a:ea typeface="+mn-lt"/>
                <a:cs typeface="+mn-lt"/>
              </a:rPr>
              <a:t>Investigators find the laptop, but the files are not present locally.</a:t>
            </a:r>
            <a:endParaRPr lang="en-US" sz="2400">
              <a:ea typeface="Calibri"/>
              <a:cs typeface="Calibri"/>
            </a:endParaRPr>
          </a:p>
          <a:p>
            <a:pPr>
              <a:buNone/>
            </a:pPr>
            <a:r>
              <a:rPr lang="en-US" sz="2400">
                <a:ea typeface="+mn-lt"/>
                <a:cs typeface="+mn-lt"/>
              </a:rPr>
              <a:t>Questions arise:</a:t>
            </a:r>
            <a:endParaRPr lang="en-US" sz="2400">
              <a:ea typeface="Calibri"/>
              <a:cs typeface="Calibri"/>
            </a:endParaRPr>
          </a:p>
          <a:p>
            <a:pPr>
              <a:buFont typeface="Arial"/>
              <a:buChar char="•"/>
            </a:pPr>
            <a:r>
              <a:rPr lang="en-US" sz="2400">
                <a:ea typeface="+mn-lt"/>
                <a:cs typeface="+mn-lt"/>
              </a:rPr>
              <a:t>Where are the files stored? </a:t>
            </a:r>
            <a:endParaRPr lang="en-US" sz="2400">
              <a:ea typeface="Calibri"/>
              <a:cs typeface="Calibri"/>
            </a:endParaRPr>
          </a:p>
          <a:p>
            <a:pPr>
              <a:buFont typeface="Arial"/>
              <a:buChar char="•"/>
            </a:pPr>
            <a:r>
              <a:rPr lang="en-US" sz="2400">
                <a:ea typeface="+mn-lt"/>
                <a:cs typeface="+mn-lt"/>
              </a:rPr>
              <a:t>Which country hosts the cloud server? </a:t>
            </a:r>
            <a:endParaRPr lang="en-US" sz="2400">
              <a:ea typeface="Calibri"/>
              <a:cs typeface="Calibri"/>
            </a:endParaRPr>
          </a:p>
          <a:p>
            <a:pPr>
              <a:buFont typeface="Arial"/>
              <a:buChar char="•"/>
            </a:pPr>
            <a:r>
              <a:rPr lang="en-US" sz="2400">
                <a:ea typeface="+mn-lt"/>
                <a:cs typeface="+mn-lt"/>
              </a:rPr>
              <a:t>Who owns the account? </a:t>
            </a:r>
            <a:endParaRPr lang="en-US" sz="2400">
              <a:ea typeface="Calibri"/>
              <a:cs typeface="Calibri"/>
            </a:endParaRPr>
          </a:p>
          <a:p>
            <a:pPr>
              <a:buFont typeface="Arial"/>
              <a:buChar char="•"/>
            </a:pPr>
            <a:r>
              <a:rPr lang="en-US" sz="2400">
                <a:ea typeface="+mn-lt"/>
                <a:cs typeface="+mn-lt"/>
              </a:rPr>
              <a:t>How can access be obtained legally?</a:t>
            </a:r>
            <a:endParaRPr lang="en-US" sz="2400"/>
          </a:p>
          <a:p>
            <a:pPr marL="0" indent="0">
              <a:buNone/>
            </a:pPr>
            <a:endParaRPr lang="en-US" sz="2200">
              <a:ea typeface="Calibri" panose="020F0502020204030204"/>
              <a:cs typeface="Calibri" panose="020F0502020204030204"/>
            </a:endParaRPr>
          </a:p>
        </p:txBody>
      </p:sp>
    </p:spTree>
    <p:extLst>
      <p:ext uri="{BB962C8B-B14F-4D97-AF65-F5344CB8AC3E}">
        <p14:creationId xmlns:p14="http://schemas.microsoft.com/office/powerpoint/2010/main" val="25049935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GB" sz="5000"/>
              <a:t>Computer forensics evidence and courts</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p:cNvSpPr>
            <a:spLocks noGrp="1"/>
          </p:cNvSpPr>
          <p:nvPr>
            <p:ph idx="1"/>
          </p:nvPr>
        </p:nvSpPr>
        <p:spPr>
          <a:xfrm>
            <a:off x="838200" y="1929384"/>
            <a:ext cx="10515600" cy="4251960"/>
          </a:xfrm>
        </p:spPr>
        <p:txBody>
          <a:bodyPr>
            <a:normAutofit/>
          </a:bodyPr>
          <a:lstStyle/>
          <a:p>
            <a:r>
              <a:rPr lang="en-IN" sz="2200" b="1"/>
              <a:t>Evidence Gathering and Preservation:</a:t>
            </a:r>
            <a:endParaRPr lang="en-IN" sz="2200"/>
          </a:p>
          <a:p>
            <a:r>
              <a:rPr lang="en-IN" sz="2200"/>
              <a:t>Computer forensics experts use specialized techniques to extract data from various digital devices, including computers, mobile phones, and storage media. </a:t>
            </a:r>
          </a:p>
          <a:p>
            <a:r>
              <a:rPr lang="en-IN" sz="2200"/>
              <a:t>They focus on preserving the integrity of the evidence by maintaining a documented chain of custody and ensuring that data is not altered during the investigation. </a:t>
            </a:r>
          </a:p>
        </p:txBody>
      </p:sp>
    </p:spTree>
    <p:extLst>
      <p:ext uri="{BB962C8B-B14F-4D97-AF65-F5344CB8AC3E}">
        <p14:creationId xmlns:p14="http://schemas.microsoft.com/office/powerpoint/2010/main" val="24355872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GB" sz="5000"/>
              <a:t>Computer forensics evidence and courts</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p:cNvSpPr>
            <a:spLocks noGrp="1"/>
          </p:cNvSpPr>
          <p:nvPr>
            <p:ph idx="1"/>
          </p:nvPr>
        </p:nvSpPr>
        <p:spPr>
          <a:xfrm>
            <a:off x="838200" y="1929384"/>
            <a:ext cx="10515600" cy="4251960"/>
          </a:xfrm>
        </p:spPr>
        <p:txBody>
          <a:bodyPr>
            <a:normAutofit/>
          </a:bodyPr>
          <a:lstStyle/>
          <a:p>
            <a:r>
              <a:rPr lang="en-IN" sz="2200" b="1"/>
              <a:t>Analysis and Interpretation:</a:t>
            </a:r>
            <a:endParaRPr lang="en-IN" sz="2200"/>
          </a:p>
          <a:p>
            <a:r>
              <a:rPr lang="en-IN" sz="2200"/>
              <a:t>The collected data is analyzed to identify relevant information, establish timelines, trace internet activity, and determine the source of cyberattacks. </a:t>
            </a:r>
          </a:p>
          <a:p>
            <a:r>
              <a:rPr lang="en-IN" sz="2200"/>
              <a:t>Investigators may recover deleted files, analyze network traffic, and examine digital documents for signs of tampering or manipulation. </a:t>
            </a:r>
          </a:p>
        </p:txBody>
      </p:sp>
    </p:spTree>
    <p:extLst>
      <p:ext uri="{BB962C8B-B14F-4D97-AF65-F5344CB8AC3E}">
        <p14:creationId xmlns:p14="http://schemas.microsoft.com/office/powerpoint/2010/main" val="19038711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GB" sz="5000"/>
              <a:t>Computer forensics evidence and courts</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p:cNvSpPr>
            <a:spLocks noGrp="1"/>
          </p:cNvSpPr>
          <p:nvPr>
            <p:ph idx="1"/>
          </p:nvPr>
        </p:nvSpPr>
        <p:spPr>
          <a:xfrm>
            <a:off x="838200" y="1929384"/>
            <a:ext cx="10515600" cy="4251960"/>
          </a:xfrm>
        </p:spPr>
        <p:txBody>
          <a:bodyPr>
            <a:normAutofit/>
          </a:bodyPr>
          <a:lstStyle/>
          <a:p>
            <a:r>
              <a:rPr lang="en-IN" sz="2200" b="1"/>
              <a:t>Admissibility in Court:</a:t>
            </a:r>
            <a:endParaRPr lang="en-IN" sz="2200"/>
          </a:p>
          <a:p>
            <a:r>
              <a:rPr lang="en-IN" sz="2200"/>
              <a:t>For digital evidence to be accepted in court, it must be relevant to the case, authentic, and have integrity. </a:t>
            </a:r>
          </a:p>
          <a:p>
            <a:r>
              <a:rPr lang="en-IN" sz="2200"/>
              <a:t>The field of computer forensics adheres to strict guidelines and practices to ensure that the evidence is reliable and can be used to support or refute claims. </a:t>
            </a:r>
          </a:p>
        </p:txBody>
      </p:sp>
    </p:spTree>
    <p:extLst>
      <p:ext uri="{BB962C8B-B14F-4D97-AF65-F5344CB8AC3E}">
        <p14:creationId xmlns:p14="http://schemas.microsoft.com/office/powerpoint/2010/main" val="12892865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GB" sz="5000"/>
              <a:t>Computer forensics evidence and courts</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p:cNvSpPr>
            <a:spLocks noGrp="1"/>
          </p:cNvSpPr>
          <p:nvPr>
            <p:ph idx="1"/>
          </p:nvPr>
        </p:nvSpPr>
        <p:spPr>
          <a:xfrm>
            <a:off x="838200" y="1929384"/>
            <a:ext cx="10515600" cy="4251960"/>
          </a:xfrm>
        </p:spPr>
        <p:txBody>
          <a:bodyPr>
            <a:normAutofit/>
          </a:bodyPr>
          <a:lstStyle/>
          <a:p>
            <a:r>
              <a:rPr lang="en-IN" sz="2200" b="1"/>
              <a:t>Applications in Various Cases:</a:t>
            </a:r>
            <a:endParaRPr lang="en-IN" sz="2200"/>
          </a:p>
          <a:p>
            <a:r>
              <a:rPr lang="en-IN" sz="2200"/>
              <a:t>Computer forensics is used in a wide range of legal cases, including criminal investigations (e.g., cybercrime, fraud, theft), civil litigation, and regulatory compliance matters. </a:t>
            </a:r>
          </a:p>
          <a:p>
            <a:r>
              <a:rPr lang="en-IN" sz="2200"/>
              <a:t>It can help establish intent, identify perpetrators, and provide crucial evidence in cases involving digital communication, financial transactions, or intellectual property. </a:t>
            </a:r>
          </a:p>
        </p:txBody>
      </p:sp>
    </p:spTree>
    <p:extLst>
      <p:ext uri="{BB962C8B-B14F-4D97-AF65-F5344CB8AC3E}">
        <p14:creationId xmlns:p14="http://schemas.microsoft.com/office/powerpoint/2010/main" val="22690429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GB" sz="5000"/>
              <a:t>Computer forensics evidence and courts</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p:cNvSpPr>
            <a:spLocks noGrp="1"/>
          </p:cNvSpPr>
          <p:nvPr>
            <p:ph idx="1"/>
          </p:nvPr>
        </p:nvSpPr>
        <p:spPr>
          <a:xfrm>
            <a:off x="838200" y="1929384"/>
            <a:ext cx="10515600" cy="4251960"/>
          </a:xfrm>
        </p:spPr>
        <p:txBody>
          <a:bodyPr>
            <a:normAutofit/>
          </a:bodyPr>
          <a:lstStyle/>
          <a:p>
            <a:r>
              <a:rPr lang="en-IN" sz="2200" b="1"/>
              <a:t>Evolving Landscape:</a:t>
            </a:r>
            <a:endParaRPr lang="en-IN" sz="2200"/>
          </a:p>
          <a:p>
            <a:r>
              <a:rPr lang="en-IN" sz="2200"/>
              <a:t>The legal framework surrounding digital evidence is constantly evolving to keep pace with technological advancements and changing legal precedents. </a:t>
            </a:r>
          </a:p>
          <a:p>
            <a:r>
              <a:rPr lang="en-IN" sz="2200"/>
              <a:t>Amendments to the Federal Rules of Evidence have streamlined the process of authenticating digital evidence, making it easier to introduce certain types of machine-generated data as evidence. </a:t>
            </a:r>
          </a:p>
        </p:txBody>
      </p:sp>
    </p:spTree>
    <p:extLst>
      <p:ext uri="{BB962C8B-B14F-4D97-AF65-F5344CB8AC3E}">
        <p14:creationId xmlns:p14="http://schemas.microsoft.com/office/powerpoint/2010/main" val="10242526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IN" sz="5400"/>
              <a:t>Types of digital evidence</a:t>
            </a:r>
            <a:endParaRPr lang="en-GB" sz="5400"/>
          </a:p>
        </p:txBody>
      </p:sp>
      <p:sp>
        <p:nvSpPr>
          <p:cNvPr id="1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2"/>
          <p:cNvSpPr>
            <a:spLocks noGrp="1" noChangeArrowheads="1"/>
          </p:cNvSpPr>
          <p:nvPr>
            <p:ph idx="1"/>
          </p:nvPr>
        </p:nvSpPr>
        <p:spPr>
          <a:xfrm>
            <a:off x="838200" y="1929384"/>
            <a:ext cx="10515600" cy="4251960"/>
          </a:xfrm>
        </p:spPr>
        <p:txBody>
          <a:bodyPr>
            <a:normAutofit/>
          </a:bodyPr>
          <a:lstStyle/>
          <a:p>
            <a:pPr lvl="0"/>
            <a:r>
              <a:rPr lang="en-US" altLang="en-US" sz="2200"/>
              <a:t>Emails, text messages, and social media interactions.</a:t>
            </a:r>
          </a:p>
          <a:p>
            <a:pPr lvl="0"/>
            <a:r>
              <a:rPr lang="en-US" altLang="en-US" sz="2200"/>
              <a:t>Digital documents, spreadsheets, presentations.</a:t>
            </a:r>
          </a:p>
          <a:p>
            <a:pPr lvl="0"/>
            <a:r>
              <a:rPr lang="en-US" altLang="en-US" sz="2200"/>
              <a:t>Images, videos, and audio recordings.</a:t>
            </a:r>
          </a:p>
          <a:p>
            <a:pPr lvl="0"/>
            <a:r>
              <a:rPr lang="en-US" altLang="en-US" sz="2200"/>
              <a:t>Computer and internet activity logs (browsing history, file access, system logs).</a:t>
            </a:r>
          </a:p>
          <a:p>
            <a:pPr lvl="0"/>
            <a:r>
              <a:rPr lang="en-US" altLang="en-US" sz="2200"/>
              <a:t>Location data (GPS).</a:t>
            </a:r>
          </a:p>
          <a:p>
            <a:pPr lvl="0"/>
            <a:r>
              <a:rPr lang="en-US" altLang="en-US" sz="2200"/>
              <a:t>Financial transactions and blockchain records.</a:t>
            </a:r>
          </a:p>
          <a:p>
            <a:pPr lvl="0"/>
            <a:endParaRPr lang="en-US" altLang="en-US" sz="2200"/>
          </a:p>
        </p:txBody>
      </p:sp>
    </p:spTree>
    <p:extLst>
      <p:ext uri="{BB962C8B-B14F-4D97-AF65-F5344CB8AC3E}">
        <p14:creationId xmlns:p14="http://schemas.microsoft.com/office/powerpoint/2010/main" val="5985555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IN" sz="4600"/>
              <a:t>Admissibility of digital evidence in courts</a:t>
            </a:r>
            <a:endParaRPr lang="en-GB" sz="4600"/>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2"/>
          <p:cNvSpPr>
            <a:spLocks noGrp="1" noChangeArrowheads="1"/>
          </p:cNvSpPr>
          <p:nvPr>
            <p:ph idx="1"/>
          </p:nvPr>
        </p:nvSpPr>
        <p:spPr>
          <a:xfrm>
            <a:off x="838200" y="1929384"/>
            <a:ext cx="10515600" cy="4251960"/>
          </a:xfrm>
        </p:spPr>
        <p:txBody>
          <a:bodyPr>
            <a:normAutofit/>
          </a:bodyPr>
          <a:lstStyle/>
          <a:p>
            <a:pPr lvl="0"/>
            <a:r>
              <a:rPr lang="en-US" altLang="en-US" sz="2200" b="1"/>
              <a:t>Key legal provisions</a:t>
            </a:r>
          </a:p>
          <a:p>
            <a:pPr lvl="0"/>
            <a:r>
              <a:rPr lang="en-US" altLang="en-US" sz="2200"/>
              <a:t>In India, the legal framework for digital evidence is primarily governed by the Information Technology Act, 2000 (IT Act) and the Indian Evidence Act, 1872, with the recently introduced Bharatiya Sakshya Sanhita (BSS), 2023 set to replace the latter.</a:t>
            </a:r>
          </a:p>
          <a:p>
            <a:pPr lvl="0"/>
            <a:endParaRPr lang="en-US" sz="2200"/>
          </a:p>
          <a:p>
            <a:pPr lvl="0"/>
            <a:endParaRPr lang="en-IN" sz="2200"/>
          </a:p>
        </p:txBody>
      </p:sp>
      <p:sp>
        <p:nvSpPr>
          <p:cNvPr id="6" name="Rectangle 3"/>
          <p:cNvSpPr>
            <a:spLocks noChangeArrowheads="1"/>
          </p:cNvSpPr>
          <p:nvPr/>
        </p:nvSpPr>
        <p:spPr bwMode="auto">
          <a:xfrm>
            <a:off x="0" y="-282724"/>
            <a:ext cx="65" cy="5654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687176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IN" sz="4600"/>
              <a:t>Admissibility of digital evidence in courts</a:t>
            </a:r>
            <a:endParaRPr lang="en-GB" sz="4600"/>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2"/>
          <p:cNvSpPr>
            <a:spLocks noGrp="1" noChangeArrowheads="1"/>
          </p:cNvSpPr>
          <p:nvPr>
            <p:ph idx="1"/>
          </p:nvPr>
        </p:nvSpPr>
        <p:spPr>
          <a:xfrm>
            <a:off x="838200" y="1929384"/>
            <a:ext cx="10515600" cy="4251960"/>
          </a:xfrm>
        </p:spPr>
        <p:txBody>
          <a:bodyPr>
            <a:normAutofit/>
          </a:bodyPr>
          <a:lstStyle/>
          <a:p>
            <a:pPr lvl="0"/>
            <a:r>
              <a:rPr lang="en-US" altLang="en-US" sz="2200"/>
              <a:t>IT Act, 2000: Recognizes electronic records and digital signatures as valid, providing the foundation for their use in legal proceedings.</a:t>
            </a:r>
          </a:p>
          <a:p>
            <a:pPr lvl="0"/>
            <a:r>
              <a:rPr lang="en-US" altLang="en-US" sz="2200"/>
              <a:t>Indian Evidence Act, 1872 (and BSS, 2023): Section 65B (and Section 63 under BSS) details the conditions for the admissibility of electronic records, emphasizing the need for a certificate verifying authenticity from the person in control of the device or system. </a:t>
            </a:r>
          </a:p>
          <a:p>
            <a:pPr lvl="0"/>
            <a:endParaRPr lang="en-US" altLang="en-US" sz="2200"/>
          </a:p>
          <a:p>
            <a:pPr lvl="0"/>
            <a:endParaRPr lang="en-US" sz="2200"/>
          </a:p>
          <a:p>
            <a:pPr lvl="0"/>
            <a:endParaRPr lang="en-IN" sz="2200"/>
          </a:p>
        </p:txBody>
      </p:sp>
      <p:sp>
        <p:nvSpPr>
          <p:cNvPr id="6" name="Rectangle 3"/>
          <p:cNvSpPr>
            <a:spLocks noChangeArrowheads="1"/>
          </p:cNvSpPr>
          <p:nvPr/>
        </p:nvSpPr>
        <p:spPr bwMode="auto">
          <a:xfrm>
            <a:off x="0" y="-282724"/>
            <a:ext cx="65" cy="5654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471810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IN" sz="4200"/>
              <a:t>Challenges in digital forensics and evidence handling</a:t>
            </a:r>
            <a:endParaRPr lang="en-GB" sz="4200"/>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2"/>
          <p:cNvSpPr>
            <a:spLocks noGrp="1" noChangeArrowheads="1"/>
          </p:cNvSpPr>
          <p:nvPr>
            <p:ph idx="1"/>
          </p:nvPr>
        </p:nvSpPr>
        <p:spPr>
          <a:xfrm>
            <a:off x="838200" y="1929384"/>
            <a:ext cx="10515600" cy="4251960"/>
          </a:xfrm>
        </p:spPr>
        <p:txBody>
          <a:bodyPr vert="horz" lIns="91440" tIns="45720" rIns="91440" bIns="45720" rtlCol="0" anchor="t">
            <a:normAutofit/>
          </a:bodyPr>
          <a:lstStyle/>
          <a:p>
            <a:r>
              <a:rPr lang="en-IN" sz="2400" b="1"/>
              <a:t>Maintaining the chain of custody:</a:t>
            </a:r>
            <a:r>
              <a:rPr lang="en-IN" sz="2400"/>
              <a:t> Ensuring a documented trail of how evidence was collected, handled, stored, and transferred is crucial to prevent allegations of tampering.</a:t>
            </a:r>
            <a:endParaRPr lang="en-IN" sz="2400">
              <a:ea typeface="Calibri"/>
              <a:cs typeface="Calibri"/>
            </a:endParaRPr>
          </a:p>
        </p:txBody>
      </p:sp>
      <p:sp>
        <p:nvSpPr>
          <p:cNvPr id="6" name="Rectangle 3"/>
          <p:cNvSpPr>
            <a:spLocks noChangeArrowheads="1"/>
          </p:cNvSpPr>
          <p:nvPr/>
        </p:nvSpPr>
        <p:spPr bwMode="auto">
          <a:xfrm>
            <a:off x="0" y="-282724"/>
            <a:ext cx="65" cy="5654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805290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IN" sz="4200"/>
              <a:t>Challenges in digital forensics and evidence handling</a:t>
            </a:r>
            <a:endParaRPr lang="en-GB" sz="4200"/>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2"/>
          <p:cNvSpPr>
            <a:spLocks noGrp="1" noChangeArrowheads="1"/>
          </p:cNvSpPr>
          <p:nvPr>
            <p:ph idx="1"/>
          </p:nvPr>
        </p:nvSpPr>
        <p:spPr>
          <a:xfrm>
            <a:off x="838200" y="1929384"/>
            <a:ext cx="10515600" cy="4251960"/>
          </a:xfrm>
        </p:spPr>
        <p:txBody>
          <a:bodyPr>
            <a:normAutofit/>
          </a:bodyPr>
          <a:lstStyle/>
          <a:p>
            <a:r>
              <a:rPr lang="en-IN" sz="2200" b="1"/>
              <a:t>Data integrity and authenticity:</a:t>
            </a:r>
            <a:r>
              <a:rPr lang="en-IN" sz="2200"/>
              <a:t> The ease with which digital data can be altered or deleted necessitates stringent protocols to demonstrate that the evidence is genuine and hasn't been tampered with.</a:t>
            </a:r>
          </a:p>
        </p:txBody>
      </p:sp>
      <p:sp>
        <p:nvSpPr>
          <p:cNvPr id="6" name="Rectangle 3"/>
          <p:cNvSpPr>
            <a:spLocks noChangeArrowheads="1"/>
          </p:cNvSpPr>
          <p:nvPr/>
        </p:nvSpPr>
        <p:spPr bwMode="auto">
          <a:xfrm>
            <a:off x="0" y="-282724"/>
            <a:ext cx="65" cy="5654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765698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IN" sz="4200"/>
              <a:t>Challenges in digital forensics and evidence handling</a:t>
            </a:r>
            <a:endParaRPr lang="en-GB" sz="4200"/>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2"/>
          <p:cNvSpPr>
            <a:spLocks noGrp="1" noChangeArrowheads="1"/>
          </p:cNvSpPr>
          <p:nvPr>
            <p:ph idx="1"/>
          </p:nvPr>
        </p:nvSpPr>
        <p:spPr>
          <a:xfrm>
            <a:off x="838200" y="1929384"/>
            <a:ext cx="10515600" cy="4251960"/>
          </a:xfrm>
        </p:spPr>
        <p:txBody>
          <a:bodyPr>
            <a:normAutofit/>
          </a:bodyPr>
          <a:lstStyle/>
          <a:p>
            <a:r>
              <a:rPr lang="en-IN" sz="2200" b="1"/>
              <a:t>Technical complexities:</a:t>
            </a:r>
            <a:r>
              <a:rPr lang="en-IN" sz="2200"/>
              <a:t> Dealing with encryption, anti-forensics techniques, vast data volumes, cloud storage, and evolving technologies like AI and IoT requires specialized expertise and tools.</a:t>
            </a:r>
          </a:p>
        </p:txBody>
      </p:sp>
      <p:sp>
        <p:nvSpPr>
          <p:cNvPr id="6" name="Rectangle 3"/>
          <p:cNvSpPr>
            <a:spLocks noChangeArrowheads="1"/>
          </p:cNvSpPr>
          <p:nvPr/>
        </p:nvSpPr>
        <p:spPr bwMode="auto">
          <a:xfrm>
            <a:off x="0" y="-282724"/>
            <a:ext cx="65" cy="5654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244124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IN" sz="4200"/>
              <a:t>Challenges in digital forensics and evidence handling</a:t>
            </a:r>
            <a:endParaRPr lang="en-GB" sz="4200"/>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2"/>
          <p:cNvSpPr>
            <a:spLocks noGrp="1" noChangeArrowheads="1"/>
          </p:cNvSpPr>
          <p:nvPr>
            <p:ph idx="1"/>
          </p:nvPr>
        </p:nvSpPr>
        <p:spPr>
          <a:xfrm>
            <a:off x="838200" y="1929384"/>
            <a:ext cx="10515600" cy="4251960"/>
          </a:xfrm>
        </p:spPr>
        <p:txBody>
          <a:bodyPr>
            <a:normAutofit/>
          </a:bodyPr>
          <a:lstStyle/>
          <a:p>
            <a:r>
              <a:rPr lang="en-IN" sz="2200" b="1"/>
              <a:t>Legal and procedural complexities:</a:t>
            </a:r>
            <a:r>
              <a:rPr lang="en-IN" sz="2200"/>
              <a:t> Ensuring compliance with varying jurisdictional laws, obtaining necessary legal authorizations (like search warrants), and effectively presenting technical information to non-technical audiences (judges and juries) can be challenging.</a:t>
            </a:r>
          </a:p>
        </p:txBody>
      </p:sp>
      <p:sp>
        <p:nvSpPr>
          <p:cNvPr id="6" name="Rectangle 3"/>
          <p:cNvSpPr>
            <a:spLocks noChangeArrowheads="1"/>
          </p:cNvSpPr>
          <p:nvPr/>
        </p:nvSpPr>
        <p:spPr bwMode="auto">
          <a:xfrm>
            <a:off x="0" y="-282724"/>
            <a:ext cx="65" cy="5654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232025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IN" sz="4200"/>
              <a:t>Challenges in digital forensics and evidence handling</a:t>
            </a:r>
            <a:endParaRPr lang="en-GB" sz="4200"/>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2"/>
          <p:cNvSpPr>
            <a:spLocks noGrp="1" noChangeArrowheads="1"/>
          </p:cNvSpPr>
          <p:nvPr>
            <p:ph idx="1"/>
          </p:nvPr>
        </p:nvSpPr>
        <p:spPr>
          <a:xfrm>
            <a:off x="838200" y="1929384"/>
            <a:ext cx="10515600" cy="4251960"/>
          </a:xfrm>
        </p:spPr>
        <p:txBody>
          <a:bodyPr>
            <a:normAutofit/>
          </a:bodyPr>
          <a:lstStyle/>
          <a:p>
            <a:r>
              <a:rPr lang="en-IN" sz="2200" b="1"/>
              <a:t>Ethical concerns:</a:t>
            </a:r>
            <a:r>
              <a:rPr lang="en-IN" sz="2200"/>
              <a:t> Balancing the need for evidence with individual privacy rights is a critical ethical consideration in digital forensics. </a:t>
            </a:r>
          </a:p>
          <a:p>
            <a:pPr lvl="0"/>
            <a:endParaRPr lang="en-IN" sz="2200"/>
          </a:p>
        </p:txBody>
      </p:sp>
      <p:sp>
        <p:nvSpPr>
          <p:cNvPr id="6" name="Rectangle 3"/>
          <p:cNvSpPr>
            <a:spLocks noChangeArrowheads="1"/>
          </p:cNvSpPr>
          <p:nvPr/>
        </p:nvSpPr>
        <p:spPr bwMode="auto">
          <a:xfrm>
            <a:off x="0" y="-282724"/>
            <a:ext cx="65" cy="5654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745958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d7b7e3b-dde7-4727-849a-7c2a62b59c83" xsi:nil="true"/>
    <lcf76f155ced4ddcb4097134ff3c332f xmlns="3b805ea8-0214-4864-9a31-ee483b0ece1a">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C01F7F5CF4DBF4EA0504CCC478097C3" ma:contentTypeVersion="11" ma:contentTypeDescription="Create a new document." ma:contentTypeScope="" ma:versionID="d1a6c8fad79f6b9067ca1a810cb82cc9">
  <xsd:schema xmlns:xsd="http://www.w3.org/2001/XMLSchema" xmlns:xs="http://www.w3.org/2001/XMLSchema" xmlns:p="http://schemas.microsoft.com/office/2006/metadata/properties" xmlns:ns2="3b805ea8-0214-4864-9a31-ee483b0ece1a" xmlns:ns3="8d7b7e3b-dde7-4727-849a-7c2a62b59c83" targetNamespace="http://schemas.microsoft.com/office/2006/metadata/properties" ma:root="true" ma:fieldsID="24004d47fdb8cf45c9841aead0c9fc70" ns2:_="" ns3:_="">
    <xsd:import namespace="3b805ea8-0214-4864-9a31-ee483b0ece1a"/>
    <xsd:import namespace="8d7b7e3b-dde7-4727-849a-7c2a62b59c8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805ea8-0214-4864-9a31-ee483b0ece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e758f2a0-2f59-4fb4-8e15-936a66a29771"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d7b7e3b-dde7-4727-849a-7c2a62b59c83"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f7e45844-0a51-418c-9de4-f62949a74234}" ma:internalName="TaxCatchAll" ma:showField="CatchAllData" ma:web="8d7b7e3b-dde7-4727-849a-7c2a62b59c8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7F6F29F-5E58-4517-9F7F-BD2E2D285D47}">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79015A36-6937-4B18-9FF6-43ADDC5E88D9}"/>
</file>

<file path=customXml/itemProps3.xml><?xml version="1.0" encoding="utf-8"?>
<ds:datastoreItem xmlns:ds="http://schemas.openxmlformats.org/officeDocument/2006/customXml" ds:itemID="{5E93F6FA-0F96-4C83-B928-B4DAD13C89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33</Slides>
  <Notes>0</Notes>
  <HiddenSlides>0</HiddenSlide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Digital Forensics (20CP411T) UNIT 1 – Lecture 5 </vt:lpstr>
      <vt:lpstr>Learning Outcomes</vt:lpstr>
      <vt:lpstr>What is Digital Evidence?</vt:lpstr>
      <vt:lpstr>Examples of Digital Evidence</vt:lpstr>
      <vt:lpstr>Characteristics of Digital Evidence</vt:lpstr>
      <vt:lpstr>Major Characteristics of Digital Evidence</vt:lpstr>
      <vt:lpstr>2. Easily Duplicated</vt:lpstr>
      <vt:lpstr>3. Invisible to the Human Eye</vt:lpstr>
      <vt:lpstr>4. Persistent</vt:lpstr>
      <vt:lpstr>5. Large Volume</vt:lpstr>
      <vt:lpstr>6. Time-Stamped</vt:lpstr>
      <vt:lpstr>Types of Digital Evidence</vt:lpstr>
      <vt:lpstr>Digital Evidence in Courts</vt:lpstr>
      <vt:lpstr>Role of Digital Evidence in Court</vt:lpstr>
      <vt:lpstr>Common Digital Evidence Presented in Court</vt:lpstr>
      <vt:lpstr>Requirements for Accepting Digital Evidence</vt:lpstr>
      <vt:lpstr>Challenges of Digital Evidence</vt:lpstr>
      <vt:lpstr>Major Challenges</vt:lpstr>
      <vt:lpstr>Major Challenges</vt:lpstr>
      <vt:lpstr>Real-Life Example Cloud-Based Investigation</vt:lpstr>
      <vt:lpstr>Computer forensics evidence and courts</vt:lpstr>
      <vt:lpstr>Computer forensics evidence and courts</vt:lpstr>
      <vt:lpstr>Computer forensics evidence and courts</vt:lpstr>
      <vt:lpstr>Computer forensics evidence and courts</vt:lpstr>
      <vt:lpstr>Computer forensics evidence and courts</vt:lpstr>
      <vt:lpstr>Types of digital evidence</vt:lpstr>
      <vt:lpstr>Admissibility of digital evidence in courts</vt:lpstr>
      <vt:lpstr>Admissibility of digital evidence in courts</vt:lpstr>
      <vt:lpstr>Challenges in digital forensics and evidence handling</vt:lpstr>
      <vt:lpstr>Challenges in digital forensics and evidence handling</vt:lpstr>
      <vt:lpstr>Challenges in digital forensics and evidence handling</vt:lpstr>
      <vt:lpstr>Challenges in digital forensics and evidence handling</vt:lpstr>
      <vt:lpstr>Challenges in digital forensics and evidence handling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Forensics (20CP411T)</dc:title>
  <dc:creator>Prarthana Mehta</dc:creator>
  <cp:revision>3</cp:revision>
  <dcterms:created xsi:type="dcterms:W3CDTF">2025-07-08T07:00:19Z</dcterms:created>
  <dcterms:modified xsi:type="dcterms:W3CDTF">2026-08-04T06:43:40Z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0x0101005C01F7F5CF4DBF4EA0504CCC478097C3</vt:lpwstr>
  </property>
  <property fmtid="{D5CDD505-2E9C-101B-9397-08002B2CF9AE}" pid="3" name="Order">
    <vt:r8>600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ies>
</file>