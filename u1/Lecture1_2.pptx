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96" r:id="rId6"/>
    <p:sldId id="257" r:id="rId7"/>
    <p:sldId id="259" r:id="rId8"/>
    <p:sldId id="302" r:id="rId9"/>
    <p:sldId id="303" r:id="rId10"/>
    <p:sldId id="305" r:id="rId11"/>
    <p:sldId id="304" r:id="rId12"/>
    <p:sldId id="306" r:id="rId13"/>
    <p:sldId id="307" r:id="rId14"/>
    <p:sldId id="301" r:id="rId15"/>
    <p:sldId id="297" r:id="rId16"/>
    <p:sldId id="298" r:id="rId17"/>
    <p:sldId id="299" r:id="rId18"/>
    <p:sldId id="300" r:id="rId19"/>
    <p:sldId id="260" r:id="rId20"/>
    <p:sldId id="278" r:id="rId21"/>
    <p:sldId id="261" r:id="rId22"/>
    <p:sldId id="262" r:id="rId23"/>
    <p:sldId id="286" r:id="rId24"/>
    <p:sldId id="294" r:id="rId25"/>
    <p:sldId id="287" r:id="rId26"/>
    <p:sldId id="291" r:id="rId27"/>
    <p:sldId id="288" r:id="rId28"/>
    <p:sldId id="292" r:id="rId29"/>
    <p:sldId id="289" r:id="rId30"/>
    <p:sldId id="293" r:id="rId31"/>
    <p:sldId id="290" r:id="rId32"/>
    <p:sldId id="279" r:id="rId33"/>
    <p:sldId id="308" r:id="rId34"/>
    <p:sldId id="280" r:id="rId35"/>
    <p:sldId id="309" r:id="rId36"/>
    <p:sldId id="281" r:id="rId37"/>
    <p:sldId id="315" r:id="rId38"/>
    <p:sldId id="282" r:id="rId39"/>
    <p:sldId id="311" r:id="rId40"/>
    <p:sldId id="283" r:id="rId41"/>
    <p:sldId id="312" r:id="rId42"/>
    <p:sldId id="284" r:id="rId43"/>
    <p:sldId id="313" r:id="rId44"/>
    <p:sldId id="285" r:id="rId45"/>
    <p:sldId id="258" r:id="rId46"/>
    <p:sldId id="314"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DA56EC-A5D7-18CE-D4E9-0C09878AC950}" v="239" dt="2026-07-22T05:55:25.523"/>
    <p1510:client id="{42E8B2FC-FE51-01AB-8B22-AF62A64CA194}" v="179" dt="2026-07-20T09:05:36.337"/>
    <p1510:client id="{6AF564F1-CC6C-0CA0-8829-62DBA6168017}" v="1" dt="2026-07-20T07:15:54.910"/>
    <p1510:client id="{6B4D363A-0E7F-A975-9C3B-BE444B76598C}" v="2" dt="2026-07-21T04:56:30.726"/>
    <p1510:client id="{A5BF6086-020B-DA8D-C5D6-C74290C74313}" v="1" dt="2026-07-22T06:17:34.2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it Das" userId="S::sujit.das@pdpu.ac.in::5531694e-1714-439d-a47e-7795b732b077" providerId="AD" clId="Web-{A5BF6086-020B-DA8D-C5D6-C74290C74313}"/>
    <pc:docChg chg="modSld">
      <pc:chgData name="Sujit Das" userId="S::sujit.das@pdpu.ac.in::5531694e-1714-439d-a47e-7795b732b077" providerId="AD" clId="Web-{A5BF6086-020B-DA8D-C5D6-C74290C74313}" dt="2026-07-22T06:17:34.200" v="0" actId="20577"/>
      <pc:docMkLst>
        <pc:docMk/>
      </pc:docMkLst>
      <pc:sldChg chg="modSp">
        <pc:chgData name="Sujit Das" userId="S::sujit.das@pdpu.ac.in::5531694e-1714-439d-a47e-7795b732b077" providerId="AD" clId="Web-{A5BF6086-020B-DA8D-C5D6-C74290C74313}" dt="2026-07-22T06:17:34.200" v="0" actId="20577"/>
        <pc:sldMkLst>
          <pc:docMk/>
          <pc:sldMk cId="1542485820" sldId="261"/>
        </pc:sldMkLst>
        <pc:spChg chg="mod">
          <ac:chgData name="Sujit Das" userId="S::sujit.das@pdpu.ac.in::5531694e-1714-439d-a47e-7795b732b077" providerId="AD" clId="Web-{A5BF6086-020B-DA8D-C5D6-C74290C74313}" dt="2026-07-22T06:17:34.200" v="0" actId="20577"/>
          <ac:spMkLst>
            <pc:docMk/>
            <pc:sldMk cId="1542485820" sldId="261"/>
            <ac:spMk id="5" creationId="{00000000-0000-0000-0000-000000000000}"/>
          </ac:spMkLst>
        </pc:spChg>
      </pc:sldChg>
    </pc:docChg>
  </pc:docChgLst>
  <pc:docChgLst>
    <pc:chgData name="Sujit Das" userId="S::sujit.das@pdpu.ac.in::5531694e-1714-439d-a47e-7795b732b077" providerId="AD" clId="Web-{6B4D363A-0E7F-A975-9C3B-BE444B76598C}"/>
    <pc:docChg chg="modSld">
      <pc:chgData name="Sujit Das" userId="S::sujit.das@pdpu.ac.in::5531694e-1714-439d-a47e-7795b732b077" providerId="AD" clId="Web-{6B4D363A-0E7F-A975-9C3B-BE444B76598C}" dt="2026-07-21T04:56:30.726" v="1"/>
      <pc:docMkLst>
        <pc:docMk/>
      </pc:docMkLst>
      <pc:sldChg chg="addSp delSp modSp">
        <pc:chgData name="Sujit Das" userId="S::sujit.das@pdpu.ac.in::5531694e-1714-439d-a47e-7795b732b077" providerId="AD" clId="Web-{6B4D363A-0E7F-A975-9C3B-BE444B76598C}" dt="2026-07-21T04:56:30.726" v="1"/>
        <pc:sldMkLst>
          <pc:docMk/>
          <pc:sldMk cId="1663399963" sldId="296"/>
        </pc:sldMkLst>
        <pc:spChg chg="add del mod">
          <ac:chgData name="Sujit Das" userId="S::sujit.das@pdpu.ac.in::5531694e-1714-439d-a47e-7795b732b077" providerId="AD" clId="Web-{6B4D363A-0E7F-A975-9C3B-BE444B76598C}" dt="2026-07-21T04:56:30.726" v="1"/>
          <ac:spMkLst>
            <pc:docMk/>
            <pc:sldMk cId="1663399963" sldId="296"/>
            <ac:spMk id="5" creationId="{597E5E00-7111-3896-52F0-D8F9CECC7EA6}"/>
          </ac:spMkLst>
        </pc:spChg>
        <pc:picChg chg="del">
          <ac:chgData name="Sujit Das" userId="S::sujit.das@pdpu.ac.in::5531694e-1714-439d-a47e-7795b732b077" providerId="AD" clId="Web-{6B4D363A-0E7F-A975-9C3B-BE444B76598C}" dt="2026-07-21T04:56:23.382" v="0"/>
          <ac:picMkLst>
            <pc:docMk/>
            <pc:sldMk cId="1663399963" sldId="296"/>
            <ac:picMk id="4" creationId="{F61B5B50-0BEC-8AB3-56A1-82B8AE861E9B}"/>
          </ac:picMkLst>
        </pc:picChg>
        <pc:picChg chg="add mod ord">
          <ac:chgData name="Sujit Das" userId="S::sujit.das@pdpu.ac.in::5531694e-1714-439d-a47e-7795b732b077" providerId="AD" clId="Web-{6B4D363A-0E7F-A975-9C3B-BE444B76598C}" dt="2026-07-21T04:56:30.726" v="1"/>
          <ac:picMkLst>
            <pc:docMk/>
            <pc:sldMk cId="1663399963" sldId="296"/>
            <ac:picMk id="6" creationId="{2E0DDBAA-23EF-77B9-4661-A836D91D8135}"/>
          </ac:picMkLst>
        </pc:picChg>
      </pc:sldChg>
    </pc:docChg>
  </pc:docChgLst>
  <pc:docChgLst>
    <pc:chgData name="Sujit Das" userId="S::sujit.das@pdpu.ac.in::5531694e-1714-439d-a47e-7795b732b077" providerId="AD" clId="Web-{6AF564F1-CC6C-0CA0-8829-62DBA6168017}"/>
    <pc:docChg chg="addSld">
      <pc:chgData name="Sujit Das" userId="S::sujit.das@pdpu.ac.in::5531694e-1714-439d-a47e-7795b732b077" providerId="AD" clId="Web-{6AF564F1-CC6C-0CA0-8829-62DBA6168017}" dt="2026-07-20T07:15:54.910" v="0"/>
      <pc:docMkLst>
        <pc:docMk/>
      </pc:docMkLst>
    </pc:docChg>
  </pc:docChgLst>
  <pc:docChgLst>
    <pc:chgData name="Sujit Das" userId="S::sujit.das@pdpu.ac.in::5531694e-1714-439d-a47e-7795b732b077" providerId="AD" clId="Web-{09DA56EC-A5D7-18CE-D4E9-0C09878AC950}"/>
    <pc:docChg chg="addSld delSld modSld">
      <pc:chgData name="Sujit Das" userId="S::sujit.das@pdpu.ac.in::5531694e-1714-439d-a47e-7795b732b077" providerId="AD" clId="Web-{09DA56EC-A5D7-18CE-D4E9-0C09878AC950}" dt="2026-07-22T05:55:25.523" v="275"/>
      <pc:docMkLst>
        <pc:docMk/>
      </pc:docMkLst>
      <pc:sldChg chg="modSp">
        <pc:chgData name="Sujit Das" userId="S::sujit.das@pdpu.ac.in::5531694e-1714-439d-a47e-7795b732b077" providerId="AD" clId="Web-{09DA56EC-A5D7-18CE-D4E9-0C09878AC950}" dt="2026-07-22T05:39:49.668" v="260" actId="20577"/>
        <pc:sldMkLst>
          <pc:docMk/>
          <pc:sldMk cId="2211033372" sldId="258"/>
        </pc:sldMkLst>
        <pc:spChg chg="mod">
          <ac:chgData name="Sujit Das" userId="S::sujit.das@pdpu.ac.in::5531694e-1714-439d-a47e-7795b732b077" providerId="AD" clId="Web-{09DA56EC-A5D7-18CE-D4E9-0C09878AC950}" dt="2026-07-22T05:39:49.668" v="260" actId="20577"/>
          <ac:spMkLst>
            <pc:docMk/>
            <pc:sldMk cId="2211033372" sldId="258"/>
            <ac:spMk id="3" creationId="{00000000-0000-0000-0000-000000000000}"/>
          </ac:spMkLst>
        </pc:spChg>
      </pc:sldChg>
      <pc:sldChg chg="modSp">
        <pc:chgData name="Sujit Das" userId="S::sujit.das@pdpu.ac.in::5531694e-1714-439d-a47e-7795b732b077" providerId="AD" clId="Web-{09DA56EC-A5D7-18CE-D4E9-0C09878AC950}" dt="2026-07-22T05:02:36.222" v="5" actId="20577"/>
        <pc:sldMkLst>
          <pc:docMk/>
          <pc:sldMk cId="1542485820" sldId="261"/>
        </pc:sldMkLst>
        <pc:graphicFrameChg chg="modGraphic">
          <ac:chgData name="Sujit Das" userId="S::sujit.das@pdpu.ac.in::5531694e-1714-439d-a47e-7795b732b077" providerId="AD" clId="Web-{09DA56EC-A5D7-18CE-D4E9-0C09878AC950}" dt="2026-07-22T05:02:36.222" v="5" actId="20577"/>
          <ac:graphicFrameMkLst>
            <pc:docMk/>
            <pc:sldMk cId="1542485820" sldId="261"/>
            <ac:graphicFrameMk id="4" creationId="{00000000-0000-0000-0000-000000000000}"/>
          </ac:graphicFrameMkLst>
        </pc:graphicFrameChg>
      </pc:sldChg>
      <pc:sldChg chg="addSp delSp modSp mod setBg">
        <pc:chgData name="Sujit Das" userId="S::sujit.das@pdpu.ac.in::5531694e-1714-439d-a47e-7795b732b077" providerId="AD" clId="Web-{09DA56EC-A5D7-18CE-D4E9-0C09878AC950}" dt="2026-07-22T05:49:32.753" v="262"/>
        <pc:sldMkLst>
          <pc:docMk/>
          <pc:sldMk cId="3463538213" sldId="262"/>
        </pc:sldMkLst>
        <pc:spChg chg="mod">
          <ac:chgData name="Sujit Das" userId="S::sujit.das@pdpu.ac.in::5531694e-1714-439d-a47e-7795b732b077" providerId="AD" clId="Web-{09DA56EC-A5D7-18CE-D4E9-0C09878AC950}" dt="2026-07-22T05:48:48.408" v="261"/>
          <ac:spMkLst>
            <pc:docMk/>
            <pc:sldMk cId="3463538213" sldId="262"/>
            <ac:spMk id="2" creationId="{00000000-0000-0000-0000-000000000000}"/>
          </ac:spMkLst>
        </pc:spChg>
        <pc:spChg chg="mod">
          <ac:chgData name="Sujit Das" userId="S::sujit.das@pdpu.ac.in::5531694e-1714-439d-a47e-7795b732b077" providerId="AD" clId="Web-{09DA56EC-A5D7-18CE-D4E9-0C09878AC950}" dt="2026-07-22T05:48:48.408" v="261"/>
          <ac:spMkLst>
            <pc:docMk/>
            <pc:sldMk cId="3463538213" sldId="262"/>
            <ac:spMk id="3" creationId="{00000000-0000-0000-0000-000000000000}"/>
          </ac:spMkLst>
        </pc:spChg>
        <pc:spChg chg="add del">
          <ac:chgData name="Sujit Das" userId="S::sujit.das@pdpu.ac.in::5531694e-1714-439d-a47e-7795b732b077" providerId="AD" clId="Web-{09DA56EC-A5D7-18CE-D4E9-0C09878AC950}" dt="2026-07-22T05:49:32.753" v="262"/>
          <ac:spMkLst>
            <pc:docMk/>
            <pc:sldMk cId="3463538213" sldId="262"/>
            <ac:spMk id="8" creationId="{1BB867FF-FC45-48F7-8104-F89BE54909F1}"/>
          </ac:spMkLst>
        </pc:spChg>
        <pc:spChg chg="add del">
          <ac:chgData name="Sujit Das" userId="S::sujit.das@pdpu.ac.in::5531694e-1714-439d-a47e-7795b732b077" providerId="AD" clId="Web-{09DA56EC-A5D7-18CE-D4E9-0C09878AC950}" dt="2026-07-22T05:49:32.753" v="262"/>
          <ac:spMkLst>
            <pc:docMk/>
            <pc:sldMk cId="3463538213" sldId="262"/>
            <ac:spMk id="10" creationId="{8BB56887-D0D5-4F0C-9E19-7247EB83C8B7}"/>
          </ac:spMkLst>
        </pc:spChg>
        <pc:spChg chg="add del">
          <ac:chgData name="Sujit Das" userId="S::sujit.das@pdpu.ac.in::5531694e-1714-439d-a47e-7795b732b077" providerId="AD" clId="Web-{09DA56EC-A5D7-18CE-D4E9-0C09878AC950}" dt="2026-07-22T05:49:32.753" v="262"/>
          <ac:spMkLst>
            <pc:docMk/>
            <pc:sldMk cId="3463538213" sldId="262"/>
            <ac:spMk id="12" creationId="{081E4A58-353D-44AE-B2FC-2A74E2E400F7}"/>
          </ac:spMkLst>
        </pc:spChg>
        <pc:spChg chg="add">
          <ac:chgData name="Sujit Das" userId="S::sujit.das@pdpu.ac.in::5531694e-1714-439d-a47e-7795b732b077" providerId="AD" clId="Web-{09DA56EC-A5D7-18CE-D4E9-0C09878AC950}" dt="2026-07-22T05:49:32.753" v="262"/>
          <ac:spMkLst>
            <pc:docMk/>
            <pc:sldMk cId="3463538213" sldId="262"/>
            <ac:spMk id="17" creationId="{1BB867FF-FC45-48F7-8104-F89BE54909F1}"/>
          </ac:spMkLst>
        </pc:spChg>
        <pc:spChg chg="add">
          <ac:chgData name="Sujit Das" userId="S::sujit.das@pdpu.ac.in::5531694e-1714-439d-a47e-7795b732b077" providerId="AD" clId="Web-{09DA56EC-A5D7-18CE-D4E9-0C09878AC950}" dt="2026-07-22T05:49:32.753" v="262"/>
          <ac:spMkLst>
            <pc:docMk/>
            <pc:sldMk cId="3463538213" sldId="262"/>
            <ac:spMk id="19" creationId="{8BB56887-D0D5-4F0C-9E19-7247EB83C8B7}"/>
          </ac:spMkLst>
        </pc:spChg>
        <pc:spChg chg="add">
          <ac:chgData name="Sujit Das" userId="S::sujit.das@pdpu.ac.in::5531694e-1714-439d-a47e-7795b732b077" providerId="AD" clId="Web-{09DA56EC-A5D7-18CE-D4E9-0C09878AC950}" dt="2026-07-22T05:49:32.753" v="262"/>
          <ac:spMkLst>
            <pc:docMk/>
            <pc:sldMk cId="3463538213" sldId="262"/>
            <ac:spMk id="21" creationId="{081E4A58-353D-44AE-B2FC-2A74E2E400F7}"/>
          </ac:spMkLst>
        </pc:spChg>
      </pc:sldChg>
      <pc:sldChg chg="addSp modSp mod setBg">
        <pc:chgData name="Sujit Das" userId="S::sujit.das@pdpu.ac.in::5531694e-1714-439d-a47e-7795b732b077" providerId="AD" clId="Web-{09DA56EC-A5D7-18CE-D4E9-0C09878AC950}" dt="2026-07-22T05:51:36.020" v="267"/>
        <pc:sldMkLst>
          <pc:docMk/>
          <pc:sldMk cId="1031970178" sldId="279"/>
        </pc:sldMkLst>
        <pc:spChg chg="mod">
          <ac:chgData name="Sujit Das" userId="S::sujit.das@pdpu.ac.in::5531694e-1714-439d-a47e-7795b732b077" providerId="AD" clId="Web-{09DA56EC-A5D7-18CE-D4E9-0C09878AC950}" dt="2026-07-22T05:51:36.020" v="267"/>
          <ac:spMkLst>
            <pc:docMk/>
            <pc:sldMk cId="1031970178" sldId="279"/>
            <ac:spMk id="2" creationId="{00000000-0000-0000-0000-000000000000}"/>
          </ac:spMkLst>
        </pc:spChg>
        <pc:spChg chg="mod">
          <ac:chgData name="Sujit Das" userId="S::sujit.das@pdpu.ac.in::5531694e-1714-439d-a47e-7795b732b077" providerId="AD" clId="Web-{09DA56EC-A5D7-18CE-D4E9-0C09878AC950}" dt="2026-07-22T05:51:36.020" v="267"/>
          <ac:spMkLst>
            <pc:docMk/>
            <pc:sldMk cId="1031970178" sldId="279"/>
            <ac:spMk id="3" creationId="{00000000-0000-0000-0000-000000000000}"/>
          </ac:spMkLst>
        </pc:spChg>
        <pc:spChg chg="add">
          <ac:chgData name="Sujit Das" userId="S::sujit.das@pdpu.ac.in::5531694e-1714-439d-a47e-7795b732b077" providerId="AD" clId="Web-{09DA56EC-A5D7-18CE-D4E9-0C09878AC950}" dt="2026-07-22T05:51:36.020" v="267"/>
          <ac:spMkLst>
            <pc:docMk/>
            <pc:sldMk cId="1031970178" sldId="279"/>
            <ac:spMk id="8" creationId="{1BB867FF-FC45-48F7-8104-F89BE54909F1}"/>
          </ac:spMkLst>
        </pc:spChg>
        <pc:spChg chg="add">
          <ac:chgData name="Sujit Das" userId="S::sujit.das@pdpu.ac.in::5531694e-1714-439d-a47e-7795b732b077" providerId="AD" clId="Web-{09DA56EC-A5D7-18CE-D4E9-0C09878AC950}" dt="2026-07-22T05:51:36.020" v="267"/>
          <ac:spMkLst>
            <pc:docMk/>
            <pc:sldMk cId="1031970178" sldId="279"/>
            <ac:spMk id="10" creationId="{8BB56887-D0D5-4F0C-9E19-7247EB83C8B7}"/>
          </ac:spMkLst>
        </pc:spChg>
        <pc:spChg chg="add">
          <ac:chgData name="Sujit Das" userId="S::sujit.das@pdpu.ac.in::5531694e-1714-439d-a47e-7795b732b077" providerId="AD" clId="Web-{09DA56EC-A5D7-18CE-D4E9-0C09878AC950}" dt="2026-07-22T05:51:36.020" v="267"/>
          <ac:spMkLst>
            <pc:docMk/>
            <pc:sldMk cId="1031970178" sldId="279"/>
            <ac:spMk id="12" creationId="{081E4A58-353D-44AE-B2FC-2A74E2E400F7}"/>
          </ac:spMkLst>
        </pc:spChg>
      </pc:sldChg>
      <pc:sldChg chg="addSp modSp mod setBg">
        <pc:chgData name="Sujit Das" userId="S::sujit.das@pdpu.ac.in::5531694e-1714-439d-a47e-7795b732b077" providerId="AD" clId="Web-{09DA56EC-A5D7-18CE-D4E9-0C09878AC950}" dt="2026-07-22T05:52:12.989" v="269"/>
        <pc:sldMkLst>
          <pc:docMk/>
          <pc:sldMk cId="1593985684" sldId="280"/>
        </pc:sldMkLst>
        <pc:spChg chg="mod">
          <ac:chgData name="Sujit Das" userId="S::sujit.das@pdpu.ac.in::5531694e-1714-439d-a47e-7795b732b077" providerId="AD" clId="Web-{09DA56EC-A5D7-18CE-D4E9-0C09878AC950}" dt="2026-07-22T05:52:12.989" v="269"/>
          <ac:spMkLst>
            <pc:docMk/>
            <pc:sldMk cId="1593985684" sldId="280"/>
            <ac:spMk id="2" creationId="{00000000-0000-0000-0000-000000000000}"/>
          </ac:spMkLst>
        </pc:spChg>
        <pc:spChg chg="mod">
          <ac:chgData name="Sujit Das" userId="S::sujit.das@pdpu.ac.in::5531694e-1714-439d-a47e-7795b732b077" providerId="AD" clId="Web-{09DA56EC-A5D7-18CE-D4E9-0C09878AC950}" dt="2026-07-22T05:52:12.989" v="269"/>
          <ac:spMkLst>
            <pc:docMk/>
            <pc:sldMk cId="1593985684" sldId="280"/>
            <ac:spMk id="3" creationId="{00000000-0000-0000-0000-000000000000}"/>
          </ac:spMkLst>
        </pc:spChg>
        <pc:spChg chg="add">
          <ac:chgData name="Sujit Das" userId="S::sujit.das@pdpu.ac.in::5531694e-1714-439d-a47e-7795b732b077" providerId="AD" clId="Web-{09DA56EC-A5D7-18CE-D4E9-0C09878AC950}" dt="2026-07-22T05:52:12.989" v="269"/>
          <ac:spMkLst>
            <pc:docMk/>
            <pc:sldMk cId="1593985684" sldId="280"/>
            <ac:spMk id="8" creationId="{1BB867FF-FC45-48F7-8104-F89BE54909F1}"/>
          </ac:spMkLst>
        </pc:spChg>
        <pc:spChg chg="add">
          <ac:chgData name="Sujit Das" userId="S::sujit.das@pdpu.ac.in::5531694e-1714-439d-a47e-7795b732b077" providerId="AD" clId="Web-{09DA56EC-A5D7-18CE-D4E9-0C09878AC950}" dt="2026-07-22T05:52:12.989" v="269"/>
          <ac:spMkLst>
            <pc:docMk/>
            <pc:sldMk cId="1593985684" sldId="280"/>
            <ac:spMk id="10" creationId="{8BB56887-D0D5-4F0C-9E19-7247EB83C8B7}"/>
          </ac:spMkLst>
        </pc:spChg>
        <pc:spChg chg="add">
          <ac:chgData name="Sujit Das" userId="S::sujit.das@pdpu.ac.in::5531694e-1714-439d-a47e-7795b732b077" providerId="AD" clId="Web-{09DA56EC-A5D7-18CE-D4E9-0C09878AC950}" dt="2026-07-22T05:52:12.989" v="269"/>
          <ac:spMkLst>
            <pc:docMk/>
            <pc:sldMk cId="1593985684" sldId="280"/>
            <ac:spMk id="12" creationId="{081E4A58-353D-44AE-B2FC-2A74E2E400F7}"/>
          </ac:spMkLst>
        </pc:spChg>
      </pc:sldChg>
      <pc:sldChg chg="addSp modSp mod setBg">
        <pc:chgData name="Sujit Das" userId="S::sujit.das@pdpu.ac.in::5531694e-1714-439d-a47e-7795b732b077" providerId="AD" clId="Web-{09DA56EC-A5D7-18CE-D4E9-0C09878AC950}" dt="2026-07-22T05:53:31.928" v="271"/>
        <pc:sldMkLst>
          <pc:docMk/>
          <pc:sldMk cId="1902137148" sldId="281"/>
        </pc:sldMkLst>
        <pc:spChg chg="mod">
          <ac:chgData name="Sujit Das" userId="S::sujit.das@pdpu.ac.in::5531694e-1714-439d-a47e-7795b732b077" providerId="AD" clId="Web-{09DA56EC-A5D7-18CE-D4E9-0C09878AC950}" dt="2026-07-22T05:53:31.928" v="271"/>
          <ac:spMkLst>
            <pc:docMk/>
            <pc:sldMk cId="1902137148" sldId="281"/>
            <ac:spMk id="2" creationId="{00000000-0000-0000-0000-000000000000}"/>
          </ac:spMkLst>
        </pc:spChg>
        <pc:spChg chg="mod">
          <ac:chgData name="Sujit Das" userId="S::sujit.das@pdpu.ac.in::5531694e-1714-439d-a47e-7795b732b077" providerId="AD" clId="Web-{09DA56EC-A5D7-18CE-D4E9-0C09878AC950}" dt="2026-07-22T05:53:31.928" v="271"/>
          <ac:spMkLst>
            <pc:docMk/>
            <pc:sldMk cId="1902137148" sldId="281"/>
            <ac:spMk id="3" creationId="{00000000-0000-0000-0000-000000000000}"/>
          </ac:spMkLst>
        </pc:spChg>
        <pc:spChg chg="add">
          <ac:chgData name="Sujit Das" userId="S::sujit.das@pdpu.ac.in::5531694e-1714-439d-a47e-7795b732b077" providerId="AD" clId="Web-{09DA56EC-A5D7-18CE-D4E9-0C09878AC950}" dt="2026-07-22T05:53:31.928" v="271"/>
          <ac:spMkLst>
            <pc:docMk/>
            <pc:sldMk cId="1902137148" sldId="281"/>
            <ac:spMk id="8" creationId="{1BB867FF-FC45-48F7-8104-F89BE54909F1}"/>
          </ac:spMkLst>
        </pc:spChg>
        <pc:spChg chg="add">
          <ac:chgData name="Sujit Das" userId="S::sujit.das@pdpu.ac.in::5531694e-1714-439d-a47e-7795b732b077" providerId="AD" clId="Web-{09DA56EC-A5D7-18CE-D4E9-0C09878AC950}" dt="2026-07-22T05:53:31.928" v="271"/>
          <ac:spMkLst>
            <pc:docMk/>
            <pc:sldMk cId="1902137148" sldId="281"/>
            <ac:spMk id="10" creationId="{8BB56887-D0D5-4F0C-9E19-7247EB83C8B7}"/>
          </ac:spMkLst>
        </pc:spChg>
        <pc:spChg chg="add">
          <ac:chgData name="Sujit Das" userId="S::sujit.das@pdpu.ac.in::5531694e-1714-439d-a47e-7795b732b077" providerId="AD" clId="Web-{09DA56EC-A5D7-18CE-D4E9-0C09878AC950}" dt="2026-07-22T05:53:31.928" v="271"/>
          <ac:spMkLst>
            <pc:docMk/>
            <pc:sldMk cId="1902137148" sldId="281"/>
            <ac:spMk id="12" creationId="{081E4A58-353D-44AE-B2FC-2A74E2E400F7}"/>
          </ac:spMkLst>
        </pc:spChg>
      </pc:sldChg>
      <pc:sldChg chg="modSp">
        <pc:chgData name="Sujit Das" userId="S::sujit.das@pdpu.ac.in::5531694e-1714-439d-a47e-7795b732b077" providerId="AD" clId="Web-{09DA56EC-A5D7-18CE-D4E9-0C09878AC950}" dt="2026-07-22T05:29:39.114" v="132" actId="20577"/>
        <pc:sldMkLst>
          <pc:docMk/>
          <pc:sldMk cId="2811950812" sldId="282"/>
        </pc:sldMkLst>
        <pc:spChg chg="mod">
          <ac:chgData name="Sujit Das" userId="S::sujit.das@pdpu.ac.in::5531694e-1714-439d-a47e-7795b732b077" providerId="AD" clId="Web-{09DA56EC-A5D7-18CE-D4E9-0C09878AC950}" dt="2026-07-22T05:29:39.114" v="132" actId="20577"/>
          <ac:spMkLst>
            <pc:docMk/>
            <pc:sldMk cId="2811950812" sldId="282"/>
            <ac:spMk id="3" creationId="{00000000-0000-0000-0000-000000000000}"/>
          </ac:spMkLst>
        </pc:spChg>
      </pc:sldChg>
      <pc:sldChg chg="modSp">
        <pc:chgData name="Sujit Das" userId="S::sujit.das@pdpu.ac.in::5531694e-1714-439d-a47e-7795b732b077" providerId="AD" clId="Web-{09DA56EC-A5D7-18CE-D4E9-0C09878AC950}" dt="2026-07-22T05:34:25.867" v="180" actId="20577"/>
        <pc:sldMkLst>
          <pc:docMk/>
          <pc:sldMk cId="3921188619" sldId="283"/>
        </pc:sldMkLst>
        <pc:spChg chg="mod">
          <ac:chgData name="Sujit Das" userId="S::sujit.das@pdpu.ac.in::5531694e-1714-439d-a47e-7795b732b077" providerId="AD" clId="Web-{09DA56EC-A5D7-18CE-D4E9-0C09878AC950}" dt="2026-07-22T05:34:25.867" v="180" actId="20577"/>
          <ac:spMkLst>
            <pc:docMk/>
            <pc:sldMk cId="3921188619" sldId="283"/>
            <ac:spMk id="3" creationId="{00000000-0000-0000-0000-000000000000}"/>
          </ac:spMkLst>
        </pc:spChg>
      </pc:sldChg>
      <pc:sldChg chg="modSp">
        <pc:chgData name="Sujit Das" userId="S::sujit.das@pdpu.ac.in::5531694e-1714-439d-a47e-7795b732b077" providerId="AD" clId="Web-{09DA56EC-A5D7-18CE-D4E9-0C09878AC950}" dt="2026-07-22T05:38:05.526" v="224" actId="20577"/>
        <pc:sldMkLst>
          <pc:docMk/>
          <pc:sldMk cId="4156807633" sldId="284"/>
        </pc:sldMkLst>
        <pc:spChg chg="mod">
          <ac:chgData name="Sujit Das" userId="S::sujit.das@pdpu.ac.in::5531694e-1714-439d-a47e-7795b732b077" providerId="AD" clId="Web-{09DA56EC-A5D7-18CE-D4E9-0C09878AC950}" dt="2026-07-22T05:38:05.526" v="224" actId="20577"/>
          <ac:spMkLst>
            <pc:docMk/>
            <pc:sldMk cId="4156807633" sldId="284"/>
            <ac:spMk id="3" creationId="{00000000-0000-0000-0000-000000000000}"/>
          </ac:spMkLst>
        </pc:spChg>
      </pc:sldChg>
      <pc:sldChg chg="addSp modSp mod setBg">
        <pc:chgData name="Sujit Das" userId="S::sujit.das@pdpu.ac.in::5531694e-1714-439d-a47e-7795b732b077" providerId="AD" clId="Web-{09DA56EC-A5D7-18CE-D4E9-0C09878AC950}" dt="2026-07-22T05:51:05.113" v="265"/>
        <pc:sldMkLst>
          <pc:docMk/>
          <pc:sldMk cId="4250273499" sldId="287"/>
        </pc:sldMkLst>
        <pc:spChg chg="mod">
          <ac:chgData name="Sujit Das" userId="S::sujit.das@pdpu.ac.in::5531694e-1714-439d-a47e-7795b732b077" providerId="AD" clId="Web-{09DA56EC-A5D7-18CE-D4E9-0C09878AC950}" dt="2026-07-22T05:51:05.113" v="265"/>
          <ac:spMkLst>
            <pc:docMk/>
            <pc:sldMk cId="4250273499" sldId="287"/>
            <ac:spMk id="2" creationId="{00000000-0000-0000-0000-000000000000}"/>
          </ac:spMkLst>
        </pc:spChg>
        <pc:spChg chg="mod">
          <ac:chgData name="Sujit Das" userId="S::sujit.das@pdpu.ac.in::5531694e-1714-439d-a47e-7795b732b077" providerId="AD" clId="Web-{09DA56EC-A5D7-18CE-D4E9-0C09878AC950}" dt="2026-07-22T05:51:05.113" v="265"/>
          <ac:spMkLst>
            <pc:docMk/>
            <pc:sldMk cId="4250273499" sldId="287"/>
            <ac:spMk id="3" creationId="{00000000-0000-0000-0000-000000000000}"/>
          </ac:spMkLst>
        </pc:spChg>
        <pc:spChg chg="add">
          <ac:chgData name="Sujit Das" userId="S::sujit.das@pdpu.ac.in::5531694e-1714-439d-a47e-7795b732b077" providerId="AD" clId="Web-{09DA56EC-A5D7-18CE-D4E9-0C09878AC950}" dt="2026-07-22T05:51:05.113" v="265"/>
          <ac:spMkLst>
            <pc:docMk/>
            <pc:sldMk cId="4250273499" sldId="287"/>
            <ac:spMk id="8" creationId="{1BB867FF-FC45-48F7-8104-F89BE54909F1}"/>
          </ac:spMkLst>
        </pc:spChg>
        <pc:spChg chg="add">
          <ac:chgData name="Sujit Das" userId="S::sujit.das@pdpu.ac.in::5531694e-1714-439d-a47e-7795b732b077" providerId="AD" clId="Web-{09DA56EC-A5D7-18CE-D4E9-0C09878AC950}" dt="2026-07-22T05:51:05.113" v="265"/>
          <ac:spMkLst>
            <pc:docMk/>
            <pc:sldMk cId="4250273499" sldId="287"/>
            <ac:spMk id="10" creationId="{8BB56887-D0D5-4F0C-9E19-7247EB83C8B7}"/>
          </ac:spMkLst>
        </pc:spChg>
        <pc:spChg chg="add">
          <ac:chgData name="Sujit Das" userId="S::sujit.das@pdpu.ac.in::5531694e-1714-439d-a47e-7795b732b077" providerId="AD" clId="Web-{09DA56EC-A5D7-18CE-D4E9-0C09878AC950}" dt="2026-07-22T05:51:05.113" v="265"/>
          <ac:spMkLst>
            <pc:docMk/>
            <pc:sldMk cId="4250273499" sldId="287"/>
            <ac:spMk id="12" creationId="{081E4A58-353D-44AE-B2FC-2A74E2E400F7}"/>
          </ac:spMkLst>
        </pc:spChg>
      </pc:sldChg>
      <pc:sldChg chg="addSp modSp mod setBg">
        <pc:chgData name="Sujit Das" userId="S::sujit.das@pdpu.ac.in::5531694e-1714-439d-a47e-7795b732b077" providerId="AD" clId="Web-{09DA56EC-A5D7-18CE-D4E9-0C09878AC950}" dt="2026-07-22T05:51:13.176" v="266"/>
        <pc:sldMkLst>
          <pc:docMk/>
          <pc:sldMk cId="3489537664" sldId="288"/>
        </pc:sldMkLst>
        <pc:spChg chg="mod">
          <ac:chgData name="Sujit Das" userId="S::sujit.das@pdpu.ac.in::5531694e-1714-439d-a47e-7795b732b077" providerId="AD" clId="Web-{09DA56EC-A5D7-18CE-D4E9-0C09878AC950}" dt="2026-07-22T05:51:13.176" v="266"/>
          <ac:spMkLst>
            <pc:docMk/>
            <pc:sldMk cId="3489537664" sldId="288"/>
            <ac:spMk id="2" creationId="{00000000-0000-0000-0000-000000000000}"/>
          </ac:spMkLst>
        </pc:spChg>
        <pc:spChg chg="mod">
          <ac:chgData name="Sujit Das" userId="S::sujit.das@pdpu.ac.in::5531694e-1714-439d-a47e-7795b732b077" providerId="AD" clId="Web-{09DA56EC-A5D7-18CE-D4E9-0C09878AC950}" dt="2026-07-22T05:51:13.176" v="266"/>
          <ac:spMkLst>
            <pc:docMk/>
            <pc:sldMk cId="3489537664" sldId="288"/>
            <ac:spMk id="3" creationId="{00000000-0000-0000-0000-000000000000}"/>
          </ac:spMkLst>
        </pc:spChg>
        <pc:spChg chg="add">
          <ac:chgData name="Sujit Das" userId="S::sujit.das@pdpu.ac.in::5531694e-1714-439d-a47e-7795b732b077" providerId="AD" clId="Web-{09DA56EC-A5D7-18CE-D4E9-0C09878AC950}" dt="2026-07-22T05:51:13.176" v="266"/>
          <ac:spMkLst>
            <pc:docMk/>
            <pc:sldMk cId="3489537664" sldId="288"/>
            <ac:spMk id="8" creationId="{1BB867FF-FC45-48F7-8104-F89BE54909F1}"/>
          </ac:spMkLst>
        </pc:spChg>
        <pc:spChg chg="add">
          <ac:chgData name="Sujit Das" userId="S::sujit.das@pdpu.ac.in::5531694e-1714-439d-a47e-7795b732b077" providerId="AD" clId="Web-{09DA56EC-A5D7-18CE-D4E9-0C09878AC950}" dt="2026-07-22T05:51:13.176" v="266"/>
          <ac:spMkLst>
            <pc:docMk/>
            <pc:sldMk cId="3489537664" sldId="288"/>
            <ac:spMk id="10" creationId="{8BB56887-D0D5-4F0C-9E19-7247EB83C8B7}"/>
          </ac:spMkLst>
        </pc:spChg>
        <pc:spChg chg="add">
          <ac:chgData name="Sujit Das" userId="S::sujit.das@pdpu.ac.in::5531694e-1714-439d-a47e-7795b732b077" providerId="AD" clId="Web-{09DA56EC-A5D7-18CE-D4E9-0C09878AC950}" dt="2026-07-22T05:51:13.176" v="266"/>
          <ac:spMkLst>
            <pc:docMk/>
            <pc:sldMk cId="3489537664" sldId="288"/>
            <ac:spMk id="12" creationId="{081E4A58-353D-44AE-B2FC-2A74E2E400F7}"/>
          </ac:spMkLst>
        </pc:spChg>
      </pc:sldChg>
      <pc:sldChg chg="addSp modSp mod setBg">
        <pc:chgData name="Sujit Das" userId="S::sujit.das@pdpu.ac.in::5531694e-1714-439d-a47e-7795b732b077" providerId="AD" clId="Web-{09DA56EC-A5D7-18CE-D4E9-0C09878AC950}" dt="2026-07-22T05:49:56.269" v="263"/>
        <pc:sldMkLst>
          <pc:docMk/>
          <pc:sldMk cId="2955496920" sldId="289"/>
        </pc:sldMkLst>
        <pc:spChg chg="mod">
          <ac:chgData name="Sujit Das" userId="S::sujit.das@pdpu.ac.in::5531694e-1714-439d-a47e-7795b732b077" providerId="AD" clId="Web-{09DA56EC-A5D7-18CE-D4E9-0C09878AC950}" dt="2026-07-22T05:49:56.269" v="263"/>
          <ac:spMkLst>
            <pc:docMk/>
            <pc:sldMk cId="2955496920" sldId="289"/>
            <ac:spMk id="2" creationId="{00000000-0000-0000-0000-000000000000}"/>
          </ac:spMkLst>
        </pc:spChg>
        <pc:spChg chg="mod">
          <ac:chgData name="Sujit Das" userId="S::sujit.das@pdpu.ac.in::5531694e-1714-439d-a47e-7795b732b077" providerId="AD" clId="Web-{09DA56EC-A5D7-18CE-D4E9-0C09878AC950}" dt="2026-07-22T05:49:56.269" v="263"/>
          <ac:spMkLst>
            <pc:docMk/>
            <pc:sldMk cId="2955496920" sldId="289"/>
            <ac:spMk id="3" creationId="{00000000-0000-0000-0000-000000000000}"/>
          </ac:spMkLst>
        </pc:spChg>
        <pc:spChg chg="add">
          <ac:chgData name="Sujit Das" userId="S::sujit.das@pdpu.ac.in::5531694e-1714-439d-a47e-7795b732b077" providerId="AD" clId="Web-{09DA56EC-A5D7-18CE-D4E9-0C09878AC950}" dt="2026-07-22T05:49:56.269" v="263"/>
          <ac:spMkLst>
            <pc:docMk/>
            <pc:sldMk cId="2955496920" sldId="289"/>
            <ac:spMk id="8" creationId="{1BB867FF-FC45-48F7-8104-F89BE54909F1}"/>
          </ac:spMkLst>
        </pc:spChg>
        <pc:spChg chg="add">
          <ac:chgData name="Sujit Das" userId="S::sujit.das@pdpu.ac.in::5531694e-1714-439d-a47e-7795b732b077" providerId="AD" clId="Web-{09DA56EC-A5D7-18CE-D4E9-0C09878AC950}" dt="2026-07-22T05:49:56.269" v="263"/>
          <ac:spMkLst>
            <pc:docMk/>
            <pc:sldMk cId="2955496920" sldId="289"/>
            <ac:spMk id="10" creationId="{8BB56887-D0D5-4F0C-9E19-7247EB83C8B7}"/>
          </ac:spMkLst>
        </pc:spChg>
        <pc:spChg chg="add">
          <ac:chgData name="Sujit Das" userId="S::sujit.das@pdpu.ac.in::5531694e-1714-439d-a47e-7795b732b077" providerId="AD" clId="Web-{09DA56EC-A5D7-18CE-D4E9-0C09878AC950}" dt="2026-07-22T05:49:56.269" v="263"/>
          <ac:spMkLst>
            <pc:docMk/>
            <pc:sldMk cId="2955496920" sldId="289"/>
            <ac:spMk id="12" creationId="{081E4A58-353D-44AE-B2FC-2A74E2E400F7}"/>
          </ac:spMkLst>
        </pc:spChg>
      </pc:sldChg>
      <pc:sldChg chg="addSp modSp mod setBg">
        <pc:chgData name="Sujit Das" userId="S::sujit.das@pdpu.ac.in::5531694e-1714-439d-a47e-7795b732b077" providerId="AD" clId="Web-{09DA56EC-A5D7-18CE-D4E9-0C09878AC950}" dt="2026-07-22T05:50:11.003" v="264"/>
        <pc:sldMkLst>
          <pc:docMk/>
          <pc:sldMk cId="2471334016" sldId="290"/>
        </pc:sldMkLst>
        <pc:spChg chg="mod">
          <ac:chgData name="Sujit Das" userId="S::sujit.das@pdpu.ac.in::5531694e-1714-439d-a47e-7795b732b077" providerId="AD" clId="Web-{09DA56EC-A5D7-18CE-D4E9-0C09878AC950}" dt="2026-07-22T05:50:11.003" v="264"/>
          <ac:spMkLst>
            <pc:docMk/>
            <pc:sldMk cId="2471334016" sldId="290"/>
            <ac:spMk id="2" creationId="{00000000-0000-0000-0000-000000000000}"/>
          </ac:spMkLst>
        </pc:spChg>
        <pc:spChg chg="mod">
          <ac:chgData name="Sujit Das" userId="S::sujit.das@pdpu.ac.in::5531694e-1714-439d-a47e-7795b732b077" providerId="AD" clId="Web-{09DA56EC-A5D7-18CE-D4E9-0C09878AC950}" dt="2026-07-22T05:50:11.003" v="264"/>
          <ac:spMkLst>
            <pc:docMk/>
            <pc:sldMk cId="2471334016" sldId="290"/>
            <ac:spMk id="3" creationId="{00000000-0000-0000-0000-000000000000}"/>
          </ac:spMkLst>
        </pc:spChg>
        <pc:spChg chg="add">
          <ac:chgData name="Sujit Das" userId="S::sujit.das@pdpu.ac.in::5531694e-1714-439d-a47e-7795b732b077" providerId="AD" clId="Web-{09DA56EC-A5D7-18CE-D4E9-0C09878AC950}" dt="2026-07-22T05:50:11.003" v="264"/>
          <ac:spMkLst>
            <pc:docMk/>
            <pc:sldMk cId="2471334016" sldId="290"/>
            <ac:spMk id="8" creationId="{1BB867FF-FC45-48F7-8104-F89BE54909F1}"/>
          </ac:spMkLst>
        </pc:spChg>
        <pc:spChg chg="add">
          <ac:chgData name="Sujit Das" userId="S::sujit.das@pdpu.ac.in::5531694e-1714-439d-a47e-7795b732b077" providerId="AD" clId="Web-{09DA56EC-A5D7-18CE-D4E9-0C09878AC950}" dt="2026-07-22T05:50:11.003" v="264"/>
          <ac:spMkLst>
            <pc:docMk/>
            <pc:sldMk cId="2471334016" sldId="290"/>
            <ac:spMk id="10" creationId="{8BB56887-D0D5-4F0C-9E19-7247EB83C8B7}"/>
          </ac:spMkLst>
        </pc:spChg>
        <pc:spChg chg="add">
          <ac:chgData name="Sujit Das" userId="S::sujit.das@pdpu.ac.in::5531694e-1714-439d-a47e-7795b732b077" providerId="AD" clId="Web-{09DA56EC-A5D7-18CE-D4E9-0C09878AC950}" dt="2026-07-22T05:50:11.003" v="264"/>
          <ac:spMkLst>
            <pc:docMk/>
            <pc:sldMk cId="2471334016" sldId="290"/>
            <ac:spMk id="12" creationId="{081E4A58-353D-44AE-B2FC-2A74E2E400F7}"/>
          </ac:spMkLst>
        </pc:spChg>
      </pc:sldChg>
      <pc:sldChg chg="addSp modSp add mod replId setBg">
        <pc:chgData name="Sujit Das" userId="S::sujit.das@pdpu.ac.in::5531694e-1714-439d-a47e-7795b732b077" providerId="AD" clId="Web-{09DA56EC-A5D7-18CE-D4E9-0C09878AC950}" dt="2026-07-22T05:51:51.864" v="268"/>
        <pc:sldMkLst>
          <pc:docMk/>
          <pc:sldMk cId="838578100" sldId="308"/>
        </pc:sldMkLst>
        <pc:spChg chg="mod">
          <ac:chgData name="Sujit Das" userId="S::sujit.das@pdpu.ac.in::5531694e-1714-439d-a47e-7795b732b077" providerId="AD" clId="Web-{09DA56EC-A5D7-18CE-D4E9-0C09878AC950}" dt="2026-07-22T05:51:51.864" v="268"/>
          <ac:spMkLst>
            <pc:docMk/>
            <pc:sldMk cId="838578100" sldId="308"/>
            <ac:spMk id="2" creationId="{8E0D5F57-BBD2-7794-DF3B-3666DDE52EC3}"/>
          </ac:spMkLst>
        </pc:spChg>
        <pc:spChg chg="mod">
          <ac:chgData name="Sujit Das" userId="S::sujit.das@pdpu.ac.in::5531694e-1714-439d-a47e-7795b732b077" providerId="AD" clId="Web-{09DA56EC-A5D7-18CE-D4E9-0C09878AC950}" dt="2026-07-22T05:51:51.864" v="268"/>
          <ac:spMkLst>
            <pc:docMk/>
            <pc:sldMk cId="838578100" sldId="308"/>
            <ac:spMk id="3" creationId="{E0D29792-F170-D2DF-1D92-32CE773BEB06}"/>
          </ac:spMkLst>
        </pc:spChg>
        <pc:spChg chg="add">
          <ac:chgData name="Sujit Das" userId="S::sujit.das@pdpu.ac.in::5531694e-1714-439d-a47e-7795b732b077" providerId="AD" clId="Web-{09DA56EC-A5D7-18CE-D4E9-0C09878AC950}" dt="2026-07-22T05:51:51.864" v="268"/>
          <ac:spMkLst>
            <pc:docMk/>
            <pc:sldMk cId="838578100" sldId="308"/>
            <ac:spMk id="8" creationId="{1BB867FF-FC45-48F7-8104-F89BE54909F1}"/>
          </ac:spMkLst>
        </pc:spChg>
        <pc:spChg chg="add">
          <ac:chgData name="Sujit Das" userId="S::sujit.das@pdpu.ac.in::5531694e-1714-439d-a47e-7795b732b077" providerId="AD" clId="Web-{09DA56EC-A5D7-18CE-D4E9-0C09878AC950}" dt="2026-07-22T05:51:51.864" v="268"/>
          <ac:spMkLst>
            <pc:docMk/>
            <pc:sldMk cId="838578100" sldId="308"/>
            <ac:spMk id="10" creationId="{8BB56887-D0D5-4F0C-9E19-7247EB83C8B7}"/>
          </ac:spMkLst>
        </pc:spChg>
        <pc:spChg chg="add">
          <ac:chgData name="Sujit Das" userId="S::sujit.das@pdpu.ac.in::5531694e-1714-439d-a47e-7795b732b077" providerId="AD" clId="Web-{09DA56EC-A5D7-18CE-D4E9-0C09878AC950}" dt="2026-07-22T05:51:51.864" v="268"/>
          <ac:spMkLst>
            <pc:docMk/>
            <pc:sldMk cId="838578100" sldId="308"/>
            <ac:spMk id="12" creationId="{081E4A58-353D-44AE-B2FC-2A74E2E400F7}"/>
          </ac:spMkLst>
        </pc:spChg>
      </pc:sldChg>
      <pc:sldChg chg="addSp modSp add mod replId setBg">
        <pc:chgData name="Sujit Das" userId="S::sujit.das@pdpu.ac.in::5531694e-1714-439d-a47e-7795b732b077" providerId="AD" clId="Web-{09DA56EC-A5D7-18CE-D4E9-0C09878AC950}" dt="2026-07-22T05:53:24.818" v="270"/>
        <pc:sldMkLst>
          <pc:docMk/>
          <pc:sldMk cId="2563186506" sldId="309"/>
        </pc:sldMkLst>
        <pc:spChg chg="mod">
          <ac:chgData name="Sujit Das" userId="S::sujit.das@pdpu.ac.in::5531694e-1714-439d-a47e-7795b732b077" providerId="AD" clId="Web-{09DA56EC-A5D7-18CE-D4E9-0C09878AC950}" dt="2026-07-22T05:53:24.818" v="270"/>
          <ac:spMkLst>
            <pc:docMk/>
            <pc:sldMk cId="2563186506" sldId="309"/>
            <ac:spMk id="2" creationId="{74BDD378-5A94-5753-3F23-7ACE7CFF1156}"/>
          </ac:spMkLst>
        </pc:spChg>
        <pc:spChg chg="mod">
          <ac:chgData name="Sujit Das" userId="S::sujit.das@pdpu.ac.in::5531694e-1714-439d-a47e-7795b732b077" providerId="AD" clId="Web-{09DA56EC-A5D7-18CE-D4E9-0C09878AC950}" dt="2026-07-22T05:53:24.818" v="270"/>
          <ac:spMkLst>
            <pc:docMk/>
            <pc:sldMk cId="2563186506" sldId="309"/>
            <ac:spMk id="3" creationId="{FB7464EE-EB64-6099-2345-E11E4891E636}"/>
          </ac:spMkLst>
        </pc:spChg>
        <pc:spChg chg="add">
          <ac:chgData name="Sujit Das" userId="S::sujit.das@pdpu.ac.in::5531694e-1714-439d-a47e-7795b732b077" providerId="AD" clId="Web-{09DA56EC-A5D7-18CE-D4E9-0C09878AC950}" dt="2026-07-22T05:53:24.818" v="270"/>
          <ac:spMkLst>
            <pc:docMk/>
            <pc:sldMk cId="2563186506" sldId="309"/>
            <ac:spMk id="8" creationId="{1BB867FF-FC45-48F7-8104-F89BE54909F1}"/>
          </ac:spMkLst>
        </pc:spChg>
        <pc:spChg chg="add">
          <ac:chgData name="Sujit Das" userId="S::sujit.das@pdpu.ac.in::5531694e-1714-439d-a47e-7795b732b077" providerId="AD" clId="Web-{09DA56EC-A5D7-18CE-D4E9-0C09878AC950}" dt="2026-07-22T05:53:24.818" v="270"/>
          <ac:spMkLst>
            <pc:docMk/>
            <pc:sldMk cId="2563186506" sldId="309"/>
            <ac:spMk id="10" creationId="{8BB56887-D0D5-4F0C-9E19-7247EB83C8B7}"/>
          </ac:spMkLst>
        </pc:spChg>
        <pc:spChg chg="add">
          <ac:chgData name="Sujit Das" userId="S::sujit.das@pdpu.ac.in::5531694e-1714-439d-a47e-7795b732b077" providerId="AD" clId="Web-{09DA56EC-A5D7-18CE-D4E9-0C09878AC950}" dt="2026-07-22T05:53:24.818" v="270"/>
          <ac:spMkLst>
            <pc:docMk/>
            <pc:sldMk cId="2563186506" sldId="309"/>
            <ac:spMk id="12" creationId="{081E4A58-353D-44AE-B2FC-2A74E2E400F7}"/>
          </ac:spMkLst>
        </pc:spChg>
      </pc:sldChg>
      <pc:sldChg chg="modSp add del replId">
        <pc:chgData name="Sujit Das" userId="S::sujit.das@pdpu.ac.in::5531694e-1714-439d-a47e-7795b732b077" providerId="AD" clId="Web-{09DA56EC-A5D7-18CE-D4E9-0C09878AC950}" dt="2026-07-22T05:55:25.523" v="275"/>
        <pc:sldMkLst>
          <pc:docMk/>
          <pc:sldMk cId="1473585584" sldId="310"/>
        </pc:sldMkLst>
        <pc:spChg chg="mod">
          <ac:chgData name="Sujit Das" userId="S::sujit.das@pdpu.ac.in::5531694e-1714-439d-a47e-7795b732b077" providerId="AD" clId="Web-{09DA56EC-A5D7-18CE-D4E9-0C09878AC950}" dt="2026-07-22T05:28:15.863" v="113" actId="20577"/>
          <ac:spMkLst>
            <pc:docMk/>
            <pc:sldMk cId="1473585584" sldId="310"/>
            <ac:spMk id="3" creationId="{61977E22-389A-52CE-9713-6074FAD452C1}"/>
          </ac:spMkLst>
        </pc:spChg>
      </pc:sldChg>
      <pc:sldChg chg="modSp add replId">
        <pc:chgData name="Sujit Das" userId="S::sujit.das@pdpu.ac.in::5531694e-1714-439d-a47e-7795b732b077" providerId="AD" clId="Web-{09DA56EC-A5D7-18CE-D4E9-0C09878AC950}" dt="2026-07-22T05:30:23.537" v="141" actId="20577"/>
        <pc:sldMkLst>
          <pc:docMk/>
          <pc:sldMk cId="1053147120" sldId="311"/>
        </pc:sldMkLst>
        <pc:spChg chg="mod">
          <ac:chgData name="Sujit Das" userId="S::sujit.das@pdpu.ac.in::5531694e-1714-439d-a47e-7795b732b077" providerId="AD" clId="Web-{09DA56EC-A5D7-18CE-D4E9-0C09878AC950}" dt="2026-07-22T05:30:23.537" v="141" actId="20577"/>
          <ac:spMkLst>
            <pc:docMk/>
            <pc:sldMk cId="1053147120" sldId="311"/>
            <ac:spMk id="3" creationId="{203B8A35-B228-5311-A81B-86A28611C3AB}"/>
          </ac:spMkLst>
        </pc:spChg>
      </pc:sldChg>
      <pc:sldChg chg="modSp add replId">
        <pc:chgData name="Sujit Das" userId="S::sujit.das@pdpu.ac.in::5531694e-1714-439d-a47e-7795b732b077" providerId="AD" clId="Web-{09DA56EC-A5D7-18CE-D4E9-0C09878AC950}" dt="2026-07-22T05:34:51.821" v="184" actId="20577"/>
        <pc:sldMkLst>
          <pc:docMk/>
          <pc:sldMk cId="114918019" sldId="312"/>
        </pc:sldMkLst>
        <pc:spChg chg="mod">
          <ac:chgData name="Sujit Das" userId="S::sujit.das@pdpu.ac.in::5531694e-1714-439d-a47e-7795b732b077" providerId="AD" clId="Web-{09DA56EC-A5D7-18CE-D4E9-0C09878AC950}" dt="2026-07-22T05:34:51.821" v="184" actId="20577"/>
          <ac:spMkLst>
            <pc:docMk/>
            <pc:sldMk cId="114918019" sldId="312"/>
            <ac:spMk id="3" creationId="{74533BF9-3F5D-16BD-EEE0-1D0990D68A06}"/>
          </ac:spMkLst>
        </pc:spChg>
      </pc:sldChg>
      <pc:sldChg chg="modSp add replId">
        <pc:chgData name="Sujit Das" userId="S::sujit.das@pdpu.ac.in::5531694e-1714-439d-a47e-7795b732b077" providerId="AD" clId="Web-{09DA56EC-A5D7-18CE-D4E9-0C09878AC950}" dt="2026-07-22T05:36:51.885" v="221" actId="20577"/>
        <pc:sldMkLst>
          <pc:docMk/>
          <pc:sldMk cId="2418373324" sldId="313"/>
        </pc:sldMkLst>
        <pc:spChg chg="mod">
          <ac:chgData name="Sujit Das" userId="S::sujit.das@pdpu.ac.in::5531694e-1714-439d-a47e-7795b732b077" providerId="AD" clId="Web-{09DA56EC-A5D7-18CE-D4E9-0C09878AC950}" dt="2026-07-22T05:36:51.885" v="221" actId="20577"/>
          <ac:spMkLst>
            <pc:docMk/>
            <pc:sldMk cId="2418373324" sldId="313"/>
            <ac:spMk id="3" creationId="{F9F2FB71-3683-1445-BCCD-78499C763D01}"/>
          </ac:spMkLst>
        </pc:spChg>
      </pc:sldChg>
      <pc:sldChg chg="modSp add replId">
        <pc:chgData name="Sujit Das" userId="S::sujit.das@pdpu.ac.in::5531694e-1714-439d-a47e-7795b732b077" providerId="AD" clId="Web-{09DA56EC-A5D7-18CE-D4E9-0C09878AC950}" dt="2026-07-22T05:39:44.965" v="251" actId="20577"/>
        <pc:sldMkLst>
          <pc:docMk/>
          <pc:sldMk cId="3298951121" sldId="314"/>
        </pc:sldMkLst>
        <pc:spChg chg="mod">
          <ac:chgData name="Sujit Das" userId="S::sujit.das@pdpu.ac.in::5531694e-1714-439d-a47e-7795b732b077" providerId="AD" clId="Web-{09DA56EC-A5D7-18CE-D4E9-0C09878AC950}" dt="2026-07-22T05:39:44.965" v="251" actId="20577"/>
          <ac:spMkLst>
            <pc:docMk/>
            <pc:sldMk cId="3298951121" sldId="314"/>
            <ac:spMk id="3" creationId="{6DB77687-ADEE-3950-1483-DD65D08B233D}"/>
          </ac:spMkLst>
        </pc:spChg>
      </pc:sldChg>
      <pc:sldChg chg="modSp add replId">
        <pc:chgData name="Sujit Das" userId="S::sujit.das@pdpu.ac.in::5531694e-1714-439d-a47e-7795b732b077" providerId="AD" clId="Web-{09DA56EC-A5D7-18CE-D4E9-0C09878AC950}" dt="2026-07-22T05:55:18.757" v="274" actId="20577"/>
        <pc:sldMkLst>
          <pc:docMk/>
          <pc:sldMk cId="796958466" sldId="315"/>
        </pc:sldMkLst>
        <pc:spChg chg="mod">
          <ac:chgData name="Sujit Das" userId="S::sujit.das@pdpu.ac.in::5531694e-1714-439d-a47e-7795b732b077" providerId="AD" clId="Web-{09DA56EC-A5D7-18CE-D4E9-0C09878AC950}" dt="2026-07-22T05:55:05.101" v="273" actId="20577"/>
          <ac:spMkLst>
            <pc:docMk/>
            <pc:sldMk cId="796958466" sldId="315"/>
            <ac:spMk id="2" creationId="{0070BCE3-6801-C2D1-F09D-A36CA13B0D3C}"/>
          </ac:spMkLst>
        </pc:spChg>
        <pc:spChg chg="mod">
          <ac:chgData name="Sujit Das" userId="S::sujit.das@pdpu.ac.in::5531694e-1714-439d-a47e-7795b732b077" providerId="AD" clId="Web-{09DA56EC-A5D7-18CE-D4E9-0C09878AC950}" dt="2026-07-22T05:55:18.757" v="274" actId="20577"/>
          <ac:spMkLst>
            <pc:docMk/>
            <pc:sldMk cId="796958466" sldId="315"/>
            <ac:spMk id="3" creationId="{39A86982-1B7A-4569-9C43-5E98FBCF7F9B}"/>
          </ac:spMkLst>
        </pc:spChg>
      </pc:sldChg>
    </pc:docChg>
  </pc:docChgLst>
  <pc:docChgLst>
    <pc:chgData name="Sujit Das" userId="S::sujit.das@pdpu.ac.in::5531694e-1714-439d-a47e-7795b732b077" providerId="AD" clId="Web-{42E8B2FC-FE51-01AB-8B22-AF62A64CA194}"/>
    <pc:docChg chg="addSld delSld modSld sldOrd">
      <pc:chgData name="Sujit Das" userId="S::sujit.das@pdpu.ac.in::5531694e-1714-439d-a47e-7795b732b077" providerId="AD" clId="Web-{42E8B2FC-FE51-01AB-8B22-AF62A64CA194}" dt="2026-07-20T09:05:36.337" v="210" actId="20577"/>
      <pc:docMkLst>
        <pc:docMk/>
      </pc:docMkLst>
      <pc:sldChg chg="addSp delSp modSp mod setBg">
        <pc:chgData name="Sujit Das" userId="S::sujit.das@pdpu.ac.in::5531694e-1714-439d-a47e-7795b732b077" providerId="AD" clId="Web-{42E8B2FC-FE51-01AB-8B22-AF62A64CA194}" dt="2026-07-20T08:57:58.465" v="156" actId="20577"/>
        <pc:sldMkLst>
          <pc:docMk/>
          <pc:sldMk cId="3637662926" sldId="259"/>
        </pc:sldMkLst>
        <pc:spChg chg="mod">
          <ac:chgData name="Sujit Das" userId="S::sujit.das@pdpu.ac.in::5531694e-1714-439d-a47e-7795b732b077" providerId="AD" clId="Web-{42E8B2FC-FE51-01AB-8B22-AF62A64CA194}" dt="2026-07-20T08:56:23.259" v="139" actId="20577"/>
          <ac:spMkLst>
            <pc:docMk/>
            <pc:sldMk cId="3637662926" sldId="259"/>
            <ac:spMk id="2" creationId="{00000000-0000-0000-0000-000000000000}"/>
          </ac:spMkLst>
        </pc:spChg>
        <pc:spChg chg="add del mod">
          <ac:chgData name="Sujit Das" userId="S::sujit.das@pdpu.ac.in::5531694e-1714-439d-a47e-7795b732b077" providerId="AD" clId="Web-{42E8B2FC-FE51-01AB-8B22-AF62A64CA194}" dt="2026-07-20T08:57:58.465" v="156" actId="20577"/>
          <ac:spMkLst>
            <pc:docMk/>
            <pc:sldMk cId="3637662926" sldId="259"/>
            <ac:spMk id="6" creationId="{00000000-0000-0000-0000-000000000000}"/>
          </ac:spMkLst>
        </pc:spChg>
        <pc:spChg chg="add">
          <ac:chgData name="Sujit Das" userId="S::sujit.das@pdpu.ac.in::5531694e-1714-439d-a47e-7795b732b077" providerId="AD" clId="Web-{42E8B2FC-FE51-01AB-8B22-AF62A64CA194}" dt="2026-07-20T07:18:29.016" v="16"/>
          <ac:spMkLst>
            <pc:docMk/>
            <pc:sldMk cId="3637662926" sldId="259"/>
            <ac:spMk id="10" creationId="{8BB56887-D0D5-4F0C-9E19-7247EB83C8B7}"/>
          </ac:spMkLst>
        </pc:spChg>
        <pc:spChg chg="add">
          <ac:chgData name="Sujit Das" userId="S::sujit.das@pdpu.ac.in::5531694e-1714-439d-a47e-7795b732b077" providerId="AD" clId="Web-{42E8B2FC-FE51-01AB-8B22-AF62A64CA194}" dt="2026-07-20T07:18:29.016" v="16"/>
          <ac:spMkLst>
            <pc:docMk/>
            <pc:sldMk cId="3637662926" sldId="259"/>
            <ac:spMk id="11" creationId="{1BB867FF-FC45-48F7-8104-F89BE54909F1}"/>
          </ac:spMkLst>
        </pc:spChg>
        <pc:spChg chg="add">
          <ac:chgData name="Sujit Das" userId="S::sujit.das@pdpu.ac.in::5531694e-1714-439d-a47e-7795b732b077" providerId="AD" clId="Web-{42E8B2FC-FE51-01AB-8B22-AF62A64CA194}" dt="2026-07-20T07:18:29.016" v="16"/>
          <ac:spMkLst>
            <pc:docMk/>
            <pc:sldMk cId="3637662926" sldId="259"/>
            <ac:spMk id="15" creationId="{081E4A58-353D-44AE-B2FC-2A74E2E400F7}"/>
          </ac:spMkLst>
        </pc:spChg>
      </pc:sldChg>
      <pc:sldChg chg="modSp">
        <pc:chgData name="Sujit Das" userId="S::sujit.das@pdpu.ac.in::5531694e-1714-439d-a47e-7795b732b077" providerId="AD" clId="Web-{42E8B2FC-FE51-01AB-8B22-AF62A64CA194}" dt="2026-07-20T07:19:43.250" v="17" actId="20577"/>
        <pc:sldMkLst>
          <pc:docMk/>
          <pc:sldMk cId="1128910555" sldId="260"/>
        </pc:sldMkLst>
        <pc:spChg chg="mod">
          <ac:chgData name="Sujit Das" userId="S::sujit.das@pdpu.ac.in::5531694e-1714-439d-a47e-7795b732b077" providerId="AD" clId="Web-{42E8B2FC-FE51-01AB-8B22-AF62A64CA194}" dt="2026-07-20T07:19:43.250" v="17" actId="20577"/>
          <ac:spMkLst>
            <pc:docMk/>
            <pc:sldMk cId="1128910555" sldId="260"/>
            <ac:spMk id="5" creationId="{00000000-0000-0000-0000-000000000000}"/>
          </ac:spMkLst>
        </pc:spChg>
      </pc:sldChg>
      <pc:sldChg chg="addSp delSp modSp new">
        <pc:chgData name="Sujit Das" userId="S::sujit.das@pdpu.ac.in::5531694e-1714-439d-a47e-7795b732b077" providerId="AD" clId="Web-{42E8B2FC-FE51-01AB-8B22-AF62A64CA194}" dt="2026-07-20T07:16:44.296" v="12" actId="20577"/>
        <pc:sldMkLst>
          <pc:docMk/>
          <pc:sldMk cId="1663399963" sldId="296"/>
        </pc:sldMkLst>
        <pc:spChg chg="mod">
          <ac:chgData name="Sujit Das" userId="S::sujit.das@pdpu.ac.in::5531694e-1714-439d-a47e-7795b732b077" providerId="AD" clId="Web-{42E8B2FC-FE51-01AB-8B22-AF62A64CA194}" dt="2026-07-20T07:16:44.296" v="12" actId="20577"/>
          <ac:spMkLst>
            <pc:docMk/>
            <pc:sldMk cId="1663399963" sldId="296"/>
            <ac:spMk id="2" creationId="{F7130AA1-BC89-D55C-BDD9-A841A9BC3935}"/>
          </ac:spMkLst>
        </pc:spChg>
      </pc:sldChg>
      <pc:sldChg chg="modSp add replId">
        <pc:chgData name="Sujit Das" userId="S::sujit.das@pdpu.ac.in::5531694e-1714-439d-a47e-7795b732b077" providerId="AD" clId="Web-{42E8B2FC-FE51-01AB-8B22-AF62A64CA194}" dt="2026-07-20T08:36:25.568" v="56" actId="20577"/>
        <pc:sldMkLst>
          <pc:docMk/>
          <pc:sldMk cId="3813587293" sldId="297"/>
        </pc:sldMkLst>
        <pc:spChg chg="mod">
          <ac:chgData name="Sujit Das" userId="S::sujit.das@pdpu.ac.in::5531694e-1714-439d-a47e-7795b732b077" providerId="AD" clId="Web-{42E8B2FC-FE51-01AB-8B22-AF62A64CA194}" dt="2026-07-20T08:34:41.940" v="39" actId="20577"/>
          <ac:spMkLst>
            <pc:docMk/>
            <pc:sldMk cId="3813587293" sldId="297"/>
            <ac:spMk id="2" creationId="{4767FE7E-D8D5-35D0-593D-81AD48AEE6BA}"/>
          </ac:spMkLst>
        </pc:spChg>
        <pc:spChg chg="mod">
          <ac:chgData name="Sujit Das" userId="S::sujit.das@pdpu.ac.in::5531694e-1714-439d-a47e-7795b732b077" providerId="AD" clId="Web-{42E8B2FC-FE51-01AB-8B22-AF62A64CA194}" dt="2026-07-20T08:36:25.568" v="56" actId="20577"/>
          <ac:spMkLst>
            <pc:docMk/>
            <pc:sldMk cId="3813587293" sldId="297"/>
            <ac:spMk id="6" creationId="{DFBE3EC7-136A-8919-0DE3-A8B6BA930299}"/>
          </ac:spMkLst>
        </pc:spChg>
      </pc:sldChg>
      <pc:sldChg chg="modSp add replId">
        <pc:chgData name="Sujit Das" userId="S::sujit.das@pdpu.ac.in::5531694e-1714-439d-a47e-7795b732b077" providerId="AD" clId="Web-{42E8B2FC-FE51-01AB-8B22-AF62A64CA194}" dt="2026-07-20T08:38:36.525" v="79" actId="20577"/>
        <pc:sldMkLst>
          <pc:docMk/>
          <pc:sldMk cId="1333724145" sldId="298"/>
        </pc:sldMkLst>
        <pc:spChg chg="mod">
          <ac:chgData name="Sujit Das" userId="S::sujit.das@pdpu.ac.in::5531694e-1714-439d-a47e-7795b732b077" providerId="AD" clId="Web-{42E8B2FC-FE51-01AB-8B22-AF62A64CA194}" dt="2026-07-20T08:37:08.710" v="61" actId="20577"/>
          <ac:spMkLst>
            <pc:docMk/>
            <pc:sldMk cId="1333724145" sldId="298"/>
            <ac:spMk id="2" creationId="{90D6EA78-F5F2-F6AE-6147-86B56CDD5887}"/>
          </ac:spMkLst>
        </pc:spChg>
        <pc:spChg chg="mod">
          <ac:chgData name="Sujit Das" userId="S::sujit.das@pdpu.ac.in::5531694e-1714-439d-a47e-7795b732b077" providerId="AD" clId="Web-{42E8B2FC-FE51-01AB-8B22-AF62A64CA194}" dt="2026-07-20T08:38:36.525" v="79" actId="20577"/>
          <ac:spMkLst>
            <pc:docMk/>
            <pc:sldMk cId="1333724145" sldId="298"/>
            <ac:spMk id="6" creationId="{5F218313-1FAA-A880-89F0-237E2E8D0A3A}"/>
          </ac:spMkLst>
        </pc:spChg>
      </pc:sldChg>
      <pc:sldChg chg="modSp add replId">
        <pc:chgData name="Sujit Das" userId="S::sujit.das@pdpu.ac.in::5531694e-1714-439d-a47e-7795b732b077" providerId="AD" clId="Web-{42E8B2FC-FE51-01AB-8B22-AF62A64CA194}" dt="2026-07-20T08:43:41.158" v="118"/>
        <pc:sldMkLst>
          <pc:docMk/>
          <pc:sldMk cId="1440548043" sldId="299"/>
        </pc:sldMkLst>
        <pc:spChg chg="mod">
          <ac:chgData name="Sujit Das" userId="S::sujit.das@pdpu.ac.in::5531694e-1714-439d-a47e-7795b732b077" providerId="AD" clId="Web-{42E8B2FC-FE51-01AB-8B22-AF62A64CA194}" dt="2026-07-20T08:39:35.167" v="82" actId="20577"/>
          <ac:spMkLst>
            <pc:docMk/>
            <pc:sldMk cId="1440548043" sldId="299"/>
            <ac:spMk id="2" creationId="{9C5C5C32-ACEC-D67B-7CE8-656FA6A153A5}"/>
          </ac:spMkLst>
        </pc:spChg>
        <pc:spChg chg="mod">
          <ac:chgData name="Sujit Das" userId="S::sujit.das@pdpu.ac.in::5531694e-1714-439d-a47e-7795b732b077" providerId="AD" clId="Web-{42E8B2FC-FE51-01AB-8B22-AF62A64CA194}" dt="2026-07-20T08:43:41.158" v="118"/>
          <ac:spMkLst>
            <pc:docMk/>
            <pc:sldMk cId="1440548043" sldId="299"/>
            <ac:spMk id="6" creationId="{8B8E4084-FE91-3E50-AD4C-147500C37770}"/>
          </ac:spMkLst>
        </pc:spChg>
      </pc:sldChg>
      <pc:sldChg chg="modSp add replId">
        <pc:chgData name="Sujit Das" userId="S::sujit.das@pdpu.ac.in::5531694e-1714-439d-a47e-7795b732b077" providerId="AD" clId="Web-{42E8B2FC-FE51-01AB-8B22-AF62A64CA194}" dt="2026-07-20T08:46:03.178" v="136" actId="20577"/>
        <pc:sldMkLst>
          <pc:docMk/>
          <pc:sldMk cId="3395913728" sldId="300"/>
        </pc:sldMkLst>
        <pc:spChg chg="mod">
          <ac:chgData name="Sujit Das" userId="S::sujit.das@pdpu.ac.in::5531694e-1714-439d-a47e-7795b732b077" providerId="AD" clId="Web-{42E8B2FC-FE51-01AB-8B22-AF62A64CA194}" dt="2026-07-20T08:44:27.175" v="123" actId="20577"/>
          <ac:spMkLst>
            <pc:docMk/>
            <pc:sldMk cId="3395913728" sldId="300"/>
            <ac:spMk id="2" creationId="{F8067B64-0301-2DA3-3312-F24F71466A14}"/>
          </ac:spMkLst>
        </pc:spChg>
        <pc:spChg chg="mod">
          <ac:chgData name="Sujit Das" userId="S::sujit.das@pdpu.ac.in::5531694e-1714-439d-a47e-7795b732b077" providerId="AD" clId="Web-{42E8B2FC-FE51-01AB-8B22-AF62A64CA194}" dt="2026-07-20T08:46:03.178" v="136" actId="20577"/>
          <ac:spMkLst>
            <pc:docMk/>
            <pc:sldMk cId="3395913728" sldId="300"/>
            <ac:spMk id="6" creationId="{D79E8752-4FFC-CCA4-4862-FFB8972CF17B}"/>
          </ac:spMkLst>
        </pc:spChg>
      </pc:sldChg>
      <pc:sldChg chg="add replId">
        <pc:chgData name="Sujit Das" userId="S::sujit.das@pdpu.ac.in::5531694e-1714-439d-a47e-7795b732b077" providerId="AD" clId="Web-{42E8B2FC-FE51-01AB-8B22-AF62A64CA194}" dt="2026-07-20T08:56:04.602" v="137"/>
        <pc:sldMkLst>
          <pc:docMk/>
          <pc:sldMk cId="3117124903" sldId="301"/>
        </pc:sldMkLst>
      </pc:sldChg>
      <pc:sldChg chg="modSp add replId">
        <pc:chgData name="Sujit Das" userId="S::sujit.das@pdpu.ac.in::5531694e-1714-439d-a47e-7795b732b077" providerId="AD" clId="Web-{42E8B2FC-FE51-01AB-8B22-AF62A64CA194}" dt="2026-07-20T08:59:16.326" v="164" actId="20577"/>
        <pc:sldMkLst>
          <pc:docMk/>
          <pc:sldMk cId="2557304074" sldId="302"/>
        </pc:sldMkLst>
        <pc:spChg chg="mod">
          <ac:chgData name="Sujit Das" userId="S::sujit.das@pdpu.ac.in::5531694e-1714-439d-a47e-7795b732b077" providerId="AD" clId="Web-{42E8B2FC-FE51-01AB-8B22-AF62A64CA194}" dt="2026-07-20T08:58:19.622" v="159" actId="20577"/>
          <ac:spMkLst>
            <pc:docMk/>
            <pc:sldMk cId="2557304074" sldId="302"/>
            <ac:spMk id="2" creationId="{F9C3CE19-2434-A2AD-22AB-89137BEBF784}"/>
          </ac:spMkLst>
        </pc:spChg>
        <pc:spChg chg="mod">
          <ac:chgData name="Sujit Das" userId="S::sujit.das@pdpu.ac.in::5531694e-1714-439d-a47e-7795b732b077" providerId="AD" clId="Web-{42E8B2FC-FE51-01AB-8B22-AF62A64CA194}" dt="2026-07-20T08:59:16.326" v="164" actId="20577"/>
          <ac:spMkLst>
            <pc:docMk/>
            <pc:sldMk cId="2557304074" sldId="302"/>
            <ac:spMk id="6" creationId="{CE2426CB-7BB0-7119-47BD-49D4A0248666}"/>
          </ac:spMkLst>
        </pc:spChg>
      </pc:sldChg>
      <pc:sldChg chg="modSp add replId">
        <pc:chgData name="Sujit Das" userId="S::sujit.das@pdpu.ac.in::5531694e-1714-439d-a47e-7795b732b077" providerId="AD" clId="Web-{42E8B2FC-FE51-01AB-8B22-AF62A64CA194}" dt="2026-07-20T09:00:23.797" v="170" actId="20577"/>
        <pc:sldMkLst>
          <pc:docMk/>
          <pc:sldMk cId="826826646" sldId="303"/>
        </pc:sldMkLst>
        <pc:spChg chg="mod">
          <ac:chgData name="Sujit Das" userId="S::sujit.das@pdpu.ac.in::5531694e-1714-439d-a47e-7795b732b077" providerId="AD" clId="Web-{42E8B2FC-FE51-01AB-8B22-AF62A64CA194}" dt="2026-07-20T09:00:23.797" v="170" actId="20577"/>
          <ac:spMkLst>
            <pc:docMk/>
            <pc:sldMk cId="826826646" sldId="303"/>
            <ac:spMk id="6" creationId="{286B3D44-D20B-8648-40FD-1D954554FE70}"/>
          </ac:spMkLst>
        </pc:spChg>
      </pc:sldChg>
      <pc:sldChg chg="modSp add ord replId">
        <pc:chgData name="Sujit Das" userId="S::sujit.das@pdpu.ac.in::5531694e-1714-439d-a47e-7795b732b077" providerId="AD" clId="Web-{42E8B2FC-FE51-01AB-8B22-AF62A64CA194}" dt="2026-07-20T09:02:54.895" v="196" actId="20577"/>
        <pc:sldMkLst>
          <pc:docMk/>
          <pc:sldMk cId="2043312220" sldId="304"/>
        </pc:sldMkLst>
        <pc:spChg chg="mod">
          <ac:chgData name="Sujit Das" userId="S::sujit.das@pdpu.ac.in::5531694e-1714-439d-a47e-7795b732b077" providerId="AD" clId="Web-{42E8B2FC-FE51-01AB-8B22-AF62A64CA194}" dt="2026-07-20T09:00:46.282" v="173" actId="20577"/>
          <ac:spMkLst>
            <pc:docMk/>
            <pc:sldMk cId="2043312220" sldId="304"/>
            <ac:spMk id="2" creationId="{082C5D37-DA8D-FF12-D9B9-5CF2EB3C8DA1}"/>
          </ac:spMkLst>
        </pc:spChg>
        <pc:spChg chg="mod">
          <ac:chgData name="Sujit Das" userId="S::sujit.das@pdpu.ac.in::5531694e-1714-439d-a47e-7795b732b077" providerId="AD" clId="Web-{42E8B2FC-FE51-01AB-8B22-AF62A64CA194}" dt="2026-07-20T09:02:54.895" v="196" actId="20577"/>
          <ac:spMkLst>
            <pc:docMk/>
            <pc:sldMk cId="2043312220" sldId="304"/>
            <ac:spMk id="6" creationId="{B965988B-323F-21E7-0E25-81B03B65323B}"/>
          </ac:spMkLst>
        </pc:spChg>
      </pc:sldChg>
      <pc:sldChg chg="modSp add replId">
        <pc:chgData name="Sujit Das" userId="S::sujit.das@pdpu.ac.in::5531694e-1714-439d-a47e-7795b732b077" providerId="AD" clId="Web-{42E8B2FC-FE51-01AB-8B22-AF62A64CA194}" dt="2026-07-20T09:02:14.331" v="187" actId="20577"/>
        <pc:sldMkLst>
          <pc:docMk/>
          <pc:sldMk cId="1982359890" sldId="305"/>
        </pc:sldMkLst>
        <pc:spChg chg="mod">
          <ac:chgData name="Sujit Das" userId="S::sujit.das@pdpu.ac.in::5531694e-1714-439d-a47e-7795b732b077" providerId="AD" clId="Web-{42E8B2FC-FE51-01AB-8B22-AF62A64CA194}" dt="2026-07-20T09:02:14.331" v="187" actId="20577"/>
          <ac:spMkLst>
            <pc:docMk/>
            <pc:sldMk cId="1982359890" sldId="305"/>
            <ac:spMk id="6" creationId="{0A737BD0-7513-7A6A-1E29-E16A70AEC24D}"/>
          </ac:spMkLst>
        </pc:spChg>
      </pc:sldChg>
      <pc:sldChg chg="modSp add replId">
        <pc:chgData name="Sujit Das" userId="S::sujit.das@pdpu.ac.in::5531694e-1714-439d-a47e-7795b732b077" providerId="AD" clId="Web-{42E8B2FC-FE51-01AB-8B22-AF62A64CA194}" dt="2026-07-20T09:04:37.554" v="205" actId="20577"/>
        <pc:sldMkLst>
          <pc:docMk/>
          <pc:sldMk cId="3149969469" sldId="306"/>
        </pc:sldMkLst>
        <pc:spChg chg="mod">
          <ac:chgData name="Sujit Das" userId="S::sujit.das@pdpu.ac.in::5531694e-1714-439d-a47e-7795b732b077" providerId="AD" clId="Web-{42E8B2FC-FE51-01AB-8B22-AF62A64CA194}" dt="2026-07-20T09:03:53.569" v="201" actId="20577"/>
          <ac:spMkLst>
            <pc:docMk/>
            <pc:sldMk cId="3149969469" sldId="306"/>
            <ac:spMk id="2" creationId="{DB46DEDD-E492-3F1F-4D04-719824064ED2}"/>
          </ac:spMkLst>
        </pc:spChg>
        <pc:spChg chg="mod">
          <ac:chgData name="Sujit Das" userId="S::sujit.das@pdpu.ac.in::5531694e-1714-439d-a47e-7795b732b077" providerId="AD" clId="Web-{42E8B2FC-FE51-01AB-8B22-AF62A64CA194}" dt="2026-07-20T09:04:37.554" v="205" actId="20577"/>
          <ac:spMkLst>
            <pc:docMk/>
            <pc:sldMk cId="3149969469" sldId="306"/>
            <ac:spMk id="6" creationId="{D31DD356-5174-B51F-7462-1F73F4C17213}"/>
          </ac:spMkLst>
        </pc:spChg>
      </pc:sldChg>
      <pc:sldChg chg="modSp add replId">
        <pc:chgData name="Sujit Das" userId="S::sujit.das@pdpu.ac.in::5531694e-1714-439d-a47e-7795b732b077" providerId="AD" clId="Web-{42E8B2FC-FE51-01AB-8B22-AF62A64CA194}" dt="2026-07-20T09:05:36.337" v="210" actId="20577"/>
        <pc:sldMkLst>
          <pc:docMk/>
          <pc:sldMk cId="1968824948" sldId="307"/>
        </pc:sldMkLst>
        <pc:spChg chg="mod">
          <ac:chgData name="Sujit Das" userId="S::sujit.das@pdpu.ac.in::5531694e-1714-439d-a47e-7795b732b077" providerId="AD" clId="Web-{42E8B2FC-FE51-01AB-8B22-AF62A64CA194}" dt="2026-07-20T09:05:36.337" v="210" actId="20577"/>
          <ac:spMkLst>
            <pc:docMk/>
            <pc:sldMk cId="1968824948" sldId="307"/>
            <ac:spMk id="6" creationId="{DEA27F2B-B35B-5161-FDE2-21160A38B8D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EA0AD7-1EC5-4C68-9A1B-009E878DEE86}" type="doc">
      <dgm:prSet loTypeId="urn:microsoft.com/office/officeart/2005/8/layout/pyramid2" loCatId="list" qsTypeId="urn:microsoft.com/office/officeart/2005/8/quickstyle/simple1" qsCatId="simple" csTypeId="urn:microsoft.com/office/officeart/2005/8/colors/accent2_1" csCatId="accent2" phldr="1"/>
      <dgm:spPr/>
    </dgm:pt>
    <dgm:pt modelId="{FC082215-AA3A-457D-A0D8-023400105D7D}">
      <dgm:prSet phldrT="[Text]" custT="1"/>
      <dgm:spPr/>
      <dgm:t>
        <a:bodyPr/>
        <a:lstStyle/>
        <a:p>
          <a:r>
            <a:rPr lang="en-IN" sz="2000"/>
            <a:t>Networking devices</a:t>
          </a:r>
        </a:p>
      </dgm:t>
    </dgm:pt>
    <dgm:pt modelId="{F3B500E8-99B9-4E61-B37D-C45EC8690C11}" type="parTrans" cxnId="{4FB5E06E-D96E-435F-9485-BCF51D0A9E77}">
      <dgm:prSet/>
      <dgm:spPr/>
      <dgm:t>
        <a:bodyPr/>
        <a:lstStyle/>
        <a:p>
          <a:endParaRPr lang="en-IN" sz="1800"/>
        </a:p>
      </dgm:t>
    </dgm:pt>
    <dgm:pt modelId="{859FC749-5907-4F68-92FA-40253933C5C6}" type="sibTrans" cxnId="{4FB5E06E-D96E-435F-9485-BCF51D0A9E77}">
      <dgm:prSet/>
      <dgm:spPr/>
      <dgm:t>
        <a:bodyPr/>
        <a:lstStyle/>
        <a:p>
          <a:endParaRPr lang="en-IN" sz="1800"/>
        </a:p>
      </dgm:t>
    </dgm:pt>
    <dgm:pt modelId="{A10E266F-21BF-4307-A70D-D8C038C3DA81}">
      <dgm:prSet phldrT="[Text]" custT="1"/>
      <dgm:spPr/>
      <dgm:t>
        <a:bodyPr/>
        <a:lstStyle/>
        <a:p>
          <a:r>
            <a:rPr lang="en-IN" sz="2000"/>
            <a:t>Mobile phones</a:t>
          </a:r>
        </a:p>
      </dgm:t>
    </dgm:pt>
    <dgm:pt modelId="{29501256-F4A9-4994-B916-0A50D987DBF5}" type="parTrans" cxnId="{74B82CC0-F007-4DBC-B6C2-35AAC0D51162}">
      <dgm:prSet/>
      <dgm:spPr/>
      <dgm:t>
        <a:bodyPr/>
        <a:lstStyle/>
        <a:p>
          <a:endParaRPr lang="en-IN" sz="1800"/>
        </a:p>
      </dgm:t>
    </dgm:pt>
    <dgm:pt modelId="{F70615F7-7FD3-42C1-B720-01421C65B13C}" type="sibTrans" cxnId="{74B82CC0-F007-4DBC-B6C2-35AAC0D51162}">
      <dgm:prSet/>
      <dgm:spPr/>
      <dgm:t>
        <a:bodyPr/>
        <a:lstStyle/>
        <a:p>
          <a:endParaRPr lang="en-IN" sz="1800"/>
        </a:p>
      </dgm:t>
    </dgm:pt>
    <dgm:pt modelId="{6F84E791-7181-4FF2-8900-92C4E78D66B3}">
      <dgm:prSet phldrT="[Text]" custT="1"/>
      <dgm:spPr/>
      <dgm:t>
        <a:bodyPr/>
        <a:lstStyle/>
        <a:p>
          <a:r>
            <a:rPr lang="en-IN" sz="2000"/>
            <a:t>Tablets</a:t>
          </a:r>
        </a:p>
      </dgm:t>
    </dgm:pt>
    <dgm:pt modelId="{7284C293-6CF0-429D-8998-CE4063E85D1A}" type="parTrans" cxnId="{280EC3CE-EEBE-4A53-8541-00373F0A02AC}">
      <dgm:prSet/>
      <dgm:spPr/>
      <dgm:t>
        <a:bodyPr/>
        <a:lstStyle/>
        <a:p>
          <a:endParaRPr lang="en-IN" sz="1800"/>
        </a:p>
      </dgm:t>
    </dgm:pt>
    <dgm:pt modelId="{603231B2-5369-480E-A7C6-6889E69FB944}" type="sibTrans" cxnId="{280EC3CE-EEBE-4A53-8541-00373F0A02AC}">
      <dgm:prSet/>
      <dgm:spPr/>
      <dgm:t>
        <a:bodyPr/>
        <a:lstStyle/>
        <a:p>
          <a:endParaRPr lang="en-IN" sz="1800"/>
        </a:p>
      </dgm:t>
    </dgm:pt>
    <dgm:pt modelId="{E1D23648-B1B5-48D7-921D-A4F3EB47FE9D}">
      <dgm:prSet custT="1"/>
      <dgm:spPr/>
      <dgm:t>
        <a:bodyPr/>
        <a:lstStyle/>
        <a:p>
          <a:r>
            <a:rPr lang="en-IN" sz="2000"/>
            <a:t>Digital cameras</a:t>
          </a:r>
        </a:p>
      </dgm:t>
    </dgm:pt>
    <dgm:pt modelId="{55FB6A56-8654-4AEB-A87A-6BBC001EB7C6}" type="parTrans" cxnId="{ADE00454-9FFE-43C6-8E4A-E479C954B441}">
      <dgm:prSet/>
      <dgm:spPr/>
      <dgm:t>
        <a:bodyPr/>
        <a:lstStyle/>
        <a:p>
          <a:endParaRPr lang="en-IN" sz="1800"/>
        </a:p>
      </dgm:t>
    </dgm:pt>
    <dgm:pt modelId="{51A5DC21-9325-4D33-8702-DC4CC48FA4CA}" type="sibTrans" cxnId="{ADE00454-9FFE-43C6-8E4A-E479C954B441}">
      <dgm:prSet/>
      <dgm:spPr/>
      <dgm:t>
        <a:bodyPr/>
        <a:lstStyle/>
        <a:p>
          <a:endParaRPr lang="en-IN" sz="1800"/>
        </a:p>
      </dgm:t>
    </dgm:pt>
    <dgm:pt modelId="{9FC07B74-A827-465B-9663-05704FFF6A20}">
      <dgm:prSet custT="1"/>
      <dgm:spPr/>
      <dgm:t>
        <a:bodyPr/>
        <a:lstStyle/>
        <a:p>
          <a:r>
            <a:rPr lang="en-IN" sz="2000"/>
            <a:t>Internet of Things (</a:t>
          </a:r>
          <a:r>
            <a:rPr lang="en-IN" sz="2000" err="1"/>
            <a:t>IoT</a:t>
          </a:r>
          <a:r>
            <a:rPr lang="en-IN" sz="2000"/>
            <a:t>) devices</a:t>
          </a:r>
        </a:p>
      </dgm:t>
    </dgm:pt>
    <dgm:pt modelId="{859CE751-6207-4BBA-B292-114B6A840952}" type="parTrans" cxnId="{18C35AB8-4696-4768-AC57-6DBCB1E972A4}">
      <dgm:prSet/>
      <dgm:spPr/>
      <dgm:t>
        <a:bodyPr/>
        <a:lstStyle/>
        <a:p>
          <a:endParaRPr lang="en-IN" sz="1800"/>
        </a:p>
      </dgm:t>
    </dgm:pt>
    <dgm:pt modelId="{9219F631-1D28-449E-901F-1572612A7711}" type="sibTrans" cxnId="{18C35AB8-4696-4768-AC57-6DBCB1E972A4}">
      <dgm:prSet/>
      <dgm:spPr/>
      <dgm:t>
        <a:bodyPr/>
        <a:lstStyle/>
        <a:p>
          <a:endParaRPr lang="en-IN" sz="1800"/>
        </a:p>
      </dgm:t>
    </dgm:pt>
    <dgm:pt modelId="{C2FE04A2-27E3-432C-A52B-F9DEFF981895}">
      <dgm:prSet custT="1"/>
      <dgm:spPr/>
      <dgm:t>
        <a:bodyPr/>
        <a:lstStyle/>
        <a:p>
          <a:r>
            <a:rPr lang="en-IN" sz="2000"/>
            <a:t>SD cards</a:t>
          </a:r>
        </a:p>
      </dgm:t>
    </dgm:pt>
    <dgm:pt modelId="{02E86C41-71FC-4EA9-917E-B48422D93B5A}" type="parTrans" cxnId="{F95D46C6-05B4-4799-ACAA-09D702E4A363}">
      <dgm:prSet/>
      <dgm:spPr/>
      <dgm:t>
        <a:bodyPr/>
        <a:lstStyle/>
        <a:p>
          <a:endParaRPr lang="en-IN" sz="1800"/>
        </a:p>
      </dgm:t>
    </dgm:pt>
    <dgm:pt modelId="{BA7512F6-CBFC-40F5-A60E-5BAB324BA529}" type="sibTrans" cxnId="{F95D46C6-05B4-4799-ACAA-09D702E4A363}">
      <dgm:prSet/>
      <dgm:spPr/>
      <dgm:t>
        <a:bodyPr/>
        <a:lstStyle/>
        <a:p>
          <a:endParaRPr lang="en-IN" sz="1800"/>
        </a:p>
      </dgm:t>
    </dgm:pt>
    <dgm:pt modelId="{5EC092F6-A5C8-406B-A827-8E99CFFE652A}">
      <dgm:prSet custT="1"/>
      <dgm:spPr/>
      <dgm:t>
        <a:bodyPr/>
        <a:lstStyle/>
        <a:p>
          <a:r>
            <a:rPr lang="en-IN" sz="2000"/>
            <a:t>CD/DVD</a:t>
          </a:r>
        </a:p>
      </dgm:t>
    </dgm:pt>
    <dgm:pt modelId="{FC6108AE-D6BB-4AB9-BAD3-5F0C25BEEC47}" type="parTrans" cxnId="{F2BC1534-C738-433A-BFAA-2E26C0D5396B}">
      <dgm:prSet/>
      <dgm:spPr/>
      <dgm:t>
        <a:bodyPr/>
        <a:lstStyle/>
        <a:p>
          <a:endParaRPr lang="en-IN" sz="1800"/>
        </a:p>
      </dgm:t>
    </dgm:pt>
    <dgm:pt modelId="{288CB588-2E63-430E-82AB-91DD177D9236}" type="sibTrans" cxnId="{F2BC1534-C738-433A-BFAA-2E26C0D5396B}">
      <dgm:prSet/>
      <dgm:spPr/>
      <dgm:t>
        <a:bodyPr/>
        <a:lstStyle/>
        <a:p>
          <a:endParaRPr lang="en-IN" sz="1800"/>
        </a:p>
      </dgm:t>
    </dgm:pt>
    <dgm:pt modelId="{EBE03F0B-537F-4163-B756-6A9738446F46}">
      <dgm:prSet custT="1"/>
      <dgm:spPr/>
      <dgm:t>
        <a:bodyPr/>
        <a:lstStyle/>
        <a:p>
          <a:r>
            <a:rPr lang="en-IN" sz="2000"/>
            <a:t>USB drives</a:t>
          </a:r>
        </a:p>
      </dgm:t>
    </dgm:pt>
    <dgm:pt modelId="{D9B5A32F-D63E-4F9A-BBD7-CDC9D46F8DAB}" type="parTrans" cxnId="{BCD18731-4D35-4191-9201-B4D8B879DCA6}">
      <dgm:prSet/>
      <dgm:spPr/>
      <dgm:t>
        <a:bodyPr/>
        <a:lstStyle/>
        <a:p>
          <a:endParaRPr lang="en-IN" sz="1800"/>
        </a:p>
      </dgm:t>
    </dgm:pt>
    <dgm:pt modelId="{70FFA547-5E27-4EE4-BA53-A0FF5C729472}" type="sibTrans" cxnId="{BCD18731-4D35-4191-9201-B4D8B879DCA6}">
      <dgm:prSet/>
      <dgm:spPr/>
      <dgm:t>
        <a:bodyPr/>
        <a:lstStyle/>
        <a:p>
          <a:endParaRPr lang="en-IN" sz="1800"/>
        </a:p>
      </dgm:t>
    </dgm:pt>
    <dgm:pt modelId="{88F27502-3AD4-474D-8A39-D3ADE3FF3AA2}" type="pres">
      <dgm:prSet presAssocID="{20EA0AD7-1EC5-4C68-9A1B-009E878DEE86}" presName="compositeShape" presStyleCnt="0">
        <dgm:presLayoutVars>
          <dgm:dir/>
          <dgm:resizeHandles/>
        </dgm:presLayoutVars>
      </dgm:prSet>
      <dgm:spPr/>
    </dgm:pt>
    <dgm:pt modelId="{F60B271E-7E3F-4FEF-82F3-9C37A0DD6BA2}" type="pres">
      <dgm:prSet presAssocID="{20EA0AD7-1EC5-4C68-9A1B-009E878DEE86}" presName="pyramid" presStyleLbl="node1" presStyleIdx="0" presStyleCnt="1">
        <dgm:style>
          <a:lnRef idx="1">
            <a:schemeClr val="accent2"/>
          </a:lnRef>
          <a:fillRef idx="2">
            <a:schemeClr val="accent2"/>
          </a:fillRef>
          <a:effectRef idx="1">
            <a:schemeClr val="accent2"/>
          </a:effectRef>
          <a:fontRef idx="minor">
            <a:schemeClr val="dk1"/>
          </a:fontRef>
        </dgm:style>
      </dgm:prSet>
      <dgm:spPr/>
    </dgm:pt>
    <dgm:pt modelId="{DA0EB336-D3C4-4528-8DBB-31B2C8ADDC4A}" type="pres">
      <dgm:prSet presAssocID="{20EA0AD7-1EC5-4C68-9A1B-009E878DEE86}" presName="theList" presStyleCnt="0"/>
      <dgm:spPr/>
    </dgm:pt>
    <dgm:pt modelId="{F2720DFF-0BA2-47FF-8F2D-6FAFF51A892C}" type="pres">
      <dgm:prSet presAssocID="{FC082215-AA3A-457D-A0D8-023400105D7D}" presName="aNode" presStyleLbl="fgAcc1" presStyleIdx="0" presStyleCnt="8" custScaleX="152739" custScaleY="215490">
        <dgm:presLayoutVars>
          <dgm:bulletEnabled val="1"/>
        </dgm:presLayoutVars>
      </dgm:prSet>
      <dgm:spPr/>
    </dgm:pt>
    <dgm:pt modelId="{DBCC5670-47D7-4A2B-8FB5-90C9BEA957C0}" type="pres">
      <dgm:prSet presAssocID="{FC082215-AA3A-457D-A0D8-023400105D7D}" presName="aSpace" presStyleCnt="0"/>
      <dgm:spPr/>
    </dgm:pt>
    <dgm:pt modelId="{91799D0F-1E9D-45A3-9AAB-B9B8986C4B6A}" type="pres">
      <dgm:prSet presAssocID="{A10E266F-21BF-4307-A70D-D8C038C3DA81}" presName="aNode" presStyleLbl="fgAcc1" presStyleIdx="1" presStyleCnt="8" custScaleX="152739" custScaleY="215490">
        <dgm:presLayoutVars>
          <dgm:bulletEnabled val="1"/>
        </dgm:presLayoutVars>
      </dgm:prSet>
      <dgm:spPr/>
    </dgm:pt>
    <dgm:pt modelId="{1CD8DBA2-0EF6-428A-A0E3-D03AD1E72927}" type="pres">
      <dgm:prSet presAssocID="{A10E266F-21BF-4307-A70D-D8C038C3DA81}" presName="aSpace" presStyleCnt="0"/>
      <dgm:spPr/>
    </dgm:pt>
    <dgm:pt modelId="{E317E219-5572-431E-BFF4-BB872EC25009}" type="pres">
      <dgm:prSet presAssocID="{6F84E791-7181-4FF2-8900-92C4E78D66B3}" presName="aNode" presStyleLbl="fgAcc1" presStyleIdx="2" presStyleCnt="8" custScaleX="152739" custScaleY="215490">
        <dgm:presLayoutVars>
          <dgm:bulletEnabled val="1"/>
        </dgm:presLayoutVars>
      </dgm:prSet>
      <dgm:spPr/>
    </dgm:pt>
    <dgm:pt modelId="{02936D86-B77A-4A79-963D-26574A7B1C72}" type="pres">
      <dgm:prSet presAssocID="{6F84E791-7181-4FF2-8900-92C4E78D66B3}" presName="aSpace" presStyleCnt="0"/>
      <dgm:spPr/>
    </dgm:pt>
    <dgm:pt modelId="{385BF870-A501-4487-A545-D0CE93CA2C52}" type="pres">
      <dgm:prSet presAssocID="{E1D23648-B1B5-48D7-921D-A4F3EB47FE9D}" presName="aNode" presStyleLbl="fgAcc1" presStyleIdx="3" presStyleCnt="8" custScaleX="152739" custScaleY="215490">
        <dgm:presLayoutVars>
          <dgm:bulletEnabled val="1"/>
        </dgm:presLayoutVars>
      </dgm:prSet>
      <dgm:spPr/>
    </dgm:pt>
    <dgm:pt modelId="{653EB34E-5074-4B4D-88FE-2975D45D8C00}" type="pres">
      <dgm:prSet presAssocID="{E1D23648-B1B5-48D7-921D-A4F3EB47FE9D}" presName="aSpace" presStyleCnt="0"/>
      <dgm:spPr/>
    </dgm:pt>
    <dgm:pt modelId="{21DE5440-BCC3-41E5-A6ED-B8A78015E6CF}" type="pres">
      <dgm:prSet presAssocID="{9FC07B74-A827-465B-9663-05704FFF6A20}" presName="aNode" presStyleLbl="fgAcc1" presStyleIdx="4" presStyleCnt="8" custScaleX="152739" custScaleY="215490">
        <dgm:presLayoutVars>
          <dgm:bulletEnabled val="1"/>
        </dgm:presLayoutVars>
      </dgm:prSet>
      <dgm:spPr/>
    </dgm:pt>
    <dgm:pt modelId="{46505779-FE4A-4281-919C-7F80A066B0B2}" type="pres">
      <dgm:prSet presAssocID="{9FC07B74-A827-465B-9663-05704FFF6A20}" presName="aSpace" presStyleCnt="0"/>
      <dgm:spPr/>
    </dgm:pt>
    <dgm:pt modelId="{DEA8580C-D33D-4961-B7D8-AD828D62CC74}" type="pres">
      <dgm:prSet presAssocID="{C2FE04A2-27E3-432C-A52B-F9DEFF981895}" presName="aNode" presStyleLbl="fgAcc1" presStyleIdx="5" presStyleCnt="8" custScaleX="152739" custScaleY="215490">
        <dgm:presLayoutVars>
          <dgm:bulletEnabled val="1"/>
        </dgm:presLayoutVars>
      </dgm:prSet>
      <dgm:spPr/>
    </dgm:pt>
    <dgm:pt modelId="{F580A6AD-3A60-4EEC-9246-CCBB5C0622F2}" type="pres">
      <dgm:prSet presAssocID="{C2FE04A2-27E3-432C-A52B-F9DEFF981895}" presName="aSpace" presStyleCnt="0"/>
      <dgm:spPr/>
    </dgm:pt>
    <dgm:pt modelId="{B999159E-D6A2-41AE-87BE-4185E2FF6DCC}" type="pres">
      <dgm:prSet presAssocID="{EBE03F0B-537F-4163-B756-6A9738446F46}" presName="aNode" presStyleLbl="fgAcc1" presStyleIdx="6" presStyleCnt="8" custScaleX="152739" custScaleY="215490">
        <dgm:presLayoutVars>
          <dgm:bulletEnabled val="1"/>
        </dgm:presLayoutVars>
      </dgm:prSet>
      <dgm:spPr/>
    </dgm:pt>
    <dgm:pt modelId="{14B82D3C-48D7-4EA4-8261-F7252D4F907A}" type="pres">
      <dgm:prSet presAssocID="{EBE03F0B-537F-4163-B756-6A9738446F46}" presName="aSpace" presStyleCnt="0"/>
      <dgm:spPr/>
    </dgm:pt>
    <dgm:pt modelId="{46EE61BB-85D8-4299-8CA4-2EFC47BDCE8A}" type="pres">
      <dgm:prSet presAssocID="{5EC092F6-A5C8-406B-A827-8E99CFFE652A}" presName="aNode" presStyleLbl="fgAcc1" presStyleIdx="7" presStyleCnt="8" custScaleX="152739" custScaleY="215490">
        <dgm:presLayoutVars>
          <dgm:bulletEnabled val="1"/>
        </dgm:presLayoutVars>
      </dgm:prSet>
      <dgm:spPr/>
    </dgm:pt>
    <dgm:pt modelId="{0F3BCD1E-9978-4CE3-BAD3-B4927711AA98}" type="pres">
      <dgm:prSet presAssocID="{5EC092F6-A5C8-406B-A827-8E99CFFE652A}" presName="aSpace" presStyleCnt="0"/>
      <dgm:spPr/>
    </dgm:pt>
  </dgm:ptLst>
  <dgm:cxnLst>
    <dgm:cxn modelId="{BCD18731-4D35-4191-9201-B4D8B879DCA6}" srcId="{20EA0AD7-1EC5-4C68-9A1B-009E878DEE86}" destId="{EBE03F0B-537F-4163-B756-6A9738446F46}" srcOrd="6" destOrd="0" parTransId="{D9B5A32F-D63E-4F9A-BBD7-CDC9D46F8DAB}" sibTransId="{70FFA547-5E27-4EE4-BA53-A0FF5C729472}"/>
    <dgm:cxn modelId="{F2BC1534-C738-433A-BFAA-2E26C0D5396B}" srcId="{20EA0AD7-1EC5-4C68-9A1B-009E878DEE86}" destId="{5EC092F6-A5C8-406B-A827-8E99CFFE652A}" srcOrd="7" destOrd="0" parTransId="{FC6108AE-D6BB-4AB9-BAD3-5F0C25BEEC47}" sibTransId="{288CB588-2E63-430E-82AB-91DD177D9236}"/>
    <dgm:cxn modelId="{1F751638-C86E-4BD7-8270-B829C94641A3}" type="presOf" srcId="{FC082215-AA3A-457D-A0D8-023400105D7D}" destId="{F2720DFF-0BA2-47FF-8F2D-6FAFF51A892C}" srcOrd="0" destOrd="0" presId="urn:microsoft.com/office/officeart/2005/8/layout/pyramid2"/>
    <dgm:cxn modelId="{91C36A3B-5D28-4D88-B66F-C2622C3B9880}" type="presOf" srcId="{5EC092F6-A5C8-406B-A827-8E99CFFE652A}" destId="{46EE61BB-85D8-4299-8CA4-2EFC47BDCE8A}" srcOrd="0" destOrd="0" presId="urn:microsoft.com/office/officeart/2005/8/layout/pyramid2"/>
    <dgm:cxn modelId="{3F42F66D-7D8E-4EBC-B3B3-957675F7539C}" type="presOf" srcId="{6F84E791-7181-4FF2-8900-92C4E78D66B3}" destId="{E317E219-5572-431E-BFF4-BB872EC25009}" srcOrd="0" destOrd="0" presId="urn:microsoft.com/office/officeart/2005/8/layout/pyramid2"/>
    <dgm:cxn modelId="{4FB5E06E-D96E-435F-9485-BCF51D0A9E77}" srcId="{20EA0AD7-1EC5-4C68-9A1B-009E878DEE86}" destId="{FC082215-AA3A-457D-A0D8-023400105D7D}" srcOrd="0" destOrd="0" parTransId="{F3B500E8-99B9-4E61-B37D-C45EC8690C11}" sibTransId="{859FC749-5907-4F68-92FA-40253933C5C6}"/>
    <dgm:cxn modelId="{ADE00454-9FFE-43C6-8E4A-E479C954B441}" srcId="{20EA0AD7-1EC5-4C68-9A1B-009E878DEE86}" destId="{E1D23648-B1B5-48D7-921D-A4F3EB47FE9D}" srcOrd="3" destOrd="0" parTransId="{55FB6A56-8654-4AEB-A87A-6BBC001EB7C6}" sibTransId="{51A5DC21-9325-4D33-8702-DC4CC48FA4CA}"/>
    <dgm:cxn modelId="{E2E34955-B95F-4A13-9D9A-813FD87B3FF4}" type="presOf" srcId="{EBE03F0B-537F-4163-B756-6A9738446F46}" destId="{B999159E-D6A2-41AE-87BE-4185E2FF6DCC}" srcOrd="0" destOrd="0" presId="urn:microsoft.com/office/officeart/2005/8/layout/pyramid2"/>
    <dgm:cxn modelId="{DDF7D456-EC24-4E3B-8DC3-B5D02C075724}" type="presOf" srcId="{C2FE04A2-27E3-432C-A52B-F9DEFF981895}" destId="{DEA8580C-D33D-4961-B7D8-AD828D62CC74}" srcOrd="0" destOrd="0" presId="urn:microsoft.com/office/officeart/2005/8/layout/pyramid2"/>
    <dgm:cxn modelId="{594F6E8C-74C3-4A31-A303-5D91F2AD8FA6}" type="presOf" srcId="{E1D23648-B1B5-48D7-921D-A4F3EB47FE9D}" destId="{385BF870-A501-4487-A545-D0CE93CA2C52}" srcOrd="0" destOrd="0" presId="urn:microsoft.com/office/officeart/2005/8/layout/pyramid2"/>
    <dgm:cxn modelId="{18C35AB8-4696-4768-AC57-6DBCB1E972A4}" srcId="{20EA0AD7-1EC5-4C68-9A1B-009E878DEE86}" destId="{9FC07B74-A827-465B-9663-05704FFF6A20}" srcOrd="4" destOrd="0" parTransId="{859CE751-6207-4BBA-B292-114B6A840952}" sibTransId="{9219F631-1D28-449E-901F-1572612A7711}"/>
    <dgm:cxn modelId="{74B82CC0-F007-4DBC-B6C2-35AAC0D51162}" srcId="{20EA0AD7-1EC5-4C68-9A1B-009E878DEE86}" destId="{A10E266F-21BF-4307-A70D-D8C038C3DA81}" srcOrd="1" destOrd="0" parTransId="{29501256-F4A9-4994-B916-0A50D987DBF5}" sibTransId="{F70615F7-7FD3-42C1-B720-01421C65B13C}"/>
    <dgm:cxn modelId="{F95D46C6-05B4-4799-ACAA-09D702E4A363}" srcId="{20EA0AD7-1EC5-4C68-9A1B-009E878DEE86}" destId="{C2FE04A2-27E3-432C-A52B-F9DEFF981895}" srcOrd="5" destOrd="0" parTransId="{02E86C41-71FC-4EA9-917E-B48422D93B5A}" sibTransId="{BA7512F6-CBFC-40F5-A60E-5BAB324BA529}"/>
    <dgm:cxn modelId="{A23B2FC8-4AA6-4762-B745-BE429F49B278}" type="presOf" srcId="{20EA0AD7-1EC5-4C68-9A1B-009E878DEE86}" destId="{88F27502-3AD4-474D-8A39-D3ADE3FF3AA2}" srcOrd="0" destOrd="0" presId="urn:microsoft.com/office/officeart/2005/8/layout/pyramid2"/>
    <dgm:cxn modelId="{9FF460CA-7805-4CC9-A19B-4733FBBFE661}" type="presOf" srcId="{A10E266F-21BF-4307-A70D-D8C038C3DA81}" destId="{91799D0F-1E9D-45A3-9AAB-B9B8986C4B6A}" srcOrd="0" destOrd="0" presId="urn:microsoft.com/office/officeart/2005/8/layout/pyramid2"/>
    <dgm:cxn modelId="{280EC3CE-EEBE-4A53-8541-00373F0A02AC}" srcId="{20EA0AD7-1EC5-4C68-9A1B-009E878DEE86}" destId="{6F84E791-7181-4FF2-8900-92C4E78D66B3}" srcOrd="2" destOrd="0" parTransId="{7284C293-6CF0-429D-8998-CE4063E85D1A}" sibTransId="{603231B2-5369-480E-A7C6-6889E69FB944}"/>
    <dgm:cxn modelId="{BA4FDCD7-1EC7-4AB9-8832-F4CB009A1D83}" type="presOf" srcId="{9FC07B74-A827-465B-9663-05704FFF6A20}" destId="{21DE5440-BCC3-41E5-A6ED-B8A78015E6CF}" srcOrd="0" destOrd="0" presId="urn:microsoft.com/office/officeart/2005/8/layout/pyramid2"/>
    <dgm:cxn modelId="{E733347E-61E2-4EDD-A9EA-1EE3E45115FC}" type="presParOf" srcId="{88F27502-3AD4-474D-8A39-D3ADE3FF3AA2}" destId="{F60B271E-7E3F-4FEF-82F3-9C37A0DD6BA2}" srcOrd="0" destOrd="0" presId="urn:microsoft.com/office/officeart/2005/8/layout/pyramid2"/>
    <dgm:cxn modelId="{40F3A5BB-804C-4A72-825D-4EFA60BD797F}" type="presParOf" srcId="{88F27502-3AD4-474D-8A39-D3ADE3FF3AA2}" destId="{DA0EB336-D3C4-4528-8DBB-31B2C8ADDC4A}" srcOrd="1" destOrd="0" presId="urn:microsoft.com/office/officeart/2005/8/layout/pyramid2"/>
    <dgm:cxn modelId="{DB9FA8B8-E871-4363-B3CB-A7E3550EA8AC}" type="presParOf" srcId="{DA0EB336-D3C4-4528-8DBB-31B2C8ADDC4A}" destId="{F2720DFF-0BA2-47FF-8F2D-6FAFF51A892C}" srcOrd="0" destOrd="0" presId="urn:microsoft.com/office/officeart/2005/8/layout/pyramid2"/>
    <dgm:cxn modelId="{DE668454-31B2-4180-AC8C-7E9FA1FE109C}" type="presParOf" srcId="{DA0EB336-D3C4-4528-8DBB-31B2C8ADDC4A}" destId="{DBCC5670-47D7-4A2B-8FB5-90C9BEA957C0}" srcOrd="1" destOrd="0" presId="urn:microsoft.com/office/officeart/2005/8/layout/pyramid2"/>
    <dgm:cxn modelId="{30A01A5C-CEB1-441A-911F-12E13573F3F5}" type="presParOf" srcId="{DA0EB336-D3C4-4528-8DBB-31B2C8ADDC4A}" destId="{91799D0F-1E9D-45A3-9AAB-B9B8986C4B6A}" srcOrd="2" destOrd="0" presId="urn:microsoft.com/office/officeart/2005/8/layout/pyramid2"/>
    <dgm:cxn modelId="{BB306C07-E9C2-4700-9B1E-5DE2B5471F4B}" type="presParOf" srcId="{DA0EB336-D3C4-4528-8DBB-31B2C8ADDC4A}" destId="{1CD8DBA2-0EF6-428A-A0E3-D03AD1E72927}" srcOrd="3" destOrd="0" presId="urn:microsoft.com/office/officeart/2005/8/layout/pyramid2"/>
    <dgm:cxn modelId="{3DCA5CF4-40EE-4257-B381-780A253AD937}" type="presParOf" srcId="{DA0EB336-D3C4-4528-8DBB-31B2C8ADDC4A}" destId="{E317E219-5572-431E-BFF4-BB872EC25009}" srcOrd="4" destOrd="0" presId="urn:microsoft.com/office/officeart/2005/8/layout/pyramid2"/>
    <dgm:cxn modelId="{9191107E-CD6B-410E-A3E7-20E7ED8B2BC9}" type="presParOf" srcId="{DA0EB336-D3C4-4528-8DBB-31B2C8ADDC4A}" destId="{02936D86-B77A-4A79-963D-26574A7B1C72}" srcOrd="5" destOrd="0" presId="urn:microsoft.com/office/officeart/2005/8/layout/pyramid2"/>
    <dgm:cxn modelId="{5C152945-9ECC-4758-BB29-D88BC81228CD}" type="presParOf" srcId="{DA0EB336-D3C4-4528-8DBB-31B2C8ADDC4A}" destId="{385BF870-A501-4487-A545-D0CE93CA2C52}" srcOrd="6" destOrd="0" presId="urn:microsoft.com/office/officeart/2005/8/layout/pyramid2"/>
    <dgm:cxn modelId="{587C9941-5FA0-473E-8853-2E1928B5222F}" type="presParOf" srcId="{DA0EB336-D3C4-4528-8DBB-31B2C8ADDC4A}" destId="{653EB34E-5074-4B4D-88FE-2975D45D8C00}" srcOrd="7" destOrd="0" presId="urn:microsoft.com/office/officeart/2005/8/layout/pyramid2"/>
    <dgm:cxn modelId="{5C08A5A3-8A94-4DF2-A868-66098315D1E7}" type="presParOf" srcId="{DA0EB336-D3C4-4528-8DBB-31B2C8ADDC4A}" destId="{21DE5440-BCC3-41E5-A6ED-B8A78015E6CF}" srcOrd="8" destOrd="0" presId="urn:microsoft.com/office/officeart/2005/8/layout/pyramid2"/>
    <dgm:cxn modelId="{238AACA0-FFD8-45B9-9F2F-A47028E29442}" type="presParOf" srcId="{DA0EB336-D3C4-4528-8DBB-31B2C8ADDC4A}" destId="{46505779-FE4A-4281-919C-7F80A066B0B2}" srcOrd="9" destOrd="0" presId="urn:microsoft.com/office/officeart/2005/8/layout/pyramid2"/>
    <dgm:cxn modelId="{99A1EAB2-00B0-433B-9850-A9B30BE234BE}" type="presParOf" srcId="{DA0EB336-D3C4-4528-8DBB-31B2C8ADDC4A}" destId="{DEA8580C-D33D-4961-B7D8-AD828D62CC74}" srcOrd="10" destOrd="0" presId="urn:microsoft.com/office/officeart/2005/8/layout/pyramid2"/>
    <dgm:cxn modelId="{AE9DDF54-1AC0-4413-BF25-4A83497832FA}" type="presParOf" srcId="{DA0EB336-D3C4-4528-8DBB-31B2C8ADDC4A}" destId="{F580A6AD-3A60-4EEC-9246-CCBB5C0622F2}" srcOrd="11" destOrd="0" presId="urn:microsoft.com/office/officeart/2005/8/layout/pyramid2"/>
    <dgm:cxn modelId="{1EE4D9E0-9CB2-4A27-8451-152908939958}" type="presParOf" srcId="{DA0EB336-D3C4-4528-8DBB-31B2C8ADDC4A}" destId="{B999159E-D6A2-41AE-87BE-4185E2FF6DCC}" srcOrd="12" destOrd="0" presId="urn:microsoft.com/office/officeart/2005/8/layout/pyramid2"/>
    <dgm:cxn modelId="{B238C5FC-6364-4154-9C8B-C058F28D93CA}" type="presParOf" srcId="{DA0EB336-D3C4-4528-8DBB-31B2C8ADDC4A}" destId="{14B82D3C-48D7-4EA4-8261-F7252D4F907A}" srcOrd="13" destOrd="0" presId="urn:microsoft.com/office/officeart/2005/8/layout/pyramid2"/>
    <dgm:cxn modelId="{5FEAD9EB-DA85-41E3-8CDB-209ACB33F863}" type="presParOf" srcId="{DA0EB336-D3C4-4528-8DBB-31B2C8ADDC4A}" destId="{46EE61BB-85D8-4299-8CA4-2EFC47BDCE8A}" srcOrd="14" destOrd="0" presId="urn:microsoft.com/office/officeart/2005/8/layout/pyramid2"/>
    <dgm:cxn modelId="{16287EA0-2A4D-4201-AC71-DAFCE65FEE6B}" type="presParOf" srcId="{DA0EB336-D3C4-4528-8DBB-31B2C8ADDC4A}" destId="{0F3BCD1E-9978-4CE3-BAD3-B4927711AA98}" srcOrd="1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958AF3-E08F-4318-BD7A-1F1993B8B659}" type="doc">
      <dgm:prSet loTypeId="urn:microsoft.com/office/officeart/2005/8/layout/hProcess4" loCatId="process" qsTypeId="urn:microsoft.com/office/officeart/2005/8/quickstyle/simple3" qsCatId="simple" csTypeId="urn:microsoft.com/office/officeart/2005/8/colors/colorful2" csCatId="colorful" phldr="1"/>
      <dgm:spPr/>
      <dgm:t>
        <a:bodyPr/>
        <a:lstStyle/>
        <a:p>
          <a:endParaRPr lang="en-IN"/>
        </a:p>
      </dgm:t>
    </dgm:pt>
    <dgm:pt modelId="{684BA908-830C-4621-A3CF-F545959DD075}">
      <dgm:prSet phldrT="[Text]"/>
      <dgm:spPr/>
      <dgm:t>
        <a:bodyPr/>
        <a:lstStyle/>
        <a:p>
          <a:r>
            <a:rPr lang="en-IN"/>
            <a:t>Identifying the evidence</a:t>
          </a:r>
        </a:p>
      </dgm:t>
    </dgm:pt>
    <dgm:pt modelId="{7A1D4B73-B021-46F1-A21B-C2C3F8257C6E}" type="parTrans" cxnId="{D49734F4-D7ED-4BA6-B4F0-4AAB28700D6F}">
      <dgm:prSet/>
      <dgm:spPr/>
      <dgm:t>
        <a:bodyPr/>
        <a:lstStyle/>
        <a:p>
          <a:endParaRPr lang="en-IN"/>
        </a:p>
      </dgm:t>
    </dgm:pt>
    <dgm:pt modelId="{243C6662-2CB6-4CD2-8EEE-CA6DBE87B0E2}" type="sibTrans" cxnId="{D49734F4-D7ED-4BA6-B4F0-4AAB28700D6F}">
      <dgm:prSet/>
      <dgm:spPr/>
      <dgm:t>
        <a:bodyPr/>
        <a:lstStyle/>
        <a:p>
          <a:endParaRPr lang="en-IN"/>
        </a:p>
      </dgm:t>
    </dgm:pt>
    <dgm:pt modelId="{3FFFE9FE-ACA4-4EDD-B054-A6C9532EE8EB}">
      <dgm:prSet phldrT="[Text]"/>
      <dgm:spPr/>
      <dgm:t>
        <a:bodyPr/>
        <a:lstStyle/>
        <a:p>
          <a:r>
            <a:rPr lang="en-IN"/>
            <a:t>Preservation and Collection of evidence</a:t>
          </a:r>
        </a:p>
      </dgm:t>
    </dgm:pt>
    <dgm:pt modelId="{0E6B01EC-1126-4619-ADCF-A94070FCBA3F}" type="parTrans" cxnId="{6F471A81-7F7F-431D-9F6C-AD08C2A4D1F5}">
      <dgm:prSet/>
      <dgm:spPr/>
      <dgm:t>
        <a:bodyPr/>
        <a:lstStyle/>
        <a:p>
          <a:endParaRPr lang="en-IN"/>
        </a:p>
      </dgm:t>
    </dgm:pt>
    <dgm:pt modelId="{62C2F73B-651C-4C5A-9554-20A4EEF338DD}" type="sibTrans" cxnId="{6F471A81-7F7F-431D-9F6C-AD08C2A4D1F5}">
      <dgm:prSet/>
      <dgm:spPr/>
      <dgm:t>
        <a:bodyPr/>
        <a:lstStyle/>
        <a:p>
          <a:endParaRPr lang="en-IN"/>
        </a:p>
      </dgm:t>
    </dgm:pt>
    <dgm:pt modelId="{42F65CA6-4B41-4925-913A-9A7A5664A8E1}">
      <dgm:prSet phldrT="[Text]" custT="1"/>
      <dgm:spPr/>
      <dgm:t>
        <a:bodyPr/>
        <a:lstStyle/>
        <a:p>
          <a:r>
            <a:rPr lang="en-IN" sz="2800"/>
            <a:t>Analysis and report generation</a:t>
          </a:r>
        </a:p>
      </dgm:t>
    </dgm:pt>
    <dgm:pt modelId="{19F7B352-2920-49AF-BA7C-7D492496FE7B}" type="parTrans" cxnId="{3181E978-C24C-4B83-B423-38E28B37C631}">
      <dgm:prSet/>
      <dgm:spPr/>
      <dgm:t>
        <a:bodyPr/>
        <a:lstStyle/>
        <a:p>
          <a:endParaRPr lang="en-IN"/>
        </a:p>
      </dgm:t>
    </dgm:pt>
    <dgm:pt modelId="{9CF28B9A-316D-4AF3-8F7A-CAF1BC334CBF}" type="sibTrans" cxnId="{3181E978-C24C-4B83-B423-38E28B37C631}">
      <dgm:prSet/>
      <dgm:spPr/>
      <dgm:t>
        <a:bodyPr/>
        <a:lstStyle/>
        <a:p>
          <a:endParaRPr lang="en-IN"/>
        </a:p>
      </dgm:t>
    </dgm:pt>
    <dgm:pt modelId="{FA39F1FC-E691-4C8B-AB34-8621924FECC6}">
      <dgm:prSet/>
      <dgm:spPr/>
      <dgm:t>
        <a:bodyPr/>
        <a:lstStyle/>
        <a:p>
          <a:endParaRPr lang="en-IN"/>
        </a:p>
      </dgm:t>
    </dgm:pt>
    <dgm:pt modelId="{F3494593-851F-4E02-BC28-3787F337D491}" type="sibTrans" cxnId="{738130DC-502E-4D70-8AD7-0CC6BEE42347}">
      <dgm:prSet/>
      <dgm:spPr/>
      <dgm:t>
        <a:bodyPr/>
        <a:lstStyle/>
        <a:p>
          <a:endParaRPr lang="en-IN"/>
        </a:p>
      </dgm:t>
    </dgm:pt>
    <dgm:pt modelId="{558BC9BB-818B-4094-9D3C-B6ACDD7C2ABB}" type="parTrans" cxnId="{738130DC-502E-4D70-8AD7-0CC6BEE42347}">
      <dgm:prSet/>
      <dgm:spPr/>
      <dgm:t>
        <a:bodyPr/>
        <a:lstStyle/>
        <a:p>
          <a:endParaRPr lang="en-IN"/>
        </a:p>
      </dgm:t>
    </dgm:pt>
    <dgm:pt modelId="{D2768FAE-FC21-493C-B4A3-1B27776A734D}" type="pres">
      <dgm:prSet presAssocID="{79958AF3-E08F-4318-BD7A-1F1993B8B659}" presName="Name0" presStyleCnt="0">
        <dgm:presLayoutVars>
          <dgm:dir/>
          <dgm:animLvl val="lvl"/>
          <dgm:resizeHandles val="exact"/>
        </dgm:presLayoutVars>
      </dgm:prSet>
      <dgm:spPr/>
    </dgm:pt>
    <dgm:pt modelId="{BD1E8A15-8E4C-4A83-BB97-69CF631D8CD2}" type="pres">
      <dgm:prSet presAssocID="{79958AF3-E08F-4318-BD7A-1F1993B8B659}" presName="tSp" presStyleCnt="0"/>
      <dgm:spPr/>
    </dgm:pt>
    <dgm:pt modelId="{429BE984-46A8-44C3-BD70-F4AED179BF5C}" type="pres">
      <dgm:prSet presAssocID="{79958AF3-E08F-4318-BD7A-1F1993B8B659}" presName="bSp" presStyleCnt="0"/>
      <dgm:spPr/>
    </dgm:pt>
    <dgm:pt modelId="{961537B4-2203-488C-9223-BA4491EDA924}" type="pres">
      <dgm:prSet presAssocID="{79958AF3-E08F-4318-BD7A-1F1993B8B659}" presName="process" presStyleCnt="0"/>
      <dgm:spPr/>
    </dgm:pt>
    <dgm:pt modelId="{ED011566-C2E7-4879-9B4C-01B48FB88017}" type="pres">
      <dgm:prSet presAssocID="{684BA908-830C-4621-A3CF-F545959DD075}" presName="composite1" presStyleCnt="0"/>
      <dgm:spPr/>
    </dgm:pt>
    <dgm:pt modelId="{A0C62AF5-F070-4070-BEF1-C2936C203A28}" type="pres">
      <dgm:prSet presAssocID="{684BA908-830C-4621-A3CF-F545959DD075}" presName="dummyNode1" presStyleLbl="node1" presStyleIdx="0" presStyleCnt="3"/>
      <dgm:spPr/>
    </dgm:pt>
    <dgm:pt modelId="{05BD05A3-4835-40B5-825F-7D5BAEC111C7}" type="pres">
      <dgm:prSet presAssocID="{684BA908-830C-4621-A3CF-F545959DD075}" presName="childNode1" presStyleLbl="bgAcc1" presStyleIdx="0" presStyleCnt="3">
        <dgm:presLayoutVars>
          <dgm:bulletEnabled val="1"/>
        </dgm:presLayoutVars>
      </dgm:prSet>
      <dgm:spPr/>
    </dgm:pt>
    <dgm:pt modelId="{ADDE3850-7306-4ACF-AFA8-93B663945931}" type="pres">
      <dgm:prSet presAssocID="{684BA908-830C-4621-A3CF-F545959DD075}" presName="childNode1tx" presStyleLbl="bgAcc1" presStyleIdx="0" presStyleCnt="3">
        <dgm:presLayoutVars>
          <dgm:bulletEnabled val="1"/>
        </dgm:presLayoutVars>
      </dgm:prSet>
      <dgm:spPr/>
    </dgm:pt>
    <dgm:pt modelId="{9C84C658-D06F-4651-810A-B4A52BF48BAD}" type="pres">
      <dgm:prSet presAssocID="{684BA908-830C-4621-A3CF-F545959DD075}" presName="parentNode1" presStyleLbl="node1" presStyleIdx="0" presStyleCnt="3" custScaleX="123802" custScaleY="169822">
        <dgm:presLayoutVars>
          <dgm:chMax val="1"/>
          <dgm:bulletEnabled val="1"/>
        </dgm:presLayoutVars>
      </dgm:prSet>
      <dgm:spPr/>
    </dgm:pt>
    <dgm:pt modelId="{C878E820-F480-4669-A9D3-73E397052F7F}" type="pres">
      <dgm:prSet presAssocID="{684BA908-830C-4621-A3CF-F545959DD075}" presName="connSite1" presStyleCnt="0"/>
      <dgm:spPr/>
    </dgm:pt>
    <dgm:pt modelId="{C8D82148-55A5-4BFC-B6C9-B2A42F23F670}" type="pres">
      <dgm:prSet presAssocID="{243C6662-2CB6-4CD2-8EEE-CA6DBE87B0E2}" presName="Name9" presStyleLbl="sibTrans2D1" presStyleIdx="0" presStyleCnt="2"/>
      <dgm:spPr/>
    </dgm:pt>
    <dgm:pt modelId="{5938D190-17BD-4292-9986-685D9CD01D11}" type="pres">
      <dgm:prSet presAssocID="{3FFFE9FE-ACA4-4EDD-B054-A6C9532EE8EB}" presName="composite2" presStyleCnt="0"/>
      <dgm:spPr/>
    </dgm:pt>
    <dgm:pt modelId="{34E97716-1023-4240-9B9B-8D6A32DD899B}" type="pres">
      <dgm:prSet presAssocID="{3FFFE9FE-ACA4-4EDD-B054-A6C9532EE8EB}" presName="dummyNode2" presStyleLbl="node1" presStyleIdx="0" presStyleCnt="3"/>
      <dgm:spPr/>
    </dgm:pt>
    <dgm:pt modelId="{63B2F981-1F28-4DEA-961D-345CD687F748}" type="pres">
      <dgm:prSet presAssocID="{3FFFE9FE-ACA4-4EDD-B054-A6C9532EE8EB}" presName="childNode2" presStyleLbl="bgAcc1" presStyleIdx="1" presStyleCnt="3">
        <dgm:presLayoutVars>
          <dgm:bulletEnabled val="1"/>
        </dgm:presLayoutVars>
      </dgm:prSet>
      <dgm:spPr/>
    </dgm:pt>
    <dgm:pt modelId="{78AA3D09-6D18-4574-9623-E2AD892E278A}" type="pres">
      <dgm:prSet presAssocID="{3FFFE9FE-ACA4-4EDD-B054-A6C9532EE8EB}" presName="childNode2tx" presStyleLbl="bgAcc1" presStyleIdx="1" presStyleCnt="3">
        <dgm:presLayoutVars>
          <dgm:bulletEnabled val="1"/>
        </dgm:presLayoutVars>
      </dgm:prSet>
      <dgm:spPr/>
    </dgm:pt>
    <dgm:pt modelId="{CBA38576-83C7-4561-B7D9-D811810E7530}" type="pres">
      <dgm:prSet presAssocID="{3FFFE9FE-ACA4-4EDD-B054-A6C9532EE8EB}" presName="parentNode2" presStyleLbl="node1" presStyleIdx="1" presStyleCnt="3" custScaleX="117588" custScaleY="169822">
        <dgm:presLayoutVars>
          <dgm:chMax val="0"/>
          <dgm:bulletEnabled val="1"/>
        </dgm:presLayoutVars>
      </dgm:prSet>
      <dgm:spPr/>
    </dgm:pt>
    <dgm:pt modelId="{9828F101-B744-4169-9BB1-732292EBDCEF}" type="pres">
      <dgm:prSet presAssocID="{3FFFE9FE-ACA4-4EDD-B054-A6C9532EE8EB}" presName="connSite2" presStyleCnt="0"/>
      <dgm:spPr/>
    </dgm:pt>
    <dgm:pt modelId="{1B88C28F-6225-41C6-8393-8D2A85CAB740}" type="pres">
      <dgm:prSet presAssocID="{62C2F73B-651C-4C5A-9554-20A4EEF338DD}" presName="Name18" presStyleLbl="sibTrans2D1" presStyleIdx="1" presStyleCnt="2"/>
      <dgm:spPr/>
    </dgm:pt>
    <dgm:pt modelId="{DA7F6316-19FE-4BD4-8E86-2A171585826B}" type="pres">
      <dgm:prSet presAssocID="{42F65CA6-4B41-4925-913A-9A7A5664A8E1}" presName="composite1" presStyleCnt="0"/>
      <dgm:spPr/>
    </dgm:pt>
    <dgm:pt modelId="{B60EA951-B7A5-46DC-BB87-DEA8C15600D4}" type="pres">
      <dgm:prSet presAssocID="{42F65CA6-4B41-4925-913A-9A7A5664A8E1}" presName="dummyNode1" presStyleLbl="node1" presStyleIdx="1" presStyleCnt="3"/>
      <dgm:spPr/>
    </dgm:pt>
    <dgm:pt modelId="{B3B7C627-0944-46F1-A7EC-E1426C2CF4F7}" type="pres">
      <dgm:prSet presAssocID="{42F65CA6-4B41-4925-913A-9A7A5664A8E1}" presName="childNode1" presStyleLbl="bgAcc1" presStyleIdx="2" presStyleCnt="3">
        <dgm:presLayoutVars>
          <dgm:bulletEnabled val="1"/>
        </dgm:presLayoutVars>
      </dgm:prSet>
      <dgm:spPr/>
    </dgm:pt>
    <dgm:pt modelId="{D9DB8D99-5F7F-4FB5-AA2B-559841FC2251}" type="pres">
      <dgm:prSet presAssocID="{42F65CA6-4B41-4925-913A-9A7A5664A8E1}" presName="childNode1tx" presStyleLbl="bgAcc1" presStyleIdx="2" presStyleCnt="3">
        <dgm:presLayoutVars>
          <dgm:bulletEnabled val="1"/>
        </dgm:presLayoutVars>
      </dgm:prSet>
      <dgm:spPr/>
    </dgm:pt>
    <dgm:pt modelId="{66D36C5A-52AA-46E4-ACC2-16E517201144}" type="pres">
      <dgm:prSet presAssocID="{42F65CA6-4B41-4925-913A-9A7A5664A8E1}" presName="parentNode1" presStyleLbl="node1" presStyleIdx="2" presStyleCnt="3" custScaleX="117588" custScaleY="169822">
        <dgm:presLayoutVars>
          <dgm:chMax val="1"/>
          <dgm:bulletEnabled val="1"/>
        </dgm:presLayoutVars>
      </dgm:prSet>
      <dgm:spPr/>
    </dgm:pt>
    <dgm:pt modelId="{8E92472E-7654-409F-963D-0919CECDFBFE}" type="pres">
      <dgm:prSet presAssocID="{42F65CA6-4B41-4925-913A-9A7A5664A8E1}" presName="connSite1" presStyleCnt="0"/>
      <dgm:spPr/>
    </dgm:pt>
  </dgm:ptLst>
  <dgm:cxnLst>
    <dgm:cxn modelId="{488DFA06-A687-4167-9AC6-8364CD151801}" type="presOf" srcId="{3FFFE9FE-ACA4-4EDD-B054-A6C9532EE8EB}" destId="{CBA38576-83C7-4561-B7D9-D811810E7530}" srcOrd="0" destOrd="0" presId="urn:microsoft.com/office/officeart/2005/8/layout/hProcess4"/>
    <dgm:cxn modelId="{679BB607-5C71-495E-8664-B33BD6F8F6E2}" type="presOf" srcId="{243C6662-2CB6-4CD2-8EEE-CA6DBE87B0E2}" destId="{C8D82148-55A5-4BFC-B6C9-B2A42F23F670}" srcOrd="0" destOrd="0" presId="urn:microsoft.com/office/officeart/2005/8/layout/hProcess4"/>
    <dgm:cxn modelId="{BD1E8215-3025-40B7-B813-4ADFE787AB84}" type="presOf" srcId="{FA39F1FC-E691-4C8B-AB34-8621924FECC6}" destId="{05BD05A3-4835-40B5-825F-7D5BAEC111C7}" srcOrd="0" destOrd="0" presId="urn:microsoft.com/office/officeart/2005/8/layout/hProcess4"/>
    <dgm:cxn modelId="{2B742025-FE48-4F2D-BC76-BA16FF4253C1}" type="presOf" srcId="{79958AF3-E08F-4318-BD7A-1F1993B8B659}" destId="{D2768FAE-FC21-493C-B4A3-1B27776A734D}" srcOrd="0" destOrd="0" presId="urn:microsoft.com/office/officeart/2005/8/layout/hProcess4"/>
    <dgm:cxn modelId="{6959B42A-0AAF-47BF-9C1D-8E6BFDC67AF6}" type="presOf" srcId="{FA39F1FC-E691-4C8B-AB34-8621924FECC6}" destId="{ADDE3850-7306-4ACF-AFA8-93B663945931}" srcOrd="1" destOrd="0" presId="urn:microsoft.com/office/officeart/2005/8/layout/hProcess4"/>
    <dgm:cxn modelId="{0FB00D37-FADB-4020-96F7-7408F090F677}" type="presOf" srcId="{684BA908-830C-4621-A3CF-F545959DD075}" destId="{9C84C658-D06F-4651-810A-B4A52BF48BAD}" srcOrd="0" destOrd="0" presId="urn:microsoft.com/office/officeart/2005/8/layout/hProcess4"/>
    <dgm:cxn modelId="{3181E978-C24C-4B83-B423-38E28B37C631}" srcId="{79958AF3-E08F-4318-BD7A-1F1993B8B659}" destId="{42F65CA6-4B41-4925-913A-9A7A5664A8E1}" srcOrd="2" destOrd="0" parTransId="{19F7B352-2920-49AF-BA7C-7D492496FE7B}" sibTransId="{9CF28B9A-316D-4AF3-8F7A-CAF1BC334CBF}"/>
    <dgm:cxn modelId="{6F471A81-7F7F-431D-9F6C-AD08C2A4D1F5}" srcId="{79958AF3-E08F-4318-BD7A-1F1993B8B659}" destId="{3FFFE9FE-ACA4-4EDD-B054-A6C9532EE8EB}" srcOrd="1" destOrd="0" parTransId="{0E6B01EC-1126-4619-ADCF-A94070FCBA3F}" sibTransId="{62C2F73B-651C-4C5A-9554-20A4EEF338DD}"/>
    <dgm:cxn modelId="{9CC5B4BA-7D89-47A1-89ED-D98AA9442448}" type="presOf" srcId="{62C2F73B-651C-4C5A-9554-20A4EEF338DD}" destId="{1B88C28F-6225-41C6-8393-8D2A85CAB740}" srcOrd="0" destOrd="0" presId="urn:microsoft.com/office/officeart/2005/8/layout/hProcess4"/>
    <dgm:cxn modelId="{1B6293C2-DAF7-45CA-8128-9892CED6261C}" type="presOf" srcId="{42F65CA6-4B41-4925-913A-9A7A5664A8E1}" destId="{66D36C5A-52AA-46E4-ACC2-16E517201144}" srcOrd="0" destOrd="0" presId="urn:microsoft.com/office/officeart/2005/8/layout/hProcess4"/>
    <dgm:cxn modelId="{738130DC-502E-4D70-8AD7-0CC6BEE42347}" srcId="{684BA908-830C-4621-A3CF-F545959DD075}" destId="{FA39F1FC-E691-4C8B-AB34-8621924FECC6}" srcOrd="0" destOrd="0" parTransId="{558BC9BB-818B-4094-9D3C-B6ACDD7C2ABB}" sibTransId="{F3494593-851F-4E02-BC28-3787F337D491}"/>
    <dgm:cxn modelId="{D49734F4-D7ED-4BA6-B4F0-4AAB28700D6F}" srcId="{79958AF3-E08F-4318-BD7A-1F1993B8B659}" destId="{684BA908-830C-4621-A3CF-F545959DD075}" srcOrd="0" destOrd="0" parTransId="{7A1D4B73-B021-46F1-A21B-C2C3F8257C6E}" sibTransId="{243C6662-2CB6-4CD2-8EEE-CA6DBE87B0E2}"/>
    <dgm:cxn modelId="{041DAFE3-47FA-48C3-99C5-898F85CC98FE}" type="presParOf" srcId="{D2768FAE-FC21-493C-B4A3-1B27776A734D}" destId="{BD1E8A15-8E4C-4A83-BB97-69CF631D8CD2}" srcOrd="0" destOrd="0" presId="urn:microsoft.com/office/officeart/2005/8/layout/hProcess4"/>
    <dgm:cxn modelId="{DAE24DC2-D09E-4752-9406-DF6896133EB1}" type="presParOf" srcId="{D2768FAE-FC21-493C-B4A3-1B27776A734D}" destId="{429BE984-46A8-44C3-BD70-F4AED179BF5C}" srcOrd="1" destOrd="0" presId="urn:microsoft.com/office/officeart/2005/8/layout/hProcess4"/>
    <dgm:cxn modelId="{8EA36A3B-F19B-47AC-ACC9-EED4203AD2A0}" type="presParOf" srcId="{D2768FAE-FC21-493C-B4A3-1B27776A734D}" destId="{961537B4-2203-488C-9223-BA4491EDA924}" srcOrd="2" destOrd="0" presId="urn:microsoft.com/office/officeart/2005/8/layout/hProcess4"/>
    <dgm:cxn modelId="{232909A6-162C-4207-AE4F-1B3178E9B791}" type="presParOf" srcId="{961537B4-2203-488C-9223-BA4491EDA924}" destId="{ED011566-C2E7-4879-9B4C-01B48FB88017}" srcOrd="0" destOrd="0" presId="urn:microsoft.com/office/officeart/2005/8/layout/hProcess4"/>
    <dgm:cxn modelId="{BD7394EB-ADA0-4142-9CB1-A7FF126099AA}" type="presParOf" srcId="{ED011566-C2E7-4879-9B4C-01B48FB88017}" destId="{A0C62AF5-F070-4070-BEF1-C2936C203A28}" srcOrd="0" destOrd="0" presId="urn:microsoft.com/office/officeart/2005/8/layout/hProcess4"/>
    <dgm:cxn modelId="{57769237-F06B-4AF7-8240-C50AC6BB33AE}" type="presParOf" srcId="{ED011566-C2E7-4879-9B4C-01B48FB88017}" destId="{05BD05A3-4835-40B5-825F-7D5BAEC111C7}" srcOrd="1" destOrd="0" presId="urn:microsoft.com/office/officeart/2005/8/layout/hProcess4"/>
    <dgm:cxn modelId="{827DE9D5-E819-4249-A7CE-9B33420DD39F}" type="presParOf" srcId="{ED011566-C2E7-4879-9B4C-01B48FB88017}" destId="{ADDE3850-7306-4ACF-AFA8-93B663945931}" srcOrd="2" destOrd="0" presId="urn:microsoft.com/office/officeart/2005/8/layout/hProcess4"/>
    <dgm:cxn modelId="{10A62A2E-578A-4EED-A1FA-D4A0CE7B09A4}" type="presParOf" srcId="{ED011566-C2E7-4879-9B4C-01B48FB88017}" destId="{9C84C658-D06F-4651-810A-B4A52BF48BAD}" srcOrd="3" destOrd="0" presId="urn:microsoft.com/office/officeart/2005/8/layout/hProcess4"/>
    <dgm:cxn modelId="{9AAA0550-4C23-425D-A961-155C46AC1476}" type="presParOf" srcId="{ED011566-C2E7-4879-9B4C-01B48FB88017}" destId="{C878E820-F480-4669-A9D3-73E397052F7F}" srcOrd="4" destOrd="0" presId="urn:microsoft.com/office/officeart/2005/8/layout/hProcess4"/>
    <dgm:cxn modelId="{00BDF25A-502F-4DD0-8637-BF2942BADF8D}" type="presParOf" srcId="{961537B4-2203-488C-9223-BA4491EDA924}" destId="{C8D82148-55A5-4BFC-B6C9-B2A42F23F670}" srcOrd="1" destOrd="0" presId="urn:microsoft.com/office/officeart/2005/8/layout/hProcess4"/>
    <dgm:cxn modelId="{8DE85DE3-85D4-4167-8A94-006BF7F753AC}" type="presParOf" srcId="{961537B4-2203-488C-9223-BA4491EDA924}" destId="{5938D190-17BD-4292-9986-685D9CD01D11}" srcOrd="2" destOrd="0" presId="urn:microsoft.com/office/officeart/2005/8/layout/hProcess4"/>
    <dgm:cxn modelId="{830335AF-F318-40CC-9290-D96FC17B7775}" type="presParOf" srcId="{5938D190-17BD-4292-9986-685D9CD01D11}" destId="{34E97716-1023-4240-9B9B-8D6A32DD899B}" srcOrd="0" destOrd="0" presId="urn:microsoft.com/office/officeart/2005/8/layout/hProcess4"/>
    <dgm:cxn modelId="{A92ABE9F-6959-459F-9A19-3A62C71D134C}" type="presParOf" srcId="{5938D190-17BD-4292-9986-685D9CD01D11}" destId="{63B2F981-1F28-4DEA-961D-345CD687F748}" srcOrd="1" destOrd="0" presId="urn:microsoft.com/office/officeart/2005/8/layout/hProcess4"/>
    <dgm:cxn modelId="{6A74FD3E-294F-4690-8A15-369A1838EB30}" type="presParOf" srcId="{5938D190-17BD-4292-9986-685D9CD01D11}" destId="{78AA3D09-6D18-4574-9623-E2AD892E278A}" srcOrd="2" destOrd="0" presId="urn:microsoft.com/office/officeart/2005/8/layout/hProcess4"/>
    <dgm:cxn modelId="{FDEE5FD9-B6FB-4AFF-846F-015070D69831}" type="presParOf" srcId="{5938D190-17BD-4292-9986-685D9CD01D11}" destId="{CBA38576-83C7-4561-B7D9-D811810E7530}" srcOrd="3" destOrd="0" presId="urn:microsoft.com/office/officeart/2005/8/layout/hProcess4"/>
    <dgm:cxn modelId="{8435FA85-597C-4E82-A349-06637490128D}" type="presParOf" srcId="{5938D190-17BD-4292-9986-685D9CD01D11}" destId="{9828F101-B744-4169-9BB1-732292EBDCEF}" srcOrd="4" destOrd="0" presId="urn:microsoft.com/office/officeart/2005/8/layout/hProcess4"/>
    <dgm:cxn modelId="{A90F7629-A72F-40FE-953C-BBF055197F93}" type="presParOf" srcId="{961537B4-2203-488C-9223-BA4491EDA924}" destId="{1B88C28F-6225-41C6-8393-8D2A85CAB740}" srcOrd="3" destOrd="0" presId="urn:microsoft.com/office/officeart/2005/8/layout/hProcess4"/>
    <dgm:cxn modelId="{169BE339-63AE-4CC7-B677-E4FFECA3A706}" type="presParOf" srcId="{961537B4-2203-488C-9223-BA4491EDA924}" destId="{DA7F6316-19FE-4BD4-8E86-2A171585826B}" srcOrd="4" destOrd="0" presId="urn:microsoft.com/office/officeart/2005/8/layout/hProcess4"/>
    <dgm:cxn modelId="{2E3B29CE-D53D-4B78-9BA3-C9D3CD891A81}" type="presParOf" srcId="{DA7F6316-19FE-4BD4-8E86-2A171585826B}" destId="{B60EA951-B7A5-46DC-BB87-DEA8C15600D4}" srcOrd="0" destOrd="0" presId="urn:microsoft.com/office/officeart/2005/8/layout/hProcess4"/>
    <dgm:cxn modelId="{29B689DD-F9B2-4BBA-A961-85E452C5BE56}" type="presParOf" srcId="{DA7F6316-19FE-4BD4-8E86-2A171585826B}" destId="{B3B7C627-0944-46F1-A7EC-E1426C2CF4F7}" srcOrd="1" destOrd="0" presId="urn:microsoft.com/office/officeart/2005/8/layout/hProcess4"/>
    <dgm:cxn modelId="{D348B268-8716-4EB2-BDBF-7E15059D3DA5}" type="presParOf" srcId="{DA7F6316-19FE-4BD4-8E86-2A171585826B}" destId="{D9DB8D99-5F7F-4FB5-AA2B-559841FC2251}" srcOrd="2" destOrd="0" presId="urn:microsoft.com/office/officeart/2005/8/layout/hProcess4"/>
    <dgm:cxn modelId="{1FA0197C-7565-4B10-B6FA-8065864E5A13}" type="presParOf" srcId="{DA7F6316-19FE-4BD4-8E86-2A171585826B}" destId="{66D36C5A-52AA-46E4-ACC2-16E517201144}" srcOrd="3" destOrd="0" presId="urn:microsoft.com/office/officeart/2005/8/layout/hProcess4"/>
    <dgm:cxn modelId="{2DA70B6F-1EEA-4F63-92E8-0A1751F8882C}" type="presParOf" srcId="{DA7F6316-19FE-4BD4-8E86-2A171585826B}" destId="{8E92472E-7654-409F-963D-0919CECDFBFE}"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4BD8BC-6F39-4746-AD00-19D64591F741}" type="doc">
      <dgm:prSet loTypeId="urn:microsoft.com/office/officeart/2005/8/layout/vList6" loCatId="list" qsTypeId="urn:microsoft.com/office/officeart/2005/8/quickstyle/simple3" qsCatId="simple" csTypeId="urn:microsoft.com/office/officeart/2005/8/colors/colorful1" csCatId="colorful" phldr="1"/>
      <dgm:spPr/>
      <dgm:t>
        <a:bodyPr/>
        <a:lstStyle/>
        <a:p>
          <a:endParaRPr lang="en-IN"/>
        </a:p>
      </dgm:t>
    </dgm:pt>
    <dgm:pt modelId="{BA35C909-0233-47DD-AC71-29FA07F77E4D}">
      <dgm:prSet phldrT="[Text]" custT="1"/>
      <dgm:spPr/>
      <dgm:t>
        <a:bodyPr/>
        <a:lstStyle/>
        <a:p>
          <a:r>
            <a:rPr lang="en-IN" sz="2800"/>
            <a:t>Ransomware</a:t>
          </a:r>
        </a:p>
      </dgm:t>
    </dgm:pt>
    <dgm:pt modelId="{73E2493D-FB6E-4813-B8D5-AB112E4EF91E}" type="parTrans" cxnId="{2CB60CC5-58D9-4793-9646-9C652C7674B8}">
      <dgm:prSet/>
      <dgm:spPr/>
      <dgm:t>
        <a:bodyPr/>
        <a:lstStyle/>
        <a:p>
          <a:endParaRPr lang="en-IN"/>
        </a:p>
      </dgm:t>
    </dgm:pt>
    <dgm:pt modelId="{83B37105-07B4-41F3-989E-3C3FA9F5FAEC}" type="sibTrans" cxnId="{2CB60CC5-58D9-4793-9646-9C652C7674B8}">
      <dgm:prSet/>
      <dgm:spPr/>
      <dgm:t>
        <a:bodyPr/>
        <a:lstStyle/>
        <a:p>
          <a:endParaRPr lang="en-IN"/>
        </a:p>
      </dgm:t>
    </dgm:pt>
    <dgm:pt modelId="{FFE8B381-DCF4-444A-B08F-0FC416997BEC}">
      <dgm:prSet phldrT="[Text]" custT="1"/>
      <dgm:spPr/>
      <dgm:t>
        <a:bodyPr/>
        <a:lstStyle/>
        <a:p>
          <a:r>
            <a:rPr lang="en-IN" sz="2800"/>
            <a:t>Phishing</a:t>
          </a:r>
        </a:p>
      </dgm:t>
    </dgm:pt>
    <dgm:pt modelId="{CE8D4034-4842-42FD-8959-A49E4B3549F5}" type="parTrans" cxnId="{B9646924-B43E-47F4-A1C7-147A7C13CC3D}">
      <dgm:prSet/>
      <dgm:spPr/>
      <dgm:t>
        <a:bodyPr/>
        <a:lstStyle/>
        <a:p>
          <a:endParaRPr lang="en-IN"/>
        </a:p>
      </dgm:t>
    </dgm:pt>
    <dgm:pt modelId="{AF9C880B-F504-4F66-82E2-AC3FED674C5A}" type="sibTrans" cxnId="{B9646924-B43E-47F4-A1C7-147A7C13CC3D}">
      <dgm:prSet/>
      <dgm:spPr/>
      <dgm:t>
        <a:bodyPr/>
        <a:lstStyle/>
        <a:p>
          <a:endParaRPr lang="en-IN"/>
        </a:p>
      </dgm:t>
    </dgm:pt>
    <dgm:pt modelId="{1545CD60-EE96-41E6-B6B3-7D49042709FA}">
      <dgm:prSet phldrT="[Text]" custT="1"/>
      <dgm:spPr/>
      <dgm:t>
        <a:bodyPr/>
        <a:lstStyle/>
        <a:p>
          <a:r>
            <a:rPr lang="en-IN" sz="2800"/>
            <a:t>SQL </a:t>
          </a:r>
          <a:r>
            <a:rPr lang="en-IN" sz="2800">
              <a:latin typeface="Calibri Light" panose="020F0302020204030204"/>
            </a:rPr>
            <a:t>injection</a:t>
          </a:r>
          <a:endParaRPr lang="en-IN" sz="2800"/>
        </a:p>
      </dgm:t>
    </dgm:pt>
    <dgm:pt modelId="{76A8FCA2-B696-4D7C-98B2-8270EFA62926}" type="parTrans" cxnId="{638EB85A-CFBA-4A93-BD07-76D8EB99E65A}">
      <dgm:prSet/>
      <dgm:spPr/>
      <dgm:t>
        <a:bodyPr/>
        <a:lstStyle/>
        <a:p>
          <a:endParaRPr lang="en-IN"/>
        </a:p>
      </dgm:t>
    </dgm:pt>
    <dgm:pt modelId="{148DC8F8-C9E3-4FA4-820A-6FFDCB342735}" type="sibTrans" cxnId="{638EB85A-CFBA-4A93-BD07-76D8EB99E65A}">
      <dgm:prSet/>
      <dgm:spPr/>
      <dgm:t>
        <a:bodyPr/>
        <a:lstStyle/>
        <a:p>
          <a:endParaRPr lang="en-IN"/>
        </a:p>
      </dgm:t>
    </dgm:pt>
    <dgm:pt modelId="{A9BA7F8B-0FBD-4628-9B1D-65D699FD9D09}">
      <dgm:prSet custT="1"/>
      <dgm:spPr/>
      <dgm:t>
        <a:bodyPr/>
        <a:lstStyle/>
        <a:p>
          <a:r>
            <a:rPr lang="en-IN" sz="2400"/>
            <a:t> Distributed Denial-of-Service (</a:t>
          </a:r>
          <a:r>
            <a:rPr lang="en-IN" sz="2000"/>
            <a:t>DDoS</a:t>
          </a:r>
          <a:r>
            <a:rPr lang="en-IN" sz="2400"/>
            <a:t>)</a:t>
          </a:r>
        </a:p>
      </dgm:t>
    </dgm:pt>
    <dgm:pt modelId="{8D3AB1B6-B7C7-47A8-AD2D-17606665FB30}" type="parTrans" cxnId="{4B2DD585-1369-4E0C-BD62-A968CC0E6D5A}">
      <dgm:prSet/>
      <dgm:spPr/>
      <dgm:t>
        <a:bodyPr/>
        <a:lstStyle/>
        <a:p>
          <a:endParaRPr lang="en-IN"/>
        </a:p>
      </dgm:t>
    </dgm:pt>
    <dgm:pt modelId="{3F58BCE6-4385-499F-B1DB-616977BEED42}" type="sibTrans" cxnId="{4B2DD585-1369-4E0C-BD62-A968CC0E6D5A}">
      <dgm:prSet/>
      <dgm:spPr/>
      <dgm:t>
        <a:bodyPr/>
        <a:lstStyle/>
        <a:p>
          <a:endParaRPr lang="en-IN"/>
        </a:p>
      </dgm:t>
    </dgm:pt>
    <dgm:pt modelId="{7E7454CD-7744-4CEE-89D7-686485C5162E}">
      <dgm:prSet custT="1"/>
      <dgm:spPr/>
      <dgm:t>
        <a:bodyPr/>
        <a:lstStyle/>
        <a:p>
          <a:r>
            <a:rPr lang="en-IN" sz="2800"/>
            <a:t>Unauthorized access</a:t>
          </a:r>
        </a:p>
      </dgm:t>
    </dgm:pt>
    <dgm:pt modelId="{349DD755-AAA0-4ACE-922E-B082799B6E1C}" type="parTrans" cxnId="{E0A9A3D1-46F9-406E-8796-095BD6CFA3A4}">
      <dgm:prSet/>
      <dgm:spPr/>
      <dgm:t>
        <a:bodyPr/>
        <a:lstStyle/>
        <a:p>
          <a:endParaRPr lang="en-IN"/>
        </a:p>
      </dgm:t>
    </dgm:pt>
    <dgm:pt modelId="{984C6E4A-1CFB-4F76-BBF1-D3C2FD6E5A6E}" type="sibTrans" cxnId="{E0A9A3D1-46F9-406E-8796-095BD6CFA3A4}">
      <dgm:prSet/>
      <dgm:spPr/>
      <dgm:t>
        <a:bodyPr/>
        <a:lstStyle/>
        <a:p>
          <a:endParaRPr lang="en-IN"/>
        </a:p>
      </dgm:t>
    </dgm:pt>
    <dgm:pt modelId="{1C292E16-11CE-4298-9E48-3BDF29C3B89D}" type="pres">
      <dgm:prSet presAssocID="{F64BD8BC-6F39-4746-AD00-19D64591F741}" presName="Name0" presStyleCnt="0">
        <dgm:presLayoutVars>
          <dgm:dir/>
          <dgm:animLvl val="lvl"/>
          <dgm:resizeHandles/>
        </dgm:presLayoutVars>
      </dgm:prSet>
      <dgm:spPr/>
    </dgm:pt>
    <dgm:pt modelId="{385EE22F-1CE1-4168-9A1A-A5750B6B8AB7}" type="pres">
      <dgm:prSet presAssocID="{BA35C909-0233-47DD-AC71-29FA07F77E4D}" presName="linNode" presStyleCnt="0"/>
      <dgm:spPr/>
    </dgm:pt>
    <dgm:pt modelId="{7583CB25-0894-4532-A94B-DF869F053479}" type="pres">
      <dgm:prSet presAssocID="{BA35C909-0233-47DD-AC71-29FA07F77E4D}" presName="parentShp" presStyleLbl="node1" presStyleIdx="0" presStyleCnt="5">
        <dgm:presLayoutVars>
          <dgm:bulletEnabled val="1"/>
        </dgm:presLayoutVars>
      </dgm:prSet>
      <dgm:spPr/>
    </dgm:pt>
    <dgm:pt modelId="{7F0EA84C-F8B4-4EFD-94FF-83DB8DB4A88F}" type="pres">
      <dgm:prSet presAssocID="{BA35C909-0233-47DD-AC71-29FA07F77E4D}" presName="childShp" presStyleLbl="bgAccFollowNode1" presStyleIdx="0" presStyleCnt="5">
        <dgm:presLayoutVars>
          <dgm:bulletEnabled val="1"/>
        </dgm:presLayoutVars>
      </dgm:prSet>
      <dgm:spPr/>
    </dgm:pt>
    <dgm:pt modelId="{0137D0CE-4BF9-4304-BF1B-4F5DAD47A096}" type="pres">
      <dgm:prSet presAssocID="{83B37105-07B4-41F3-989E-3C3FA9F5FAEC}" presName="spacing" presStyleCnt="0"/>
      <dgm:spPr/>
    </dgm:pt>
    <dgm:pt modelId="{666529E1-9042-433C-847C-F35A52506FA7}" type="pres">
      <dgm:prSet presAssocID="{FFE8B381-DCF4-444A-B08F-0FC416997BEC}" presName="linNode" presStyleCnt="0"/>
      <dgm:spPr/>
    </dgm:pt>
    <dgm:pt modelId="{8D33494A-488F-42CC-AE0E-58377467A0CA}" type="pres">
      <dgm:prSet presAssocID="{FFE8B381-DCF4-444A-B08F-0FC416997BEC}" presName="parentShp" presStyleLbl="node1" presStyleIdx="1" presStyleCnt="5">
        <dgm:presLayoutVars>
          <dgm:bulletEnabled val="1"/>
        </dgm:presLayoutVars>
      </dgm:prSet>
      <dgm:spPr/>
    </dgm:pt>
    <dgm:pt modelId="{43142E2B-1602-4AFA-98C5-7914B216F702}" type="pres">
      <dgm:prSet presAssocID="{FFE8B381-DCF4-444A-B08F-0FC416997BEC}" presName="childShp" presStyleLbl="bgAccFollowNode1" presStyleIdx="1" presStyleCnt="5">
        <dgm:presLayoutVars>
          <dgm:bulletEnabled val="1"/>
        </dgm:presLayoutVars>
      </dgm:prSet>
      <dgm:spPr/>
    </dgm:pt>
    <dgm:pt modelId="{34F91CAF-56B8-4D0E-92DF-0A8A3A32FFDC}" type="pres">
      <dgm:prSet presAssocID="{AF9C880B-F504-4F66-82E2-AC3FED674C5A}" presName="spacing" presStyleCnt="0"/>
      <dgm:spPr/>
    </dgm:pt>
    <dgm:pt modelId="{B8883082-D390-4CC9-B046-3B741F92B648}" type="pres">
      <dgm:prSet presAssocID="{1545CD60-EE96-41E6-B6B3-7D49042709FA}" presName="linNode" presStyleCnt="0"/>
      <dgm:spPr/>
    </dgm:pt>
    <dgm:pt modelId="{BC7EC030-C7B7-44C0-B741-5DF5923472FA}" type="pres">
      <dgm:prSet presAssocID="{1545CD60-EE96-41E6-B6B3-7D49042709FA}" presName="parentShp" presStyleLbl="node1" presStyleIdx="2" presStyleCnt="5">
        <dgm:presLayoutVars>
          <dgm:bulletEnabled val="1"/>
        </dgm:presLayoutVars>
      </dgm:prSet>
      <dgm:spPr/>
    </dgm:pt>
    <dgm:pt modelId="{B9E1005D-586B-4232-B5C5-3B968DC2A35E}" type="pres">
      <dgm:prSet presAssocID="{1545CD60-EE96-41E6-B6B3-7D49042709FA}" presName="childShp" presStyleLbl="bgAccFollowNode1" presStyleIdx="2" presStyleCnt="5">
        <dgm:presLayoutVars>
          <dgm:bulletEnabled val="1"/>
        </dgm:presLayoutVars>
      </dgm:prSet>
      <dgm:spPr/>
    </dgm:pt>
    <dgm:pt modelId="{30F5DC67-391F-4FD6-9EE2-0A6FE597383A}" type="pres">
      <dgm:prSet presAssocID="{148DC8F8-C9E3-4FA4-820A-6FFDCB342735}" presName="spacing" presStyleCnt="0"/>
      <dgm:spPr/>
    </dgm:pt>
    <dgm:pt modelId="{C71C6FFF-3DD1-4421-8E33-7FE44C5F069C}" type="pres">
      <dgm:prSet presAssocID="{7E7454CD-7744-4CEE-89D7-686485C5162E}" presName="linNode" presStyleCnt="0"/>
      <dgm:spPr/>
    </dgm:pt>
    <dgm:pt modelId="{8CE43438-A78A-4D44-B206-BB6B17A3D93D}" type="pres">
      <dgm:prSet presAssocID="{7E7454CD-7744-4CEE-89D7-686485C5162E}" presName="parentShp" presStyleLbl="node1" presStyleIdx="3" presStyleCnt="5">
        <dgm:presLayoutVars>
          <dgm:bulletEnabled val="1"/>
        </dgm:presLayoutVars>
      </dgm:prSet>
      <dgm:spPr/>
    </dgm:pt>
    <dgm:pt modelId="{0486FA49-99DB-4EB0-B5AD-F3A486052C72}" type="pres">
      <dgm:prSet presAssocID="{7E7454CD-7744-4CEE-89D7-686485C5162E}" presName="childShp" presStyleLbl="bgAccFollowNode1" presStyleIdx="3" presStyleCnt="5">
        <dgm:presLayoutVars>
          <dgm:bulletEnabled val="1"/>
        </dgm:presLayoutVars>
      </dgm:prSet>
      <dgm:spPr/>
    </dgm:pt>
    <dgm:pt modelId="{6909C5D0-1E96-49A3-B14F-5DFB701F5A07}" type="pres">
      <dgm:prSet presAssocID="{984C6E4A-1CFB-4F76-BBF1-D3C2FD6E5A6E}" presName="spacing" presStyleCnt="0"/>
      <dgm:spPr/>
    </dgm:pt>
    <dgm:pt modelId="{91F4E8A9-BDDC-492F-AACC-A5A0AEAD382F}" type="pres">
      <dgm:prSet presAssocID="{A9BA7F8B-0FBD-4628-9B1D-65D699FD9D09}" presName="linNode" presStyleCnt="0"/>
      <dgm:spPr/>
    </dgm:pt>
    <dgm:pt modelId="{B5F93A14-DEBE-4588-8A9F-B5EF04675A3A}" type="pres">
      <dgm:prSet presAssocID="{A9BA7F8B-0FBD-4628-9B1D-65D699FD9D09}" presName="parentShp" presStyleLbl="node1" presStyleIdx="4" presStyleCnt="5">
        <dgm:presLayoutVars>
          <dgm:bulletEnabled val="1"/>
        </dgm:presLayoutVars>
      </dgm:prSet>
      <dgm:spPr/>
    </dgm:pt>
    <dgm:pt modelId="{693B0258-0F75-418D-A1F9-C347A2C72399}" type="pres">
      <dgm:prSet presAssocID="{A9BA7F8B-0FBD-4628-9B1D-65D699FD9D09}" presName="childShp" presStyleLbl="bgAccFollowNode1" presStyleIdx="4" presStyleCnt="5">
        <dgm:presLayoutVars>
          <dgm:bulletEnabled val="1"/>
        </dgm:presLayoutVars>
      </dgm:prSet>
      <dgm:spPr/>
    </dgm:pt>
  </dgm:ptLst>
  <dgm:cxnLst>
    <dgm:cxn modelId="{B9646924-B43E-47F4-A1C7-147A7C13CC3D}" srcId="{F64BD8BC-6F39-4746-AD00-19D64591F741}" destId="{FFE8B381-DCF4-444A-B08F-0FC416997BEC}" srcOrd="1" destOrd="0" parTransId="{CE8D4034-4842-42FD-8959-A49E4B3549F5}" sibTransId="{AF9C880B-F504-4F66-82E2-AC3FED674C5A}"/>
    <dgm:cxn modelId="{0E03CE75-89BA-4E09-A74B-200F97133589}" type="presOf" srcId="{FFE8B381-DCF4-444A-B08F-0FC416997BEC}" destId="{8D33494A-488F-42CC-AE0E-58377467A0CA}" srcOrd="0" destOrd="0" presId="urn:microsoft.com/office/officeart/2005/8/layout/vList6"/>
    <dgm:cxn modelId="{E5AE7577-4C40-494F-B9B5-30AD9F7C16A6}" type="presOf" srcId="{A9BA7F8B-0FBD-4628-9B1D-65D699FD9D09}" destId="{B5F93A14-DEBE-4588-8A9F-B5EF04675A3A}" srcOrd="0" destOrd="0" presId="urn:microsoft.com/office/officeart/2005/8/layout/vList6"/>
    <dgm:cxn modelId="{34451678-1918-430E-83DD-1B617ACC6B15}" type="presOf" srcId="{BA35C909-0233-47DD-AC71-29FA07F77E4D}" destId="{7583CB25-0894-4532-A94B-DF869F053479}" srcOrd="0" destOrd="0" presId="urn:microsoft.com/office/officeart/2005/8/layout/vList6"/>
    <dgm:cxn modelId="{638EB85A-CFBA-4A93-BD07-76D8EB99E65A}" srcId="{F64BD8BC-6F39-4746-AD00-19D64591F741}" destId="{1545CD60-EE96-41E6-B6B3-7D49042709FA}" srcOrd="2" destOrd="0" parTransId="{76A8FCA2-B696-4D7C-98B2-8270EFA62926}" sibTransId="{148DC8F8-C9E3-4FA4-820A-6FFDCB342735}"/>
    <dgm:cxn modelId="{4B2DD585-1369-4E0C-BD62-A968CC0E6D5A}" srcId="{F64BD8BC-6F39-4746-AD00-19D64591F741}" destId="{A9BA7F8B-0FBD-4628-9B1D-65D699FD9D09}" srcOrd="4" destOrd="0" parTransId="{8D3AB1B6-B7C7-47A8-AD2D-17606665FB30}" sibTransId="{3F58BCE6-4385-499F-B1DB-616977BEED42}"/>
    <dgm:cxn modelId="{3A0A989A-C829-4882-BFDF-D3042675C071}" type="presOf" srcId="{1545CD60-EE96-41E6-B6B3-7D49042709FA}" destId="{BC7EC030-C7B7-44C0-B741-5DF5923472FA}" srcOrd="0" destOrd="0" presId="urn:microsoft.com/office/officeart/2005/8/layout/vList6"/>
    <dgm:cxn modelId="{A7C776AA-5281-4C89-9116-8987187F5174}" type="presOf" srcId="{7E7454CD-7744-4CEE-89D7-686485C5162E}" destId="{8CE43438-A78A-4D44-B206-BB6B17A3D93D}" srcOrd="0" destOrd="0" presId="urn:microsoft.com/office/officeart/2005/8/layout/vList6"/>
    <dgm:cxn modelId="{2CB60CC5-58D9-4793-9646-9C652C7674B8}" srcId="{F64BD8BC-6F39-4746-AD00-19D64591F741}" destId="{BA35C909-0233-47DD-AC71-29FA07F77E4D}" srcOrd="0" destOrd="0" parTransId="{73E2493D-FB6E-4813-B8D5-AB112E4EF91E}" sibTransId="{83B37105-07B4-41F3-989E-3C3FA9F5FAEC}"/>
    <dgm:cxn modelId="{E0A9A3D1-46F9-406E-8796-095BD6CFA3A4}" srcId="{F64BD8BC-6F39-4746-AD00-19D64591F741}" destId="{7E7454CD-7744-4CEE-89D7-686485C5162E}" srcOrd="3" destOrd="0" parTransId="{349DD755-AAA0-4ACE-922E-B082799B6E1C}" sibTransId="{984C6E4A-1CFB-4F76-BBF1-D3C2FD6E5A6E}"/>
    <dgm:cxn modelId="{C1DF0CE7-FB2F-4987-A1DC-B197D7719CF5}" type="presOf" srcId="{F64BD8BC-6F39-4746-AD00-19D64591F741}" destId="{1C292E16-11CE-4298-9E48-3BDF29C3B89D}" srcOrd="0" destOrd="0" presId="urn:microsoft.com/office/officeart/2005/8/layout/vList6"/>
    <dgm:cxn modelId="{3E19BCCD-E387-4030-9C79-3798BE5EE4F0}" type="presParOf" srcId="{1C292E16-11CE-4298-9E48-3BDF29C3B89D}" destId="{385EE22F-1CE1-4168-9A1A-A5750B6B8AB7}" srcOrd="0" destOrd="0" presId="urn:microsoft.com/office/officeart/2005/8/layout/vList6"/>
    <dgm:cxn modelId="{A458B7DF-F9BD-4CE1-8D7B-2DEA307D5DFC}" type="presParOf" srcId="{385EE22F-1CE1-4168-9A1A-A5750B6B8AB7}" destId="{7583CB25-0894-4532-A94B-DF869F053479}" srcOrd="0" destOrd="0" presId="urn:microsoft.com/office/officeart/2005/8/layout/vList6"/>
    <dgm:cxn modelId="{5B27FD0C-B56E-43F8-9932-2F6B0F027F66}" type="presParOf" srcId="{385EE22F-1CE1-4168-9A1A-A5750B6B8AB7}" destId="{7F0EA84C-F8B4-4EFD-94FF-83DB8DB4A88F}" srcOrd="1" destOrd="0" presId="urn:microsoft.com/office/officeart/2005/8/layout/vList6"/>
    <dgm:cxn modelId="{13417E75-9B7D-4966-B877-BCF2DE413E5B}" type="presParOf" srcId="{1C292E16-11CE-4298-9E48-3BDF29C3B89D}" destId="{0137D0CE-4BF9-4304-BF1B-4F5DAD47A096}" srcOrd="1" destOrd="0" presId="urn:microsoft.com/office/officeart/2005/8/layout/vList6"/>
    <dgm:cxn modelId="{07C7D4D9-D98B-4A7E-81A4-925C959F7866}" type="presParOf" srcId="{1C292E16-11CE-4298-9E48-3BDF29C3B89D}" destId="{666529E1-9042-433C-847C-F35A52506FA7}" srcOrd="2" destOrd="0" presId="urn:microsoft.com/office/officeart/2005/8/layout/vList6"/>
    <dgm:cxn modelId="{C4B861C1-8E13-47CD-96A1-4EED382D0ECB}" type="presParOf" srcId="{666529E1-9042-433C-847C-F35A52506FA7}" destId="{8D33494A-488F-42CC-AE0E-58377467A0CA}" srcOrd="0" destOrd="0" presId="urn:microsoft.com/office/officeart/2005/8/layout/vList6"/>
    <dgm:cxn modelId="{55AC15DD-A4F5-4BBF-B348-BF6B10BBE448}" type="presParOf" srcId="{666529E1-9042-433C-847C-F35A52506FA7}" destId="{43142E2B-1602-4AFA-98C5-7914B216F702}" srcOrd="1" destOrd="0" presId="urn:microsoft.com/office/officeart/2005/8/layout/vList6"/>
    <dgm:cxn modelId="{A96C420A-F6D5-4983-B90C-4075F9B5CF49}" type="presParOf" srcId="{1C292E16-11CE-4298-9E48-3BDF29C3B89D}" destId="{34F91CAF-56B8-4D0E-92DF-0A8A3A32FFDC}" srcOrd="3" destOrd="0" presId="urn:microsoft.com/office/officeart/2005/8/layout/vList6"/>
    <dgm:cxn modelId="{C2809F1C-9460-4C4C-A790-60E8EE414E67}" type="presParOf" srcId="{1C292E16-11CE-4298-9E48-3BDF29C3B89D}" destId="{B8883082-D390-4CC9-B046-3B741F92B648}" srcOrd="4" destOrd="0" presId="urn:microsoft.com/office/officeart/2005/8/layout/vList6"/>
    <dgm:cxn modelId="{35C0CA76-6990-4A8F-866F-0FF5130A3EAC}" type="presParOf" srcId="{B8883082-D390-4CC9-B046-3B741F92B648}" destId="{BC7EC030-C7B7-44C0-B741-5DF5923472FA}" srcOrd="0" destOrd="0" presId="urn:microsoft.com/office/officeart/2005/8/layout/vList6"/>
    <dgm:cxn modelId="{237BA8F7-C86C-4647-92C0-51970C0364ED}" type="presParOf" srcId="{B8883082-D390-4CC9-B046-3B741F92B648}" destId="{B9E1005D-586B-4232-B5C5-3B968DC2A35E}" srcOrd="1" destOrd="0" presId="urn:microsoft.com/office/officeart/2005/8/layout/vList6"/>
    <dgm:cxn modelId="{BA50520E-2702-424E-A2D0-4006832272C3}" type="presParOf" srcId="{1C292E16-11CE-4298-9E48-3BDF29C3B89D}" destId="{30F5DC67-391F-4FD6-9EE2-0A6FE597383A}" srcOrd="5" destOrd="0" presId="urn:microsoft.com/office/officeart/2005/8/layout/vList6"/>
    <dgm:cxn modelId="{160EC089-798E-47C3-9152-4537596D1597}" type="presParOf" srcId="{1C292E16-11CE-4298-9E48-3BDF29C3B89D}" destId="{C71C6FFF-3DD1-4421-8E33-7FE44C5F069C}" srcOrd="6" destOrd="0" presId="urn:microsoft.com/office/officeart/2005/8/layout/vList6"/>
    <dgm:cxn modelId="{7A5114E8-65F5-4B85-BBC7-20F255D301CB}" type="presParOf" srcId="{C71C6FFF-3DD1-4421-8E33-7FE44C5F069C}" destId="{8CE43438-A78A-4D44-B206-BB6B17A3D93D}" srcOrd="0" destOrd="0" presId="urn:microsoft.com/office/officeart/2005/8/layout/vList6"/>
    <dgm:cxn modelId="{733215C6-0A4A-4227-864C-BBC298C8132F}" type="presParOf" srcId="{C71C6FFF-3DD1-4421-8E33-7FE44C5F069C}" destId="{0486FA49-99DB-4EB0-B5AD-F3A486052C72}" srcOrd="1" destOrd="0" presId="urn:microsoft.com/office/officeart/2005/8/layout/vList6"/>
    <dgm:cxn modelId="{9946EC76-BD3E-4D36-A92D-08C9428A3E5E}" type="presParOf" srcId="{1C292E16-11CE-4298-9E48-3BDF29C3B89D}" destId="{6909C5D0-1E96-49A3-B14F-5DFB701F5A07}" srcOrd="7" destOrd="0" presId="urn:microsoft.com/office/officeart/2005/8/layout/vList6"/>
    <dgm:cxn modelId="{08670BC0-CBEC-4C85-9A41-656D423D2D05}" type="presParOf" srcId="{1C292E16-11CE-4298-9E48-3BDF29C3B89D}" destId="{91F4E8A9-BDDC-492F-AACC-A5A0AEAD382F}" srcOrd="8" destOrd="0" presId="urn:microsoft.com/office/officeart/2005/8/layout/vList6"/>
    <dgm:cxn modelId="{D886A31D-7EA7-4CDD-9C9B-C21F77926E59}" type="presParOf" srcId="{91F4E8A9-BDDC-492F-AACC-A5A0AEAD382F}" destId="{B5F93A14-DEBE-4588-8A9F-B5EF04675A3A}" srcOrd="0" destOrd="0" presId="urn:microsoft.com/office/officeart/2005/8/layout/vList6"/>
    <dgm:cxn modelId="{F947655A-C8BE-4C42-848C-243F63612BF7}" type="presParOf" srcId="{91F4E8A9-BDDC-492F-AACC-A5A0AEAD382F}" destId="{693B0258-0F75-418D-A1F9-C347A2C72399}"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0B271E-7E3F-4FEF-82F3-9C37A0DD6BA2}">
      <dsp:nvSpPr>
        <dsp:cNvPr id="0" name=""/>
        <dsp:cNvSpPr/>
      </dsp:nvSpPr>
      <dsp:spPr>
        <a:xfrm>
          <a:off x="-189255" y="0"/>
          <a:ext cx="4022725" cy="4022725"/>
        </a:xfrm>
        <a:prstGeom prst="triangle">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sp>
    <dsp:sp modelId="{F2720DFF-0BA2-47FF-8F2D-6FAFF51A892C}">
      <dsp:nvSpPr>
        <dsp:cNvPr id="0" name=""/>
        <dsp:cNvSpPr/>
      </dsp:nvSpPr>
      <dsp:spPr>
        <a:xfrm>
          <a:off x="1132604" y="402783"/>
          <a:ext cx="3993775" cy="380096"/>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Networking devices</a:t>
          </a:r>
        </a:p>
      </dsp:txBody>
      <dsp:txXfrm>
        <a:off x="1151159" y="421338"/>
        <a:ext cx="3956665" cy="342986"/>
      </dsp:txXfrm>
    </dsp:sp>
    <dsp:sp modelId="{91799D0F-1E9D-45A3-9AAB-B9B8986C4B6A}">
      <dsp:nvSpPr>
        <dsp:cNvPr id="0" name=""/>
        <dsp:cNvSpPr/>
      </dsp:nvSpPr>
      <dsp:spPr>
        <a:xfrm>
          <a:off x="1132604" y="804927"/>
          <a:ext cx="3993775" cy="380096"/>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Mobile phones</a:t>
          </a:r>
        </a:p>
      </dsp:txBody>
      <dsp:txXfrm>
        <a:off x="1151159" y="823482"/>
        <a:ext cx="3956665" cy="342986"/>
      </dsp:txXfrm>
    </dsp:sp>
    <dsp:sp modelId="{E317E219-5572-431E-BFF4-BB872EC25009}">
      <dsp:nvSpPr>
        <dsp:cNvPr id="0" name=""/>
        <dsp:cNvSpPr/>
      </dsp:nvSpPr>
      <dsp:spPr>
        <a:xfrm>
          <a:off x="1132604" y="1207072"/>
          <a:ext cx="3993775" cy="380096"/>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Tablets</a:t>
          </a:r>
        </a:p>
      </dsp:txBody>
      <dsp:txXfrm>
        <a:off x="1151159" y="1225627"/>
        <a:ext cx="3956665" cy="342986"/>
      </dsp:txXfrm>
    </dsp:sp>
    <dsp:sp modelId="{385BF870-A501-4487-A545-D0CE93CA2C52}">
      <dsp:nvSpPr>
        <dsp:cNvPr id="0" name=""/>
        <dsp:cNvSpPr/>
      </dsp:nvSpPr>
      <dsp:spPr>
        <a:xfrm>
          <a:off x="1132604" y="1609217"/>
          <a:ext cx="3993775" cy="380096"/>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Digital cameras</a:t>
          </a:r>
        </a:p>
      </dsp:txBody>
      <dsp:txXfrm>
        <a:off x="1151159" y="1627772"/>
        <a:ext cx="3956665" cy="342986"/>
      </dsp:txXfrm>
    </dsp:sp>
    <dsp:sp modelId="{21DE5440-BCC3-41E5-A6ED-B8A78015E6CF}">
      <dsp:nvSpPr>
        <dsp:cNvPr id="0" name=""/>
        <dsp:cNvSpPr/>
      </dsp:nvSpPr>
      <dsp:spPr>
        <a:xfrm>
          <a:off x="1132604" y="2011362"/>
          <a:ext cx="3993775" cy="380096"/>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Internet of Things (</a:t>
          </a:r>
          <a:r>
            <a:rPr lang="en-IN" sz="2000" kern="1200" err="1"/>
            <a:t>IoT</a:t>
          </a:r>
          <a:r>
            <a:rPr lang="en-IN" sz="2000" kern="1200"/>
            <a:t>) devices</a:t>
          </a:r>
        </a:p>
      </dsp:txBody>
      <dsp:txXfrm>
        <a:off x="1151159" y="2029917"/>
        <a:ext cx="3956665" cy="342986"/>
      </dsp:txXfrm>
    </dsp:sp>
    <dsp:sp modelId="{DEA8580C-D33D-4961-B7D8-AD828D62CC74}">
      <dsp:nvSpPr>
        <dsp:cNvPr id="0" name=""/>
        <dsp:cNvSpPr/>
      </dsp:nvSpPr>
      <dsp:spPr>
        <a:xfrm>
          <a:off x="1132604" y="2413507"/>
          <a:ext cx="3993775" cy="380096"/>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SD cards</a:t>
          </a:r>
        </a:p>
      </dsp:txBody>
      <dsp:txXfrm>
        <a:off x="1151159" y="2432062"/>
        <a:ext cx="3956665" cy="342986"/>
      </dsp:txXfrm>
    </dsp:sp>
    <dsp:sp modelId="{B999159E-D6A2-41AE-87BE-4185E2FF6DCC}">
      <dsp:nvSpPr>
        <dsp:cNvPr id="0" name=""/>
        <dsp:cNvSpPr/>
      </dsp:nvSpPr>
      <dsp:spPr>
        <a:xfrm>
          <a:off x="1132604" y="2815652"/>
          <a:ext cx="3993775" cy="380096"/>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USB drives</a:t>
          </a:r>
        </a:p>
      </dsp:txBody>
      <dsp:txXfrm>
        <a:off x="1151159" y="2834207"/>
        <a:ext cx="3956665" cy="342986"/>
      </dsp:txXfrm>
    </dsp:sp>
    <dsp:sp modelId="{46EE61BB-85D8-4299-8CA4-2EFC47BDCE8A}">
      <dsp:nvSpPr>
        <dsp:cNvPr id="0" name=""/>
        <dsp:cNvSpPr/>
      </dsp:nvSpPr>
      <dsp:spPr>
        <a:xfrm>
          <a:off x="1132604" y="3217797"/>
          <a:ext cx="3993775" cy="380096"/>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CD/DVD</a:t>
          </a:r>
        </a:p>
      </dsp:txBody>
      <dsp:txXfrm>
        <a:off x="1151159" y="3236352"/>
        <a:ext cx="3956665" cy="3429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D05A3-4835-40B5-825F-7D5BAEC111C7}">
      <dsp:nvSpPr>
        <dsp:cNvPr id="0" name=""/>
        <dsp:cNvSpPr/>
      </dsp:nvSpPr>
      <dsp:spPr>
        <a:xfrm>
          <a:off x="623951" y="797788"/>
          <a:ext cx="2170699" cy="1790372"/>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85750" lvl="1" indent="-285750" algn="l" defTabSz="2889250">
            <a:lnSpc>
              <a:spcPct val="90000"/>
            </a:lnSpc>
            <a:spcBef>
              <a:spcPct val="0"/>
            </a:spcBef>
            <a:spcAft>
              <a:spcPct val="15000"/>
            </a:spcAft>
            <a:buChar char="•"/>
          </a:pPr>
          <a:endParaRPr lang="en-IN" sz="6500" kern="1200"/>
        </a:p>
      </dsp:txBody>
      <dsp:txXfrm>
        <a:off x="665152" y="838989"/>
        <a:ext cx="2088297" cy="1324319"/>
      </dsp:txXfrm>
    </dsp:sp>
    <dsp:sp modelId="{C8D82148-55A5-4BFC-B6C9-B2A42F23F670}">
      <dsp:nvSpPr>
        <dsp:cNvPr id="0" name=""/>
        <dsp:cNvSpPr/>
      </dsp:nvSpPr>
      <dsp:spPr>
        <a:xfrm>
          <a:off x="1783244" y="1139099"/>
          <a:ext cx="2888016" cy="2888016"/>
        </a:xfrm>
        <a:prstGeom prst="leftCircularArrow">
          <a:avLst>
            <a:gd name="adj1" fmla="val 3657"/>
            <a:gd name="adj2" fmla="val 455449"/>
            <a:gd name="adj3" fmla="val 2230959"/>
            <a:gd name="adj4" fmla="val 9024489"/>
            <a:gd name="adj5" fmla="val 4266"/>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9C84C658-D06F-4651-810A-B4A52BF48BAD}">
      <dsp:nvSpPr>
        <dsp:cNvPr id="0" name=""/>
        <dsp:cNvSpPr/>
      </dsp:nvSpPr>
      <dsp:spPr>
        <a:xfrm>
          <a:off x="876698" y="1936636"/>
          <a:ext cx="2388772" cy="1303048"/>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IN" sz="2600" kern="1200"/>
            <a:t>Identifying the evidence</a:t>
          </a:r>
        </a:p>
      </dsp:txBody>
      <dsp:txXfrm>
        <a:off x="914863" y="1974801"/>
        <a:ext cx="2312442" cy="1226718"/>
      </dsp:txXfrm>
    </dsp:sp>
    <dsp:sp modelId="{63B2F981-1F28-4DEA-961D-345CD687F748}">
      <dsp:nvSpPr>
        <dsp:cNvPr id="0" name=""/>
        <dsp:cNvSpPr/>
      </dsp:nvSpPr>
      <dsp:spPr>
        <a:xfrm>
          <a:off x="3768390" y="1065661"/>
          <a:ext cx="2170699" cy="1790372"/>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sp>
    <dsp:sp modelId="{1B88C28F-6225-41C6-8393-8D2A85CAB740}">
      <dsp:nvSpPr>
        <dsp:cNvPr id="0" name=""/>
        <dsp:cNvSpPr/>
      </dsp:nvSpPr>
      <dsp:spPr>
        <a:xfrm>
          <a:off x="4914090" y="-426044"/>
          <a:ext cx="3096441" cy="3096441"/>
        </a:xfrm>
        <a:prstGeom prst="circularArrow">
          <a:avLst>
            <a:gd name="adj1" fmla="val 3411"/>
            <a:gd name="adj2" fmla="val 422302"/>
            <a:gd name="adj3" fmla="val 19402187"/>
            <a:gd name="adj4" fmla="val 12575511"/>
            <a:gd name="adj5" fmla="val 3979"/>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CBA38576-83C7-4561-B7D9-D811810E7530}">
      <dsp:nvSpPr>
        <dsp:cNvPr id="0" name=""/>
        <dsp:cNvSpPr/>
      </dsp:nvSpPr>
      <dsp:spPr>
        <a:xfrm>
          <a:off x="4081086" y="414136"/>
          <a:ext cx="2268872" cy="1303048"/>
        </a:xfrm>
        <a:prstGeom prst="roundRect">
          <a:avLst>
            <a:gd name="adj" fmla="val 10000"/>
          </a:avLst>
        </a:prstGeom>
        <a:gradFill rotWithShape="0">
          <a:gsLst>
            <a:gs pos="0">
              <a:schemeClr val="accent2">
                <a:hueOff val="-727682"/>
                <a:satOff val="-41964"/>
                <a:lumOff val="4314"/>
                <a:alphaOff val="0"/>
                <a:lumMod val="110000"/>
                <a:satMod val="105000"/>
                <a:tint val="67000"/>
              </a:schemeClr>
            </a:gs>
            <a:gs pos="50000">
              <a:schemeClr val="accent2">
                <a:hueOff val="-727682"/>
                <a:satOff val="-41964"/>
                <a:lumOff val="4314"/>
                <a:alphaOff val="0"/>
                <a:lumMod val="105000"/>
                <a:satMod val="103000"/>
                <a:tint val="73000"/>
              </a:schemeClr>
            </a:gs>
            <a:gs pos="100000">
              <a:schemeClr val="accent2">
                <a:hueOff val="-727682"/>
                <a:satOff val="-41964"/>
                <a:lumOff val="431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IN" sz="2600" kern="1200"/>
            <a:t>Preservation and Collection of evidence</a:t>
          </a:r>
        </a:p>
      </dsp:txBody>
      <dsp:txXfrm>
        <a:off x="4119251" y="452301"/>
        <a:ext cx="2192542" cy="1226718"/>
      </dsp:txXfrm>
    </dsp:sp>
    <dsp:sp modelId="{B3B7C627-0944-46F1-A7EC-E1426C2CF4F7}">
      <dsp:nvSpPr>
        <dsp:cNvPr id="0" name=""/>
        <dsp:cNvSpPr/>
      </dsp:nvSpPr>
      <dsp:spPr>
        <a:xfrm>
          <a:off x="6852879" y="797788"/>
          <a:ext cx="2170699" cy="1790372"/>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sp>
    <dsp:sp modelId="{66D36C5A-52AA-46E4-ACC2-16E517201144}">
      <dsp:nvSpPr>
        <dsp:cNvPr id="0" name=""/>
        <dsp:cNvSpPr/>
      </dsp:nvSpPr>
      <dsp:spPr>
        <a:xfrm>
          <a:off x="7165575" y="1936636"/>
          <a:ext cx="2268872" cy="1303048"/>
        </a:xfrm>
        <a:prstGeom prst="roundRect">
          <a:avLst>
            <a:gd name="adj" fmla="val 10000"/>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IN" sz="2800" kern="1200"/>
            <a:t>Analysis and report generation</a:t>
          </a:r>
        </a:p>
      </dsp:txBody>
      <dsp:txXfrm>
        <a:off x="7203740" y="1974801"/>
        <a:ext cx="2192542" cy="12267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0EA84C-F8B4-4EFD-94FF-83DB8DB4A88F}">
      <dsp:nvSpPr>
        <dsp:cNvPr id="0" name=""/>
        <dsp:cNvSpPr/>
      </dsp:nvSpPr>
      <dsp:spPr>
        <a:xfrm>
          <a:off x="4023486" y="1301"/>
          <a:ext cx="6035230" cy="704600"/>
        </a:xfrm>
        <a:prstGeom prst="rightArrow">
          <a:avLst>
            <a:gd name="adj1" fmla="val 75000"/>
            <a:gd name="adj2" fmla="val 50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7583CB25-0894-4532-A94B-DF869F053479}">
      <dsp:nvSpPr>
        <dsp:cNvPr id="0" name=""/>
        <dsp:cNvSpPr/>
      </dsp:nvSpPr>
      <dsp:spPr>
        <a:xfrm>
          <a:off x="0" y="1301"/>
          <a:ext cx="4023486" cy="70460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IN" sz="2800" kern="1200"/>
            <a:t>Ransomware</a:t>
          </a:r>
        </a:p>
      </dsp:txBody>
      <dsp:txXfrm>
        <a:off x="34396" y="35697"/>
        <a:ext cx="3954694" cy="635808"/>
      </dsp:txXfrm>
    </dsp:sp>
    <dsp:sp modelId="{43142E2B-1602-4AFA-98C5-7914B216F702}">
      <dsp:nvSpPr>
        <dsp:cNvPr id="0" name=""/>
        <dsp:cNvSpPr/>
      </dsp:nvSpPr>
      <dsp:spPr>
        <a:xfrm>
          <a:off x="4023486" y="776362"/>
          <a:ext cx="6035230" cy="704600"/>
        </a:xfrm>
        <a:prstGeom prst="rightArrow">
          <a:avLst>
            <a:gd name="adj1" fmla="val 75000"/>
            <a:gd name="adj2" fmla="val 50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8D33494A-488F-42CC-AE0E-58377467A0CA}">
      <dsp:nvSpPr>
        <dsp:cNvPr id="0" name=""/>
        <dsp:cNvSpPr/>
      </dsp:nvSpPr>
      <dsp:spPr>
        <a:xfrm>
          <a:off x="0" y="776362"/>
          <a:ext cx="4023486" cy="70460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IN" sz="2800" kern="1200"/>
            <a:t>Phishing</a:t>
          </a:r>
        </a:p>
      </dsp:txBody>
      <dsp:txXfrm>
        <a:off x="34396" y="810758"/>
        <a:ext cx="3954694" cy="635808"/>
      </dsp:txXfrm>
    </dsp:sp>
    <dsp:sp modelId="{B9E1005D-586B-4232-B5C5-3B968DC2A35E}">
      <dsp:nvSpPr>
        <dsp:cNvPr id="0" name=""/>
        <dsp:cNvSpPr/>
      </dsp:nvSpPr>
      <dsp:spPr>
        <a:xfrm>
          <a:off x="4023486" y="1551423"/>
          <a:ext cx="6035230" cy="704600"/>
        </a:xfrm>
        <a:prstGeom prst="rightArrow">
          <a:avLst>
            <a:gd name="adj1" fmla="val 75000"/>
            <a:gd name="adj2" fmla="val 50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C7EC030-C7B7-44C0-B741-5DF5923472FA}">
      <dsp:nvSpPr>
        <dsp:cNvPr id="0" name=""/>
        <dsp:cNvSpPr/>
      </dsp:nvSpPr>
      <dsp:spPr>
        <a:xfrm>
          <a:off x="0" y="1551423"/>
          <a:ext cx="4023486" cy="70460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IN" sz="2800" kern="1200"/>
            <a:t>SQL </a:t>
          </a:r>
          <a:r>
            <a:rPr lang="en-IN" sz="2800" kern="1200">
              <a:latin typeface="Calibri Light" panose="020F0302020204030204"/>
            </a:rPr>
            <a:t>injection</a:t>
          </a:r>
          <a:endParaRPr lang="en-IN" sz="2800" kern="1200"/>
        </a:p>
      </dsp:txBody>
      <dsp:txXfrm>
        <a:off x="34396" y="1585819"/>
        <a:ext cx="3954694" cy="635808"/>
      </dsp:txXfrm>
    </dsp:sp>
    <dsp:sp modelId="{0486FA49-99DB-4EB0-B5AD-F3A486052C72}">
      <dsp:nvSpPr>
        <dsp:cNvPr id="0" name=""/>
        <dsp:cNvSpPr/>
      </dsp:nvSpPr>
      <dsp:spPr>
        <a:xfrm>
          <a:off x="4023486" y="2326484"/>
          <a:ext cx="6035230" cy="704600"/>
        </a:xfrm>
        <a:prstGeom prst="rightArrow">
          <a:avLst>
            <a:gd name="adj1" fmla="val 75000"/>
            <a:gd name="adj2" fmla="val 50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8CE43438-A78A-4D44-B206-BB6B17A3D93D}">
      <dsp:nvSpPr>
        <dsp:cNvPr id="0" name=""/>
        <dsp:cNvSpPr/>
      </dsp:nvSpPr>
      <dsp:spPr>
        <a:xfrm>
          <a:off x="0" y="2326484"/>
          <a:ext cx="4023486" cy="704600"/>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IN" sz="2800" kern="1200"/>
            <a:t>Unauthorized access</a:t>
          </a:r>
        </a:p>
      </dsp:txBody>
      <dsp:txXfrm>
        <a:off x="34396" y="2360880"/>
        <a:ext cx="3954694" cy="635808"/>
      </dsp:txXfrm>
    </dsp:sp>
    <dsp:sp modelId="{693B0258-0F75-418D-A1F9-C347A2C72399}">
      <dsp:nvSpPr>
        <dsp:cNvPr id="0" name=""/>
        <dsp:cNvSpPr/>
      </dsp:nvSpPr>
      <dsp:spPr>
        <a:xfrm>
          <a:off x="4023486" y="3101545"/>
          <a:ext cx="6035230" cy="704600"/>
        </a:xfrm>
        <a:prstGeom prst="rightArrow">
          <a:avLst>
            <a:gd name="adj1" fmla="val 75000"/>
            <a:gd name="adj2" fmla="val 50000"/>
          </a:avLst>
        </a:prstGeom>
        <a:solidFill>
          <a:schemeClr val="accent6">
            <a:tint val="40000"/>
            <a:alpha val="90000"/>
            <a:hueOff val="0"/>
            <a:satOff val="0"/>
            <a:lumOff val="0"/>
            <a:alphaOff val="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5F93A14-DEBE-4588-8A9F-B5EF04675A3A}">
      <dsp:nvSpPr>
        <dsp:cNvPr id="0" name=""/>
        <dsp:cNvSpPr/>
      </dsp:nvSpPr>
      <dsp:spPr>
        <a:xfrm>
          <a:off x="0" y="3101545"/>
          <a:ext cx="4023486" cy="704600"/>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a:t> Distributed Denial-of-Service (</a:t>
          </a:r>
          <a:r>
            <a:rPr lang="en-IN" sz="2000" kern="1200"/>
            <a:t>DDoS</a:t>
          </a:r>
          <a:r>
            <a:rPr lang="en-IN" sz="2400" kern="1200"/>
            <a:t>)</a:t>
          </a:r>
        </a:p>
      </dsp:txBody>
      <dsp:txXfrm>
        <a:off x="34396" y="3135941"/>
        <a:ext cx="3954694" cy="635808"/>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972802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165925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9FA31A-512E-4245-9DFD-3B6BE7D63AE9}"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375467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79FA31A-512E-4245-9DFD-3B6BE7D63AE9}"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1265094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79FA31A-512E-4245-9DFD-3B6BE7D63AE9}" type="datetimeFigureOut">
              <a:rPr lang="en-IN" smtClean="0"/>
              <a:t>21-07-2026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613184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79FA31A-512E-4245-9DFD-3B6BE7D63AE9}" type="datetimeFigureOut">
              <a:rPr lang="en-IN" smtClean="0"/>
              <a:t>21-07-2026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823260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FA31A-512E-4245-9DFD-3B6BE7D63AE9}" type="datetimeFigureOut">
              <a:rPr lang="en-IN" smtClean="0"/>
              <a:t>21-07-2026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06552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9FA31A-512E-4245-9DFD-3B6BE7D63AE9}"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991625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9FA31A-512E-4245-9DFD-3B6BE7D63AE9}"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574922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4191760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770095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9FA31A-512E-4245-9DFD-3B6BE7D63AE9}" type="datetimeFigureOut">
              <a:rPr lang="en-IN" smtClean="0"/>
              <a:t>21-07-2026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FEE6D3-5DA8-420D-961E-84E341E47D49}" type="slidenum">
              <a:rPr lang="en-IN" smtClean="0"/>
              <a:t>‹#›</a:t>
            </a:fld>
            <a:endParaRPr lang="en-IN"/>
          </a:p>
        </p:txBody>
      </p:sp>
    </p:spTree>
    <p:extLst>
      <p:ext uri="{BB962C8B-B14F-4D97-AF65-F5344CB8AC3E}">
        <p14:creationId xmlns:p14="http://schemas.microsoft.com/office/powerpoint/2010/main" val="1319882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t>Digital Forensics (</a:t>
            </a:r>
            <a:r>
              <a:rPr lang="en-US"/>
              <a:t>20CP411T</a:t>
            </a:r>
            <a:r>
              <a:rPr lang="en-IN"/>
              <a:t>)</a:t>
            </a:r>
          </a:p>
        </p:txBody>
      </p:sp>
      <p:sp>
        <p:nvSpPr>
          <p:cNvPr id="3" name="Subtitle 2"/>
          <p:cNvSpPr>
            <a:spLocks noGrp="1"/>
          </p:cNvSpPr>
          <p:nvPr>
            <p:ph type="subTitle" idx="1"/>
          </p:nvPr>
        </p:nvSpPr>
        <p:spPr/>
        <p:txBody>
          <a:bodyPr>
            <a:normAutofit/>
          </a:bodyPr>
          <a:lstStyle/>
          <a:p>
            <a:pPr>
              <a:lnSpc>
                <a:spcPct val="107000"/>
              </a:lnSpc>
              <a:spcAft>
                <a:spcPts val="0"/>
              </a:spcAft>
            </a:pPr>
            <a:r>
              <a:rPr lang="en-GB" sz="6000">
                <a:latin typeface="+mj-lt"/>
                <a:ea typeface="+mj-ea"/>
                <a:cs typeface="+mj-cs"/>
              </a:rPr>
              <a:t>UNIT 1 INTRODUCTION</a:t>
            </a:r>
            <a:endParaRPr lang="en-IN" sz="6000">
              <a:latin typeface="+mj-lt"/>
              <a:ea typeface="+mj-ea"/>
              <a:cs typeface="+mj-cs"/>
            </a:endParaRPr>
          </a:p>
        </p:txBody>
      </p:sp>
    </p:spTree>
    <p:extLst>
      <p:ext uri="{BB962C8B-B14F-4D97-AF65-F5344CB8AC3E}">
        <p14:creationId xmlns:p14="http://schemas.microsoft.com/office/powerpoint/2010/main" val="4051154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30AA1-BC89-D55C-BDD9-A841A9BC3935}"/>
              </a:ext>
            </a:extLst>
          </p:cNvPr>
          <p:cNvSpPr>
            <a:spLocks noGrp="1"/>
          </p:cNvSpPr>
          <p:nvPr>
            <p:ph type="title"/>
          </p:nvPr>
        </p:nvSpPr>
        <p:spPr/>
        <p:txBody>
          <a:bodyPr/>
          <a:lstStyle/>
          <a:p>
            <a:r>
              <a:rPr lang="en-US">
                <a:ea typeface="Calibri Light"/>
                <a:cs typeface="Calibri Light"/>
              </a:rPr>
              <a:t>Class Team Code</a:t>
            </a:r>
            <a:endParaRPr lang="en-US"/>
          </a:p>
        </p:txBody>
      </p:sp>
      <p:pic>
        <p:nvPicPr>
          <p:cNvPr id="6" name="Content Placeholder 5">
            <a:extLst>
              <a:ext uri="{FF2B5EF4-FFF2-40B4-BE49-F238E27FC236}">
                <a16:creationId xmlns:a16="http://schemas.microsoft.com/office/drawing/2014/main" id="{2E0DDBAA-23EF-77B9-4661-A836D91D8135}"/>
              </a:ext>
            </a:extLst>
          </p:cNvPr>
          <p:cNvPicPr>
            <a:picLocks noGrp="1" noChangeAspect="1"/>
          </p:cNvPicPr>
          <p:nvPr>
            <p:ph idx="1"/>
          </p:nvPr>
        </p:nvPicPr>
        <p:blipFill>
          <a:blip r:embed="rId2"/>
          <a:stretch>
            <a:fillRect/>
          </a:stretch>
        </p:blipFill>
        <p:spPr>
          <a:xfrm>
            <a:off x="1483758" y="1825625"/>
            <a:ext cx="9224483" cy="4351338"/>
          </a:xfrm>
          <a:prstGeom prst="rect">
            <a:avLst/>
          </a:prstGeom>
        </p:spPr>
      </p:pic>
    </p:spTree>
    <p:extLst>
      <p:ext uri="{BB962C8B-B14F-4D97-AF65-F5344CB8AC3E}">
        <p14:creationId xmlns:p14="http://schemas.microsoft.com/office/powerpoint/2010/main" val="1663399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Outline</a:t>
            </a: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GB">
                <a:effectLst/>
                <a:latin typeface="+mj-lt"/>
              </a:rPr>
              <a:t>Computer forensics fundamentals</a:t>
            </a:r>
          </a:p>
          <a:p>
            <a:pPr algn="just">
              <a:buFont typeface="Wingdings" panose="05000000000000000000" pitchFamily="2" charset="2"/>
              <a:buChar char="Ø"/>
            </a:pPr>
            <a:r>
              <a:rPr lang="en-GB">
                <a:effectLst/>
                <a:latin typeface="+mj-lt"/>
              </a:rPr>
              <a:t>Benefits of forensics</a:t>
            </a:r>
          </a:p>
          <a:p>
            <a:pPr algn="just">
              <a:buFont typeface="Wingdings" panose="05000000000000000000" pitchFamily="2" charset="2"/>
              <a:buChar char="Ø"/>
            </a:pPr>
            <a:r>
              <a:rPr lang="en-GB">
                <a:effectLst/>
                <a:latin typeface="+mj-lt"/>
              </a:rPr>
              <a:t>computer crimes</a:t>
            </a:r>
          </a:p>
          <a:p>
            <a:pPr algn="just">
              <a:buFont typeface="Wingdings" panose="05000000000000000000" pitchFamily="2" charset="2"/>
              <a:buChar char="Ø"/>
            </a:pPr>
            <a:r>
              <a:rPr lang="en-GB">
                <a:effectLst/>
                <a:latin typeface="+mj-lt"/>
              </a:rPr>
              <a:t>computer forensics evidence and courts</a:t>
            </a:r>
          </a:p>
          <a:p>
            <a:pPr algn="just">
              <a:buFont typeface="Wingdings" panose="05000000000000000000" pitchFamily="2" charset="2"/>
              <a:buChar char="Ø"/>
            </a:pPr>
            <a:r>
              <a:rPr lang="en-GB">
                <a:effectLst/>
                <a:latin typeface="+mj-lt"/>
              </a:rPr>
              <a:t>Understanding Computing Investigations</a:t>
            </a:r>
          </a:p>
          <a:p>
            <a:pPr algn="just">
              <a:buFont typeface="Wingdings" panose="05000000000000000000" pitchFamily="2" charset="2"/>
              <a:buChar char="Ø"/>
            </a:pPr>
            <a:r>
              <a:rPr lang="en-GB">
                <a:effectLst/>
                <a:latin typeface="+mj-lt"/>
              </a:rPr>
              <a:t>Sources of Digital/Electronic Evidence: Storage devices, Mobile phones, </a:t>
            </a:r>
            <a:r>
              <a:rPr lang="en-GB" err="1">
                <a:effectLst/>
                <a:latin typeface="+mj-lt"/>
              </a:rPr>
              <a:t>Ipods</a:t>
            </a:r>
            <a:r>
              <a:rPr lang="en-GB">
                <a:effectLst/>
                <a:latin typeface="+mj-lt"/>
              </a:rPr>
              <a:t>, internet, </a:t>
            </a:r>
            <a:r>
              <a:rPr lang="en-GB" err="1">
                <a:effectLst/>
                <a:latin typeface="+mj-lt"/>
              </a:rPr>
              <a:t>wifi</a:t>
            </a:r>
            <a:r>
              <a:rPr lang="en-GB">
                <a:effectLst/>
                <a:latin typeface="+mj-lt"/>
              </a:rPr>
              <a:t> networks</a:t>
            </a:r>
            <a:endParaRPr lang="en-IN" sz="3600">
              <a:effectLst/>
              <a:latin typeface="+mj-lt"/>
              <a:ea typeface="Calibri" panose="020F0502020204030204" pitchFamily="34" charset="0"/>
              <a:cs typeface="Mangal"/>
            </a:endParaRPr>
          </a:p>
        </p:txBody>
      </p:sp>
    </p:spTree>
    <p:extLst>
      <p:ext uri="{BB962C8B-B14F-4D97-AF65-F5344CB8AC3E}">
        <p14:creationId xmlns:p14="http://schemas.microsoft.com/office/powerpoint/2010/main" val="3415373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ea typeface="+mj-lt"/>
                <a:cs typeface="+mj-lt"/>
              </a:rPr>
              <a:t>Can Deleted Data Solve a Crime?</a:t>
            </a:r>
            <a:endParaRPr lang="en-US"/>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p:cNvSpPr>
            <a:spLocks noGrp="1"/>
          </p:cNvSpPr>
          <p:nvPr>
            <p:ph sz="half" idx="1"/>
          </p:nvPr>
        </p:nvSpPr>
        <p:spPr>
          <a:xfrm>
            <a:off x="838200" y="1825625"/>
            <a:ext cx="10515600" cy="4351338"/>
          </a:xfrm>
        </p:spPr>
        <p:txBody>
          <a:bodyPr vert="horz" lIns="91440" tIns="45720" rIns="91440" bIns="45720" rtlCol="0" anchor="t">
            <a:normAutofit lnSpcReduction="10000"/>
          </a:bodyPr>
          <a:lstStyle/>
          <a:p>
            <a:pPr marL="0" indent="0">
              <a:buNone/>
            </a:pPr>
            <a:r>
              <a:rPr lang="en-US">
                <a:ea typeface="Calibri"/>
                <a:cs typeface="Calibri"/>
              </a:rPr>
              <a:t>Imagine This...</a:t>
            </a:r>
          </a:p>
          <a:p>
            <a:pPr marL="0" indent="0">
              <a:buNone/>
            </a:pPr>
            <a:r>
              <a:rPr lang="en-US">
                <a:latin typeface="Calibri"/>
                <a:ea typeface="Calibri"/>
                <a:cs typeface="Calibri"/>
              </a:rPr>
              <a:t>A criminal tries to hide all evidence by:</a:t>
            </a:r>
            <a:endParaRPr lang="en-US"/>
          </a:p>
          <a:p>
            <a:r>
              <a:rPr lang="en-US">
                <a:latin typeface="Calibri"/>
                <a:ea typeface="Calibri"/>
                <a:cs typeface="Calibri"/>
              </a:rPr>
              <a:t>Deleting files</a:t>
            </a:r>
            <a:endParaRPr lang="en-US">
              <a:ea typeface="Calibri"/>
              <a:cs typeface="Calibri"/>
            </a:endParaRPr>
          </a:p>
          <a:p>
            <a:r>
              <a:rPr lang="en-US">
                <a:latin typeface="Calibri"/>
                <a:ea typeface="Calibri"/>
                <a:cs typeface="Calibri"/>
              </a:rPr>
              <a:t>Clearing browser history</a:t>
            </a:r>
            <a:endParaRPr lang="en-US">
              <a:ea typeface="Calibri"/>
              <a:cs typeface="Calibri"/>
            </a:endParaRPr>
          </a:p>
          <a:p>
            <a:r>
              <a:rPr lang="en-US">
                <a:latin typeface="Calibri"/>
                <a:ea typeface="Calibri"/>
                <a:cs typeface="Calibri"/>
              </a:rPr>
              <a:t>Removing emails</a:t>
            </a:r>
            <a:endParaRPr lang="en-US">
              <a:ea typeface="Calibri"/>
              <a:cs typeface="Calibri"/>
            </a:endParaRPr>
          </a:p>
          <a:p>
            <a:r>
              <a:rPr lang="en-US">
                <a:latin typeface="Calibri"/>
                <a:ea typeface="Calibri"/>
                <a:cs typeface="Calibri"/>
              </a:rPr>
              <a:t>Formatting the hard drive</a:t>
            </a:r>
            <a:endParaRPr lang="en-US">
              <a:ea typeface="Calibri"/>
              <a:cs typeface="Calibri"/>
            </a:endParaRPr>
          </a:p>
          <a:p>
            <a:pPr marL="0" indent="0">
              <a:buNone/>
            </a:pPr>
            <a:r>
              <a:rPr lang="en-US">
                <a:ea typeface="Calibri"/>
                <a:cs typeface="Calibri"/>
              </a:rPr>
              <a:t>Has the evidence disappeared forever?</a:t>
            </a:r>
            <a:endParaRPr lang="en-US"/>
          </a:p>
          <a:p>
            <a:pPr marL="0" indent="0">
              <a:buNone/>
            </a:pPr>
            <a:r>
              <a:rPr lang="en-US">
                <a:ea typeface="Calibri"/>
                <a:cs typeface="Calibri"/>
              </a:rPr>
              <a:t>🤔 Most people would say "Yes."</a:t>
            </a:r>
            <a:endParaRPr lang="en-US"/>
          </a:p>
          <a:p>
            <a:pPr marL="0" indent="0">
              <a:buNone/>
            </a:pPr>
            <a:r>
              <a:rPr lang="en-US">
                <a:ea typeface="Calibri"/>
                <a:cs typeface="Calibri"/>
              </a:rPr>
              <a:t>👉 Digital Forensics says "Not necessarily."</a:t>
            </a:r>
            <a:endParaRPr lang="en-US"/>
          </a:p>
          <a:p>
            <a:pPr marL="0" indent="0">
              <a:buNone/>
            </a:pPr>
            <a:endParaRPr lang="en-US">
              <a:ea typeface="Calibri"/>
              <a:cs typeface="Calibri"/>
            </a:endParaRPr>
          </a:p>
          <a:p>
            <a:pPr marL="0" indent="0">
              <a:buNone/>
            </a:pPr>
            <a:endParaRPr lang="en-US" b="1">
              <a:ea typeface="Calibri"/>
              <a:cs typeface="Calibri"/>
            </a:endParaRPr>
          </a:p>
          <a:p>
            <a:pPr>
              <a:spcBef>
                <a:spcPts val="500"/>
              </a:spcBef>
            </a:pP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3637662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A6CE63-FC3A-7B5E-F036-223DC8E5071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562D5E2-4440-A9C4-D841-D5C9E960E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9B992CA-CE75-5012-0E0B-0E3591657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9C3CE19-2434-A2AD-22AB-89137BEBF784}"/>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ea typeface="+mj-lt"/>
                <a:cs typeface="+mj-lt"/>
              </a:rPr>
              <a:t>Case Study 1 - The Deleted Email Mystery</a:t>
            </a:r>
            <a:endParaRPr lang="en-US"/>
          </a:p>
        </p:txBody>
      </p:sp>
      <p:sp>
        <p:nvSpPr>
          <p:cNvPr id="15" name="Arc 14">
            <a:extLst>
              <a:ext uri="{FF2B5EF4-FFF2-40B4-BE49-F238E27FC236}">
                <a16:creationId xmlns:a16="http://schemas.microsoft.com/office/drawing/2014/main" id="{8EEC0FAA-9431-4405-F351-FA3F343AC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CE2426CB-7BB0-7119-47BD-49D4A0248666}"/>
              </a:ext>
            </a:extLst>
          </p:cNvPr>
          <p:cNvSpPr>
            <a:spLocks noGrp="1"/>
          </p:cNvSpPr>
          <p:nvPr>
            <p:ph sz="half" idx="1"/>
          </p:nvPr>
        </p:nvSpPr>
        <p:spPr>
          <a:xfrm>
            <a:off x="838200" y="1825625"/>
            <a:ext cx="10515600" cy="4351338"/>
          </a:xfrm>
        </p:spPr>
        <p:txBody>
          <a:bodyPr vert="horz" lIns="91440" tIns="45720" rIns="91440" bIns="45720" rtlCol="0" anchor="t">
            <a:normAutofit/>
          </a:bodyPr>
          <a:lstStyle/>
          <a:p>
            <a:pPr marL="0" indent="0">
              <a:lnSpc>
                <a:spcPct val="80000"/>
              </a:lnSpc>
              <a:buNone/>
            </a:pPr>
            <a:r>
              <a:rPr lang="en-US">
                <a:ea typeface="Calibri"/>
                <a:cs typeface="Calibri"/>
              </a:rPr>
              <a:t>Scenario</a:t>
            </a:r>
            <a:endParaRPr lang="en-US"/>
          </a:p>
          <a:p>
            <a:pPr marL="0" indent="0">
              <a:lnSpc>
                <a:spcPct val="80000"/>
              </a:lnSpc>
              <a:buNone/>
            </a:pPr>
            <a:r>
              <a:rPr lang="en-US">
                <a:latin typeface="Calibri"/>
                <a:ea typeface="Calibri"/>
                <a:cs typeface="Calibri"/>
              </a:rPr>
              <a:t>A company </a:t>
            </a:r>
            <a:r>
              <a:rPr lang="en-US">
                <a:ea typeface="Calibri"/>
                <a:cs typeface="Calibri"/>
              </a:rPr>
              <a:t>notices that confidential customer data has been leaked.</a:t>
            </a:r>
            <a:endParaRPr lang="en-US"/>
          </a:p>
          <a:p>
            <a:pPr marL="0" indent="0">
              <a:lnSpc>
                <a:spcPct val="80000"/>
              </a:lnSpc>
              <a:buNone/>
            </a:pPr>
            <a:r>
              <a:rPr lang="en-US">
                <a:ea typeface="Calibri"/>
                <a:cs typeface="Calibri"/>
              </a:rPr>
              <a:t>An employee who recently resigned becomes the primary suspect.</a:t>
            </a:r>
            <a:endParaRPr lang="en-US"/>
          </a:p>
          <a:p>
            <a:pPr marL="0" indent="0">
              <a:buNone/>
            </a:pPr>
            <a:r>
              <a:rPr lang="en-US">
                <a:ea typeface="Calibri"/>
                <a:cs typeface="Calibri"/>
              </a:rPr>
              <a:t>What the Employee Did</a:t>
            </a:r>
            <a:endParaRPr lang="en-US"/>
          </a:p>
          <a:p>
            <a:pPr marL="457200" indent="-457200"/>
            <a:r>
              <a:rPr lang="en-US">
                <a:ea typeface="Calibri"/>
                <a:cs typeface="Calibri"/>
              </a:rPr>
              <a:t>Copied sensitive files</a:t>
            </a:r>
          </a:p>
          <a:p>
            <a:pPr marL="457200" indent="-457200"/>
            <a:r>
              <a:rPr lang="en-US">
                <a:ea typeface="Calibri"/>
                <a:cs typeface="Calibri"/>
              </a:rPr>
              <a:t>Deleted emails</a:t>
            </a:r>
          </a:p>
          <a:p>
            <a:pPr marL="457200" indent="-457200"/>
            <a:r>
              <a:rPr lang="en-US">
                <a:ea typeface="Calibri"/>
                <a:cs typeface="Calibri"/>
              </a:rPr>
              <a:t>Cleared recent documents</a:t>
            </a:r>
          </a:p>
          <a:p>
            <a:pPr marL="457200" indent="-457200"/>
            <a:r>
              <a:rPr lang="en-US">
                <a:ea typeface="Calibri"/>
                <a:cs typeface="Calibri"/>
              </a:rPr>
              <a:t>Removed evidence before leaving</a:t>
            </a:r>
          </a:p>
          <a:p>
            <a:pPr marL="0" indent="0">
              <a:buNone/>
            </a:pPr>
            <a:endParaRPr lang="en-US">
              <a:ea typeface="Calibri"/>
              <a:cs typeface="Calibri"/>
            </a:endParaRPr>
          </a:p>
          <a:p>
            <a:pPr marL="0" indent="0">
              <a:buNone/>
            </a:pPr>
            <a:endParaRPr lang="en-US">
              <a:ea typeface="Calibri"/>
              <a:cs typeface="Calibri"/>
            </a:endParaRPr>
          </a:p>
          <a:p>
            <a:pPr marL="0" indent="0">
              <a:buNone/>
            </a:pPr>
            <a:endParaRPr lang="en-US" b="1">
              <a:ea typeface="Calibri"/>
              <a:cs typeface="Calibri"/>
            </a:endParaRPr>
          </a:p>
          <a:p>
            <a:pPr>
              <a:spcBef>
                <a:spcPts val="500"/>
              </a:spcBef>
            </a:pP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2557304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133762-4B0B-35B5-27E5-8828AC66920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8FEEFC5-8011-846C-BFCA-AB6922447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2CDC5BD9-EE8C-F9B7-D8EB-F898AC94C5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5C7BA9B-E41A-27CE-0F0F-25BBF658BD0A}"/>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ea typeface="+mj-lt"/>
                <a:cs typeface="+mj-lt"/>
              </a:rPr>
              <a:t>Case Study 1 - The Deleted Email Mystery</a:t>
            </a:r>
            <a:endParaRPr lang="en-US"/>
          </a:p>
        </p:txBody>
      </p:sp>
      <p:sp>
        <p:nvSpPr>
          <p:cNvPr id="15" name="Arc 14">
            <a:extLst>
              <a:ext uri="{FF2B5EF4-FFF2-40B4-BE49-F238E27FC236}">
                <a16:creationId xmlns:a16="http://schemas.microsoft.com/office/drawing/2014/main" id="{3073E845-DA7C-FEF6-4CD8-1586C4010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286B3D44-D20B-8648-40FD-1D954554FE70}"/>
              </a:ext>
            </a:extLst>
          </p:cNvPr>
          <p:cNvSpPr>
            <a:spLocks noGrp="1"/>
          </p:cNvSpPr>
          <p:nvPr>
            <p:ph sz="half" idx="1"/>
          </p:nvPr>
        </p:nvSpPr>
        <p:spPr>
          <a:xfrm>
            <a:off x="838200" y="1825625"/>
            <a:ext cx="10515600" cy="4351338"/>
          </a:xfrm>
        </p:spPr>
        <p:txBody>
          <a:bodyPr vert="horz" lIns="91440" tIns="45720" rIns="91440" bIns="45720" rtlCol="0" anchor="t">
            <a:normAutofit/>
          </a:bodyPr>
          <a:lstStyle/>
          <a:p>
            <a:pPr marL="0" indent="0">
              <a:lnSpc>
                <a:spcPct val="80000"/>
              </a:lnSpc>
              <a:buNone/>
            </a:pPr>
            <a:r>
              <a:rPr lang="en-US">
                <a:ea typeface="Calibri"/>
                <a:cs typeface="Calibri"/>
              </a:rPr>
              <a:t>What Investigators Found</a:t>
            </a:r>
            <a:endParaRPr lang="en-US"/>
          </a:p>
          <a:p>
            <a:pPr marL="0" indent="0">
              <a:lnSpc>
                <a:spcPct val="80000"/>
              </a:lnSpc>
              <a:buNone/>
            </a:pPr>
            <a:r>
              <a:rPr lang="en-US">
                <a:ea typeface="Calibri"/>
                <a:cs typeface="Calibri"/>
              </a:rPr>
              <a:t>✅ Deleted emails recovered</a:t>
            </a:r>
            <a:endParaRPr lang="en-US"/>
          </a:p>
          <a:p>
            <a:pPr marL="0" indent="0">
              <a:lnSpc>
                <a:spcPct val="80000"/>
              </a:lnSpc>
              <a:buNone/>
            </a:pPr>
            <a:r>
              <a:rPr lang="en-US">
                <a:ea typeface="Calibri"/>
                <a:cs typeface="Calibri"/>
              </a:rPr>
              <a:t>✅ USB drive connection records</a:t>
            </a:r>
            <a:endParaRPr lang="en-US"/>
          </a:p>
          <a:p>
            <a:pPr marL="0" indent="0">
              <a:lnSpc>
                <a:spcPct val="80000"/>
              </a:lnSpc>
              <a:buNone/>
            </a:pPr>
            <a:r>
              <a:rPr lang="en-US">
                <a:ea typeface="Calibri"/>
                <a:cs typeface="Calibri"/>
              </a:rPr>
              <a:t>✅ File access timestamps</a:t>
            </a:r>
            <a:endParaRPr lang="en-US"/>
          </a:p>
          <a:p>
            <a:pPr marL="0" indent="0">
              <a:lnSpc>
                <a:spcPct val="80000"/>
              </a:lnSpc>
              <a:buNone/>
            </a:pPr>
            <a:r>
              <a:rPr lang="en-US">
                <a:ea typeface="Calibri"/>
                <a:cs typeface="Calibri"/>
              </a:rPr>
              <a:t>✅ User login history</a:t>
            </a:r>
            <a:endParaRPr lang="en-US"/>
          </a:p>
          <a:p>
            <a:pPr marL="0" indent="0">
              <a:lnSpc>
                <a:spcPct val="80000"/>
              </a:lnSpc>
              <a:buNone/>
            </a:pPr>
            <a:r>
              <a:rPr lang="en-US" b="1">
                <a:ea typeface="Calibri"/>
                <a:cs typeface="Calibri"/>
              </a:rPr>
              <a:t>Outcome</a:t>
            </a:r>
            <a:endParaRPr lang="en-US" b="1"/>
          </a:p>
          <a:p>
            <a:pPr marL="0" indent="0">
              <a:lnSpc>
                <a:spcPct val="80000"/>
              </a:lnSpc>
              <a:buNone/>
            </a:pPr>
            <a:r>
              <a:rPr lang="en-US">
                <a:ea typeface="Calibri"/>
                <a:cs typeface="Calibri"/>
              </a:rPr>
              <a:t>The digital evidence proved that company data was stolen.</a:t>
            </a:r>
            <a:endParaRPr lang="en-US"/>
          </a:p>
          <a:p>
            <a:pPr marL="0" indent="0">
              <a:lnSpc>
                <a:spcPct val="80000"/>
              </a:lnSpc>
              <a:buNone/>
            </a:pPr>
            <a:r>
              <a:rPr lang="en-US" b="1">
                <a:ea typeface="Calibri"/>
                <a:cs typeface="Calibri"/>
              </a:rPr>
              <a:t>Key Takeaway</a:t>
            </a:r>
            <a:endParaRPr lang="en-US" b="1"/>
          </a:p>
          <a:p>
            <a:pPr marL="0" indent="0">
              <a:lnSpc>
                <a:spcPct val="80000"/>
              </a:lnSpc>
              <a:buNone/>
            </a:pPr>
            <a:r>
              <a:rPr lang="en-US">
                <a:ea typeface="Calibri"/>
                <a:cs typeface="Calibri"/>
              </a:rPr>
              <a:t>Deleting data does not always remove the evidence.</a:t>
            </a:r>
            <a:endParaRPr lang="en-US"/>
          </a:p>
          <a:p>
            <a:pPr marL="0" indent="0">
              <a:lnSpc>
                <a:spcPct val="80000"/>
              </a:lnSpc>
              <a:buNone/>
            </a:pPr>
            <a:endParaRPr lang="en-US">
              <a:ea typeface="Calibri"/>
              <a:cs typeface="Calibri"/>
            </a:endParaRPr>
          </a:p>
          <a:p>
            <a:pPr marL="0" indent="0">
              <a:buNone/>
            </a:pPr>
            <a:endParaRPr lang="en-US">
              <a:ea typeface="Calibri"/>
              <a:cs typeface="Calibri"/>
            </a:endParaRPr>
          </a:p>
          <a:p>
            <a:pPr marL="0" indent="0">
              <a:buNone/>
            </a:pPr>
            <a:endParaRPr lang="en-US" b="1">
              <a:ea typeface="Calibri"/>
              <a:cs typeface="Calibri"/>
            </a:endParaRPr>
          </a:p>
          <a:p>
            <a:pPr>
              <a:spcBef>
                <a:spcPts val="500"/>
              </a:spcBef>
            </a:pP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826826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64DDBD-470A-A35D-804C-88DC3FAFABF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5290F1-E1E6-B1EA-DB9A-56F1EB9A9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E074CE6-D078-DACE-C9A1-5F0F81E34C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98E8EE-F68B-8FB7-CA82-16E5B2D2B32F}"/>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ea typeface="+mj-lt"/>
                <a:cs typeface="+mj-lt"/>
              </a:rPr>
              <a:t>Case Study 2 - The Smartphone That Lied</a:t>
            </a:r>
            <a:endParaRPr lang="en-US"/>
          </a:p>
        </p:txBody>
      </p:sp>
      <p:sp>
        <p:nvSpPr>
          <p:cNvPr id="15" name="Arc 14">
            <a:extLst>
              <a:ext uri="{FF2B5EF4-FFF2-40B4-BE49-F238E27FC236}">
                <a16:creationId xmlns:a16="http://schemas.microsoft.com/office/drawing/2014/main" id="{27A1ACEC-394E-F652-C595-1163AF784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0A737BD0-7513-7A6A-1E29-E16A70AEC24D}"/>
              </a:ext>
            </a:extLst>
          </p:cNvPr>
          <p:cNvSpPr>
            <a:spLocks noGrp="1"/>
          </p:cNvSpPr>
          <p:nvPr>
            <p:ph sz="half" idx="1"/>
          </p:nvPr>
        </p:nvSpPr>
        <p:spPr>
          <a:xfrm>
            <a:off x="838200" y="1825625"/>
            <a:ext cx="10515600" cy="4351338"/>
          </a:xfrm>
        </p:spPr>
        <p:txBody>
          <a:bodyPr vert="horz" lIns="91440" tIns="45720" rIns="91440" bIns="45720" rtlCol="0" anchor="t">
            <a:normAutofit fontScale="92500" lnSpcReduction="20000"/>
          </a:bodyPr>
          <a:lstStyle/>
          <a:p>
            <a:pPr marL="0" indent="0">
              <a:lnSpc>
                <a:spcPct val="80000"/>
              </a:lnSpc>
              <a:buNone/>
            </a:pPr>
            <a:r>
              <a:rPr lang="en-US" b="1">
                <a:ea typeface="Calibri"/>
                <a:cs typeface="Calibri"/>
              </a:rPr>
              <a:t>Scenario</a:t>
            </a:r>
            <a:endParaRPr lang="en-US" b="1"/>
          </a:p>
          <a:p>
            <a:pPr marL="0" indent="0">
              <a:lnSpc>
                <a:spcPct val="80000"/>
              </a:lnSpc>
              <a:buNone/>
            </a:pPr>
            <a:r>
              <a:rPr lang="en-US">
                <a:ea typeface="Calibri"/>
                <a:cs typeface="Calibri"/>
              </a:rPr>
              <a:t>A suspect tells investigators:</a:t>
            </a:r>
            <a:endParaRPr lang="en-US"/>
          </a:p>
          <a:p>
            <a:pPr marL="0" indent="0">
              <a:lnSpc>
                <a:spcPct val="80000"/>
              </a:lnSpc>
              <a:buNone/>
            </a:pPr>
            <a:r>
              <a:rPr lang="en-US">
                <a:ea typeface="Calibri"/>
                <a:cs typeface="Calibri"/>
              </a:rPr>
              <a:t>"I was at home the entire evening."</a:t>
            </a:r>
            <a:endParaRPr lang="en-US"/>
          </a:p>
          <a:p>
            <a:pPr marL="0" indent="0">
              <a:lnSpc>
                <a:spcPct val="80000"/>
              </a:lnSpc>
              <a:buNone/>
            </a:pPr>
            <a:endParaRPr lang="en-US">
              <a:ea typeface="Calibri"/>
              <a:cs typeface="Calibri"/>
            </a:endParaRPr>
          </a:p>
          <a:p>
            <a:pPr marL="0" indent="0">
              <a:lnSpc>
                <a:spcPct val="80000"/>
              </a:lnSpc>
              <a:buNone/>
            </a:pPr>
            <a:r>
              <a:rPr lang="en-US" b="1">
                <a:ea typeface="Calibri"/>
                <a:cs typeface="Calibri"/>
              </a:rPr>
              <a:t>Digital Evidence Collected</a:t>
            </a:r>
            <a:endParaRPr lang="en-US" b="1"/>
          </a:p>
          <a:p>
            <a:pPr marL="0" indent="0">
              <a:lnSpc>
                <a:spcPct val="80000"/>
              </a:lnSpc>
              <a:buNone/>
            </a:pPr>
            <a:endParaRPr lang="en-US" b="1">
              <a:ea typeface="Calibri"/>
              <a:cs typeface="Calibri"/>
            </a:endParaRPr>
          </a:p>
          <a:p>
            <a:pPr marL="0" indent="0">
              <a:lnSpc>
                <a:spcPct val="80000"/>
              </a:lnSpc>
              <a:buNone/>
            </a:pPr>
            <a:r>
              <a:rPr lang="en-US">
                <a:ea typeface="Calibri"/>
                <a:cs typeface="Calibri"/>
              </a:rPr>
              <a:t>📍 GPS records</a:t>
            </a:r>
            <a:endParaRPr lang="en-US"/>
          </a:p>
          <a:p>
            <a:pPr marL="0" indent="0">
              <a:lnSpc>
                <a:spcPct val="80000"/>
              </a:lnSpc>
              <a:buNone/>
            </a:pPr>
            <a:r>
              <a:rPr lang="en-US">
                <a:ea typeface="Calibri"/>
                <a:cs typeface="Calibri"/>
              </a:rPr>
              <a:t>📞 Call logs</a:t>
            </a:r>
            <a:endParaRPr lang="en-US"/>
          </a:p>
          <a:p>
            <a:pPr marL="0" indent="0">
              <a:lnSpc>
                <a:spcPct val="80000"/>
              </a:lnSpc>
              <a:buNone/>
            </a:pPr>
            <a:r>
              <a:rPr lang="en-US">
                <a:ea typeface="Calibri"/>
                <a:cs typeface="Calibri"/>
              </a:rPr>
              <a:t>📱 Text messages</a:t>
            </a:r>
            <a:endParaRPr lang="en-US"/>
          </a:p>
          <a:p>
            <a:pPr marL="0" indent="0">
              <a:lnSpc>
                <a:spcPct val="80000"/>
              </a:lnSpc>
              <a:buNone/>
            </a:pPr>
            <a:r>
              <a:rPr lang="en-US">
                <a:ea typeface="Calibri"/>
                <a:cs typeface="Calibri"/>
              </a:rPr>
              <a:t>📶 Wi-Fi connection history</a:t>
            </a:r>
            <a:endParaRPr lang="en-US"/>
          </a:p>
          <a:p>
            <a:pPr marL="0" indent="0">
              <a:lnSpc>
                <a:spcPct val="80000"/>
              </a:lnSpc>
              <a:buNone/>
            </a:pPr>
            <a:r>
              <a:rPr lang="en-US">
                <a:ea typeface="Calibri"/>
                <a:cs typeface="Calibri"/>
              </a:rPr>
              <a:t>📸 Photos with timestamps</a:t>
            </a:r>
            <a:endParaRPr lang="en-US"/>
          </a:p>
          <a:p>
            <a:pPr marL="0" indent="0">
              <a:lnSpc>
                <a:spcPct val="80000"/>
              </a:lnSpc>
              <a:buNone/>
            </a:pPr>
            <a:endParaRPr lang="en-US">
              <a:ea typeface="Calibri"/>
              <a:cs typeface="Calibri"/>
            </a:endParaRPr>
          </a:p>
          <a:p>
            <a:pPr marL="0" indent="0">
              <a:lnSpc>
                <a:spcPct val="80000"/>
              </a:lnSpc>
              <a:buNone/>
            </a:pPr>
            <a:endParaRPr lang="en-US">
              <a:ea typeface="Calibri"/>
              <a:cs typeface="Calibri"/>
            </a:endParaRPr>
          </a:p>
          <a:p>
            <a:pPr marL="0" indent="0">
              <a:buNone/>
            </a:pPr>
            <a:endParaRPr lang="en-US">
              <a:ea typeface="Calibri"/>
              <a:cs typeface="Calibri"/>
            </a:endParaRPr>
          </a:p>
          <a:p>
            <a:pPr marL="0" indent="0">
              <a:buNone/>
            </a:pPr>
            <a:endParaRPr lang="en-US" b="1">
              <a:ea typeface="Calibri"/>
              <a:cs typeface="Calibri"/>
            </a:endParaRPr>
          </a:p>
          <a:p>
            <a:pPr>
              <a:spcBef>
                <a:spcPts val="500"/>
              </a:spcBef>
            </a:pP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1982359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424866-4746-33CC-FDEC-136C0BF091F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4668BFC-2CD0-82E7-F0AB-1D10FE804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6385BBB-08A5-7962-A6AB-BF500051F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82C5D37-DA8D-FF12-D9B9-5CF2EB3C8DA1}"/>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ea typeface="+mj-lt"/>
                <a:cs typeface="+mj-lt"/>
              </a:rPr>
              <a:t>Case Study 2 - The Smartphone That Lied</a:t>
            </a:r>
            <a:endParaRPr lang="en-US"/>
          </a:p>
        </p:txBody>
      </p:sp>
      <p:sp>
        <p:nvSpPr>
          <p:cNvPr id="15" name="Arc 14">
            <a:extLst>
              <a:ext uri="{FF2B5EF4-FFF2-40B4-BE49-F238E27FC236}">
                <a16:creationId xmlns:a16="http://schemas.microsoft.com/office/drawing/2014/main" id="{0F371723-CB3B-A4B1-E0B0-009C713DF3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B965988B-323F-21E7-0E25-81B03B65323B}"/>
              </a:ext>
            </a:extLst>
          </p:cNvPr>
          <p:cNvSpPr>
            <a:spLocks noGrp="1"/>
          </p:cNvSpPr>
          <p:nvPr>
            <p:ph sz="half" idx="1"/>
          </p:nvPr>
        </p:nvSpPr>
        <p:spPr>
          <a:xfrm>
            <a:off x="838200" y="1825625"/>
            <a:ext cx="10515600" cy="4351338"/>
          </a:xfrm>
        </p:spPr>
        <p:txBody>
          <a:bodyPr vert="horz" lIns="91440" tIns="45720" rIns="91440" bIns="45720" rtlCol="0" anchor="t">
            <a:normAutofit/>
          </a:bodyPr>
          <a:lstStyle/>
          <a:p>
            <a:pPr marL="0" indent="0">
              <a:lnSpc>
                <a:spcPct val="80000"/>
              </a:lnSpc>
              <a:buNone/>
            </a:pPr>
            <a:r>
              <a:rPr lang="en-US" b="1"/>
              <a:t>Discovery</a:t>
            </a:r>
          </a:p>
          <a:p>
            <a:pPr marL="0" indent="0">
              <a:lnSpc>
                <a:spcPct val="80000"/>
              </a:lnSpc>
              <a:buNone/>
            </a:pPr>
            <a:r>
              <a:rPr lang="en-US">
                <a:latin typeface="Calibri"/>
                <a:ea typeface="Calibri"/>
                <a:cs typeface="Calibri"/>
              </a:rPr>
              <a:t>The suspect's phone was detected near the crime scene.</a:t>
            </a:r>
            <a:endParaRPr lang="en-US"/>
          </a:p>
          <a:p>
            <a:pPr marL="0" indent="0">
              <a:lnSpc>
                <a:spcPct val="80000"/>
              </a:lnSpc>
              <a:buNone/>
            </a:pPr>
            <a:r>
              <a:rPr lang="en-US" b="1"/>
              <a:t>Outcome</a:t>
            </a:r>
            <a:endParaRPr lang="en-US" b="1">
              <a:ea typeface="Calibri"/>
              <a:cs typeface="Calibri"/>
            </a:endParaRPr>
          </a:p>
          <a:p>
            <a:pPr marL="0" indent="0">
              <a:lnSpc>
                <a:spcPct val="80000"/>
              </a:lnSpc>
              <a:buNone/>
            </a:pPr>
            <a:r>
              <a:rPr lang="en-US">
                <a:latin typeface="Calibri"/>
                <a:ea typeface="Calibri"/>
                <a:cs typeface="Calibri"/>
              </a:rPr>
              <a:t>The digital evidence contradicted the suspect's statement.</a:t>
            </a:r>
            <a:endParaRPr lang="en-US"/>
          </a:p>
          <a:p>
            <a:pPr marL="0" indent="0">
              <a:lnSpc>
                <a:spcPct val="80000"/>
              </a:lnSpc>
              <a:buNone/>
            </a:pPr>
            <a:r>
              <a:rPr lang="en-US" b="1"/>
              <a:t>Key Takeaway</a:t>
            </a:r>
            <a:endParaRPr lang="en-US" b="1">
              <a:ea typeface="Calibri"/>
              <a:cs typeface="Calibri"/>
            </a:endParaRPr>
          </a:p>
          <a:p>
            <a:pPr marL="0" indent="0">
              <a:lnSpc>
                <a:spcPct val="80000"/>
              </a:lnSpc>
              <a:buNone/>
            </a:pPr>
            <a:r>
              <a:rPr lang="en-US">
                <a:latin typeface="Calibri"/>
                <a:ea typeface="Calibri"/>
                <a:cs typeface="Calibri"/>
              </a:rPr>
              <a:t>Every smartphone creates a digital footprint.</a:t>
            </a:r>
            <a:endParaRPr lang="en-US"/>
          </a:p>
          <a:p>
            <a:pPr marL="0" indent="0">
              <a:lnSpc>
                <a:spcPct val="80000"/>
              </a:lnSpc>
              <a:buNone/>
            </a:pPr>
            <a:endParaRPr lang="en-US">
              <a:ea typeface="Calibri"/>
              <a:cs typeface="Calibri"/>
            </a:endParaRPr>
          </a:p>
          <a:p>
            <a:pPr marL="0" indent="0">
              <a:lnSpc>
                <a:spcPct val="80000"/>
              </a:lnSpc>
              <a:buNone/>
            </a:pPr>
            <a:endParaRPr lang="en-US">
              <a:ea typeface="Calibri"/>
              <a:cs typeface="Calibri"/>
            </a:endParaRPr>
          </a:p>
          <a:p>
            <a:pPr marL="0" indent="0">
              <a:lnSpc>
                <a:spcPct val="80000"/>
              </a:lnSpc>
              <a:buNone/>
            </a:pPr>
            <a:endParaRPr lang="en-US">
              <a:ea typeface="Calibri"/>
              <a:cs typeface="Calibri"/>
            </a:endParaRPr>
          </a:p>
          <a:p>
            <a:pPr marL="0" indent="0">
              <a:buNone/>
            </a:pPr>
            <a:endParaRPr lang="en-US">
              <a:ea typeface="Calibri"/>
              <a:cs typeface="Calibri"/>
            </a:endParaRPr>
          </a:p>
          <a:p>
            <a:pPr marL="0" indent="0">
              <a:buNone/>
            </a:pPr>
            <a:endParaRPr lang="en-US" b="1">
              <a:ea typeface="Calibri"/>
              <a:cs typeface="Calibri"/>
            </a:endParaRPr>
          </a:p>
          <a:p>
            <a:pPr>
              <a:spcBef>
                <a:spcPts val="500"/>
              </a:spcBef>
            </a:pP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2043312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13F958-18E3-68E9-23F5-7E6B82E8E53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CF446CA-EFFB-A7AD-E571-A5D9E639C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D2CBAF2-803E-5337-AF60-F80423B91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B46DEDD-E492-3F1F-4D04-719824064ED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latin typeface="Calibri Light"/>
                <a:ea typeface="+mj-lt"/>
                <a:cs typeface="Calibri Light"/>
              </a:rPr>
              <a:t>Case Study 3 - The Hospital Ransomware Attack</a:t>
            </a:r>
            <a:endParaRPr lang="en-US"/>
          </a:p>
        </p:txBody>
      </p:sp>
      <p:sp>
        <p:nvSpPr>
          <p:cNvPr id="15" name="Arc 14">
            <a:extLst>
              <a:ext uri="{FF2B5EF4-FFF2-40B4-BE49-F238E27FC236}">
                <a16:creationId xmlns:a16="http://schemas.microsoft.com/office/drawing/2014/main" id="{2C675434-7647-4AC9-E3B4-073198838C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D31DD356-5174-B51F-7462-1F73F4C17213}"/>
              </a:ext>
            </a:extLst>
          </p:cNvPr>
          <p:cNvSpPr>
            <a:spLocks noGrp="1"/>
          </p:cNvSpPr>
          <p:nvPr>
            <p:ph sz="half" idx="1"/>
          </p:nvPr>
        </p:nvSpPr>
        <p:spPr>
          <a:xfrm>
            <a:off x="838200" y="1825625"/>
            <a:ext cx="10515600" cy="4351338"/>
          </a:xfrm>
        </p:spPr>
        <p:txBody>
          <a:bodyPr vert="horz" lIns="91440" tIns="45720" rIns="91440" bIns="45720" rtlCol="0" anchor="t">
            <a:normAutofit/>
          </a:bodyPr>
          <a:lstStyle/>
          <a:p>
            <a:pPr marL="0" indent="0">
              <a:lnSpc>
                <a:spcPct val="80000"/>
              </a:lnSpc>
              <a:buNone/>
            </a:pPr>
            <a:r>
              <a:rPr lang="en-US" b="1"/>
              <a:t>Scenario</a:t>
            </a:r>
            <a:endParaRPr lang="en-US"/>
          </a:p>
          <a:p>
            <a:pPr marL="0" indent="0">
              <a:lnSpc>
                <a:spcPct val="80000"/>
              </a:lnSpc>
              <a:buNone/>
            </a:pPr>
            <a:r>
              <a:rPr lang="en-US">
                <a:latin typeface="Calibri"/>
                <a:ea typeface="Calibri"/>
                <a:cs typeface="Calibri"/>
              </a:rPr>
              <a:t>A hospital suddenly loses access to patient records.</a:t>
            </a:r>
            <a:endParaRPr lang="en-US">
              <a:ea typeface="Calibri" panose="020F0502020204030204"/>
              <a:cs typeface="Calibri" panose="020F0502020204030204"/>
            </a:endParaRPr>
          </a:p>
          <a:p>
            <a:pPr marL="0" indent="0">
              <a:lnSpc>
                <a:spcPct val="80000"/>
              </a:lnSpc>
              <a:buNone/>
            </a:pPr>
            <a:r>
              <a:rPr lang="en-US"/>
              <a:t>A message appears:</a:t>
            </a:r>
          </a:p>
          <a:p>
            <a:pPr marL="0" indent="0">
              <a:lnSpc>
                <a:spcPct val="80000"/>
              </a:lnSpc>
              <a:buNone/>
            </a:pPr>
            <a:r>
              <a:rPr lang="en-US">
                <a:latin typeface="Calibri"/>
                <a:ea typeface="Calibri"/>
                <a:cs typeface="Calibri"/>
              </a:rPr>
              <a:t>"Pay the ransom to recover your files."</a:t>
            </a:r>
            <a:endParaRPr lang="en-US"/>
          </a:p>
          <a:p>
            <a:pPr marL="0" indent="0">
              <a:lnSpc>
                <a:spcPct val="80000"/>
              </a:lnSpc>
              <a:buNone/>
            </a:pPr>
            <a:r>
              <a:rPr lang="en-US" b="1">
                <a:latin typeface="Calibri"/>
                <a:ea typeface="Calibri"/>
                <a:cs typeface="Calibri"/>
              </a:rPr>
              <a:t>Investigators Examined</a:t>
            </a:r>
            <a:endParaRPr lang="en-US"/>
          </a:p>
          <a:p>
            <a:pPr marL="457200" indent="-457200">
              <a:lnSpc>
                <a:spcPct val="80000"/>
              </a:lnSpc>
            </a:pPr>
            <a:r>
              <a:rPr lang="en-US">
                <a:latin typeface="Calibri"/>
                <a:ea typeface="Calibri"/>
                <a:cs typeface="Calibri"/>
              </a:rPr>
              <a:t>System</a:t>
            </a:r>
            <a:r>
              <a:rPr lang="en-US"/>
              <a:t> logs</a:t>
            </a:r>
            <a:endParaRPr lang="en-US">
              <a:ea typeface="Calibri" panose="020F0502020204030204"/>
              <a:cs typeface="Calibri" panose="020F0502020204030204"/>
            </a:endParaRPr>
          </a:p>
          <a:p>
            <a:pPr marL="457200" indent="-457200">
              <a:lnSpc>
                <a:spcPct val="80000"/>
              </a:lnSpc>
            </a:pPr>
            <a:r>
              <a:rPr lang="en-US"/>
              <a:t>Network</a:t>
            </a:r>
            <a:r>
              <a:rPr lang="en-US">
                <a:latin typeface="Calibri"/>
                <a:ea typeface="Calibri"/>
                <a:cs typeface="Calibri"/>
              </a:rPr>
              <a:t> traffic</a:t>
            </a:r>
            <a:endParaRPr lang="en-US">
              <a:ea typeface="Calibri" panose="020F0502020204030204"/>
              <a:cs typeface="Calibri" panose="020F0502020204030204"/>
            </a:endParaRPr>
          </a:p>
          <a:p>
            <a:pPr marL="457200" indent="-457200">
              <a:lnSpc>
                <a:spcPct val="80000"/>
              </a:lnSpc>
            </a:pPr>
            <a:r>
              <a:rPr lang="en-US">
                <a:latin typeface="Calibri"/>
                <a:ea typeface="Calibri"/>
                <a:cs typeface="Calibri"/>
              </a:rPr>
              <a:t>Malware files</a:t>
            </a:r>
            <a:endParaRPr lang="en-US">
              <a:ea typeface="Calibri" panose="020F0502020204030204"/>
              <a:cs typeface="Calibri" panose="020F0502020204030204"/>
            </a:endParaRPr>
          </a:p>
          <a:p>
            <a:pPr marL="457200" indent="-457200">
              <a:lnSpc>
                <a:spcPct val="80000"/>
              </a:lnSpc>
            </a:pPr>
            <a:r>
              <a:rPr lang="en-US">
                <a:latin typeface="Calibri"/>
                <a:ea typeface="Calibri"/>
                <a:cs typeface="Calibri"/>
              </a:rPr>
              <a:t>User activity records</a:t>
            </a:r>
            <a:endParaRPr lang="en-US">
              <a:ea typeface="Calibri" panose="020F0502020204030204"/>
              <a:cs typeface="Calibri" panose="020F0502020204030204"/>
            </a:endParaRPr>
          </a:p>
          <a:p>
            <a:pPr marL="0" indent="0">
              <a:lnSpc>
                <a:spcPct val="80000"/>
              </a:lnSpc>
              <a:buNone/>
            </a:pPr>
            <a:endParaRPr lang="en-US" b="1">
              <a:ea typeface="Calibri"/>
              <a:cs typeface="Calibri"/>
            </a:endParaRPr>
          </a:p>
          <a:p>
            <a:pPr marL="0" indent="0">
              <a:lnSpc>
                <a:spcPct val="80000"/>
              </a:lnSpc>
              <a:buNone/>
            </a:pPr>
            <a:endParaRPr lang="en-US">
              <a:ea typeface="Calibri"/>
              <a:cs typeface="Calibri"/>
            </a:endParaRPr>
          </a:p>
          <a:p>
            <a:pPr marL="0" indent="0">
              <a:lnSpc>
                <a:spcPct val="80000"/>
              </a:lnSpc>
              <a:buNone/>
            </a:pPr>
            <a:endParaRPr lang="en-US">
              <a:ea typeface="Calibri"/>
              <a:cs typeface="Calibri"/>
            </a:endParaRPr>
          </a:p>
          <a:p>
            <a:pPr marL="0" indent="0">
              <a:lnSpc>
                <a:spcPct val="80000"/>
              </a:lnSpc>
              <a:buNone/>
            </a:pPr>
            <a:endParaRPr lang="en-US">
              <a:ea typeface="Calibri"/>
              <a:cs typeface="Calibri"/>
            </a:endParaRPr>
          </a:p>
          <a:p>
            <a:pPr marL="0" indent="0">
              <a:buNone/>
            </a:pPr>
            <a:endParaRPr lang="en-US">
              <a:ea typeface="Calibri"/>
              <a:cs typeface="Calibri"/>
            </a:endParaRPr>
          </a:p>
          <a:p>
            <a:pPr marL="0" indent="0">
              <a:buNone/>
            </a:pPr>
            <a:endParaRPr lang="en-US" b="1">
              <a:ea typeface="Calibri"/>
              <a:cs typeface="Calibri"/>
            </a:endParaRPr>
          </a:p>
          <a:p>
            <a:pPr>
              <a:spcBef>
                <a:spcPts val="500"/>
              </a:spcBef>
            </a:pP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314996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C6E419-5875-F240-2090-01B7F8BDDFE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00592E-5A1C-E3AC-5228-381C48C77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4B9BE9F-EB2B-82A7-D206-5F258845A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6CE3CCD-2EDE-90CD-CBE7-8AE97815AB1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latin typeface="Calibri Light"/>
                <a:ea typeface="+mj-lt"/>
                <a:cs typeface="Calibri Light"/>
              </a:rPr>
              <a:t>Case Study 3 - The Hospital Ransomware Attack</a:t>
            </a:r>
            <a:endParaRPr lang="en-US"/>
          </a:p>
        </p:txBody>
      </p:sp>
      <p:sp>
        <p:nvSpPr>
          <p:cNvPr id="15" name="Arc 14">
            <a:extLst>
              <a:ext uri="{FF2B5EF4-FFF2-40B4-BE49-F238E27FC236}">
                <a16:creationId xmlns:a16="http://schemas.microsoft.com/office/drawing/2014/main" id="{20C98B44-5F44-31DA-7AC8-57A082109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DEA27F2B-B35B-5161-FDE2-21160A38B8D4}"/>
              </a:ext>
            </a:extLst>
          </p:cNvPr>
          <p:cNvSpPr>
            <a:spLocks noGrp="1"/>
          </p:cNvSpPr>
          <p:nvPr>
            <p:ph sz="half" idx="1"/>
          </p:nvPr>
        </p:nvSpPr>
        <p:spPr>
          <a:xfrm>
            <a:off x="838200" y="1825625"/>
            <a:ext cx="10515600" cy="4351338"/>
          </a:xfrm>
        </p:spPr>
        <p:txBody>
          <a:bodyPr vert="horz" lIns="91440" tIns="45720" rIns="91440" bIns="45720" rtlCol="0" anchor="t">
            <a:normAutofit/>
          </a:bodyPr>
          <a:lstStyle/>
          <a:p>
            <a:pPr marL="0" indent="0">
              <a:lnSpc>
                <a:spcPct val="80000"/>
              </a:lnSpc>
              <a:buNone/>
            </a:pPr>
            <a:r>
              <a:rPr lang="en-US" b="1"/>
              <a:t>Findings</a:t>
            </a:r>
            <a:endParaRPr lang="en-US"/>
          </a:p>
          <a:p>
            <a:pPr marL="0" indent="0">
              <a:lnSpc>
                <a:spcPct val="80000"/>
              </a:lnSpc>
              <a:buNone/>
            </a:pPr>
            <a:r>
              <a:rPr lang="en-US">
                <a:latin typeface="Calibri"/>
                <a:ea typeface="Calibri"/>
                <a:cs typeface="Calibri"/>
              </a:rPr>
              <a:t>✅ Identified the entry point</a:t>
            </a:r>
            <a:endParaRPr lang="en-US"/>
          </a:p>
          <a:p>
            <a:pPr marL="0" indent="0">
              <a:lnSpc>
                <a:spcPct val="80000"/>
              </a:lnSpc>
              <a:buNone/>
            </a:pPr>
            <a:r>
              <a:rPr lang="en-US"/>
              <a:t>✅ Traced attacker activity</a:t>
            </a:r>
          </a:p>
          <a:p>
            <a:pPr marL="0" indent="0">
              <a:lnSpc>
                <a:spcPct val="80000"/>
              </a:lnSpc>
              <a:buNone/>
            </a:pPr>
            <a:r>
              <a:rPr lang="en-US">
                <a:latin typeface="Calibri"/>
                <a:ea typeface="Calibri"/>
                <a:cs typeface="Calibri"/>
              </a:rPr>
              <a:t>✅ Helped recover evidence</a:t>
            </a:r>
            <a:endParaRPr lang="en-US"/>
          </a:p>
          <a:p>
            <a:pPr marL="0" indent="0">
              <a:lnSpc>
                <a:spcPct val="80000"/>
              </a:lnSpc>
              <a:buNone/>
            </a:pPr>
            <a:r>
              <a:rPr lang="en-US">
                <a:latin typeface="Calibri"/>
                <a:ea typeface="Calibri"/>
                <a:cs typeface="Calibri"/>
              </a:rPr>
              <a:t>✅ Strengthened security controls</a:t>
            </a:r>
            <a:endParaRPr lang="en-US"/>
          </a:p>
          <a:p>
            <a:pPr marL="0" indent="0">
              <a:lnSpc>
                <a:spcPct val="80000"/>
              </a:lnSpc>
              <a:buNone/>
            </a:pPr>
            <a:r>
              <a:rPr lang="en-US" b="1">
                <a:ea typeface="Calibri"/>
                <a:cs typeface="Calibri"/>
              </a:rPr>
              <a:t>Key Takeaway</a:t>
            </a:r>
            <a:endParaRPr lang="en-US"/>
          </a:p>
          <a:p>
            <a:pPr marL="0" indent="0">
              <a:lnSpc>
                <a:spcPct val="80000"/>
              </a:lnSpc>
              <a:buNone/>
            </a:pPr>
            <a:r>
              <a:rPr lang="en-US">
                <a:ea typeface="Calibri"/>
                <a:cs typeface="Calibri"/>
              </a:rPr>
              <a:t>Digital Forensics is not only for crimes but also for cybersecurity investigations.</a:t>
            </a:r>
            <a:endParaRPr lang="en-US"/>
          </a:p>
          <a:p>
            <a:pPr marL="0" indent="0">
              <a:lnSpc>
                <a:spcPct val="80000"/>
              </a:lnSpc>
              <a:buNone/>
            </a:pPr>
            <a:endParaRPr lang="en-US" b="1">
              <a:ea typeface="Calibri"/>
              <a:cs typeface="Calibri"/>
            </a:endParaRPr>
          </a:p>
          <a:p>
            <a:pPr marL="0" indent="0">
              <a:lnSpc>
                <a:spcPct val="80000"/>
              </a:lnSpc>
              <a:buNone/>
            </a:pPr>
            <a:endParaRPr lang="en-US" b="1">
              <a:ea typeface="Calibri"/>
              <a:cs typeface="Calibri"/>
            </a:endParaRPr>
          </a:p>
          <a:p>
            <a:pPr marL="0" indent="0">
              <a:lnSpc>
                <a:spcPct val="80000"/>
              </a:lnSpc>
              <a:buNone/>
            </a:pPr>
            <a:endParaRPr lang="en-US">
              <a:ea typeface="Calibri"/>
              <a:cs typeface="Calibri"/>
            </a:endParaRPr>
          </a:p>
          <a:p>
            <a:pPr marL="0" indent="0">
              <a:lnSpc>
                <a:spcPct val="80000"/>
              </a:lnSpc>
              <a:buNone/>
            </a:pPr>
            <a:endParaRPr lang="en-US">
              <a:ea typeface="Calibri"/>
              <a:cs typeface="Calibri"/>
            </a:endParaRPr>
          </a:p>
          <a:p>
            <a:pPr marL="0" indent="0">
              <a:lnSpc>
                <a:spcPct val="80000"/>
              </a:lnSpc>
              <a:buNone/>
            </a:pPr>
            <a:endParaRPr lang="en-US">
              <a:ea typeface="Calibri"/>
              <a:cs typeface="Calibri"/>
            </a:endParaRPr>
          </a:p>
          <a:p>
            <a:pPr marL="0" indent="0">
              <a:buNone/>
            </a:pPr>
            <a:endParaRPr lang="en-US">
              <a:ea typeface="Calibri"/>
              <a:cs typeface="Calibri"/>
            </a:endParaRPr>
          </a:p>
          <a:p>
            <a:pPr marL="0" indent="0">
              <a:buNone/>
            </a:pPr>
            <a:endParaRPr lang="en-US" b="1">
              <a:ea typeface="Calibri"/>
              <a:cs typeface="Calibri"/>
            </a:endParaRPr>
          </a:p>
          <a:p>
            <a:pPr>
              <a:spcBef>
                <a:spcPts val="500"/>
              </a:spcBef>
            </a:pP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1968824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0B32AC-2431-303C-593C-62328ADB4CF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E9BD548-1611-CA35-1EEE-C0E65FA9FE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BAAC6B1-5AD8-AEDD-D21B-B1BE9F5C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44E8A23-0E15-8D38-4A28-6A32D969BCF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ea typeface="+mj-lt"/>
                <a:cs typeface="+mj-lt"/>
              </a:rPr>
              <a:t>Introduction</a:t>
            </a:r>
            <a:r>
              <a:rPr lang="en-US">
                <a:ea typeface="+mj-lt"/>
                <a:cs typeface="+mj-lt"/>
              </a:rPr>
              <a:t> to Forensics</a:t>
            </a:r>
          </a:p>
        </p:txBody>
      </p:sp>
      <p:sp>
        <p:nvSpPr>
          <p:cNvPr id="15" name="Arc 14">
            <a:extLst>
              <a:ext uri="{FF2B5EF4-FFF2-40B4-BE49-F238E27FC236}">
                <a16:creationId xmlns:a16="http://schemas.microsoft.com/office/drawing/2014/main" id="{0506BCA3-EC8D-D721-3C84-56F8837CF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FEF07007-6428-4036-CD66-C96096C4F225}"/>
              </a:ext>
            </a:extLst>
          </p:cNvPr>
          <p:cNvSpPr>
            <a:spLocks noGrp="1"/>
          </p:cNvSpPr>
          <p:nvPr>
            <p:ph sz="half" idx="1"/>
          </p:nvPr>
        </p:nvSpPr>
        <p:spPr>
          <a:xfrm>
            <a:off x="838200" y="1825625"/>
            <a:ext cx="10515600" cy="4351338"/>
          </a:xfrm>
        </p:spPr>
        <p:txBody>
          <a:bodyPr vert="horz" lIns="91440" tIns="45720" rIns="91440" bIns="45720" rtlCol="0" anchor="t">
            <a:normAutofit/>
          </a:bodyPr>
          <a:lstStyle/>
          <a:p>
            <a:r>
              <a:rPr lang="en-US"/>
              <a:t> Forensics: Related to scientific methods to solve a crime </a:t>
            </a:r>
          </a:p>
          <a:p>
            <a:pPr lvl="1"/>
            <a:r>
              <a:rPr lang="en-US"/>
              <a:t>Involves examination of objects that are involved in the crime</a:t>
            </a:r>
          </a:p>
          <a:p>
            <a:pPr>
              <a:spcBef>
                <a:spcPts val="500"/>
              </a:spcBef>
            </a:pPr>
            <a:r>
              <a:rPr lang="en-US">
                <a:latin typeface="Calibri"/>
                <a:ea typeface="Calibri"/>
                <a:cs typeface="Calibri"/>
              </a:rPr>
              <a:t>It involves collecting, preserving, analyzing, and presenting evidence in a legally acceptable manner.</a:t>
            </a:r>
          </a:p>
          <a:p>
            <a:pPr>
              <a:spcBef>
                <a:spcPts val="500"/>
              </a:spcBef>
            </a:pPr>
            <a:r>
              <a:rPr lang="en-US">
                <a:ea typeface="Calibri"/>
                <a:cs typeface="Calibri"/>
              </a:rPr>
              <a:t>Forensic science helps law enforcement agencies identify suspects, reconstruct events, and establish facts.</a:t>
            </a:r>
          </a:p>
          <a:p>
            <a:r>
              <a:rPr lang="en-US">
                <a:ea typeface="Calibri"/>
                <a:cs typeface="Calibri"/>
              </a:rPr>
              <a:t>Key Objectives</a:t>
            </a:r>
          </a:p>
          <a:p>
            <a:pPr lvl="1">
              <a:spcBef>
                <a:spcPts val="500"/>
              </a:spcBef>
            </a:pPr>
            <a:r>
              <a:rPr lang="en-US">
                <a:ea typeface="Calibri"/>
                <a:cs typeface="Calibri"/>
              </a:rPr>
              <a:t>Identify evidence related to criminal activities.</a:t>
            </a:r>
          </a:p>
          <a:p>
            <a:pPr lvl="1">
              <a:spcBef>
                <a:spcPts val="500"/>
              </a:spcBef>
            </a:pPr>
            <a:r>
              <a:rPr lang="en-US">
                <a:ea typeface="Calibri"/>
                <a:cs typeface="Calibri"/>
              </a:rPr>
              <a:t>Analyze evidence using scientific methodologies.</a:t>
            </a:r>
          </a:p>
          <a:p>
            <a:pPr lvl="1">
              <a:spcBef>
                <a:spcPts val="500"/>
              </a:spcBef>
            </a:pPr>
            <a:r>
              <a:rPr lang="en-US">
                <a:ea typeface="Calibri"/>
                <a:cs typeface="Calibri"/>
              </a:rPr>
              <a:t>Support legal proceedings with factual findings.</a:t>
            </a:r>
          </a:p>
          <a:p>
            <a:pPr>
              <a:spcBef>
                <a:spcPts val="500"/>
              </a:spcBef>
            </a:pP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311712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2C94A-0350-FF8A-EAF7-E1A5F314757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71D8EAC-9FB6-7B59-B7A8-E0B806100F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10519C4-5B5B-69FF-14A1-049C416589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767FE7E-D8D5-35D0-593D-81AD48AEE6BA}"/>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ea typeface="+mj-lt"/>
                <a:cs typeface="+mj-lt"/>
              </a:rPr>
              <a:t>Evolution from Traditional to Digital World</a:t>
            </a:r>
            <a:endParaRPr lang="en-US"/>
          </a:p>
          <a:p>
            <a:endParaRPr lang="en-US">
              <a:ea typeface="+mj-lt"/>
              <a:cs typeface="+mj-lt"/>
            </a:endParaRPr>
          </a:p>
        </p:txBody>
      </p:sp>
      <p:sp>
        <p:nvSpPr>
          <p:cNvPr id="15" name="Arc 14">
            <a:extLst>
              <a:ext uri="{FF2B5EF4-FFF2-40B4-BE49-F238E27FC236}">
                <a16:creationId xmlns:a16="http://schemas.microsoft.com/office/drawing/2014/main" id="{7E50A74A-A2F7-151E-7089-150760EE5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DFBE3EC7-136A-8919-0DE3-A8B6BA930299}"/>
              </a:ext>
            </a:extLst>
          </p:cNvPr>
          <p:cNvSpPr>
            <a:spLocks noGrp="1"/>
          </p:cNvSpPr>
          <p:nvPr>
            <p:ph sz="half" idx="1"/>
          </p:nvPr>
        </p:nvSpPr>
        <p:spPr>
          <a:xfrm>
            <a:off x="838200" y="1825625"/>
            <a:ext cx="10515600" cy="4351338"/>
          </a:xfrm>
        </p:spPr>
        <p:txBody>
          <a:bodyPr vert="horz" lIns="91440" tIns="45720" rIns="91440" bIns="45720" rtlCol="0" anchor="t">
            <a:normAutofit/>
          </a:bodyPr>
          <a:lstStyle/>
          <a:p>
            <a:r>
              <a:rPr lang="en-US"/>
              <a:t>Growth of Digital Technology</a:t>
            </a:r>
          </a:p>
          <a:p>
            <a:r>
              <a:rPr lang="en-US"/>
              <a:t>Modern society relies heavily on computers, smartphones, networks, and cloud services.</a:t>
            </a:r>
          </a:p>
          <a:p>
            <a:r>
              <a:rPr lang="en-US"/>
              <a:t>Organizations use computerized systems to store, process, and manage information.</a:t>
            </a:r>
          </a:p>
          <a:p>
            <a:r>
              <a:rPr lang="en-US"/>
              <a:t>Digital technologies are widely adopted across:</a:t>
            </a:r>
          </a:p>
          <a:p>
            <a:pPr lvl="1"/>
            <a:r>
              <a:rPr lang="en-US"/>
              <a:t>Government sectors</a:t>
            </a:r>
            <a:endParaRPr lang="en-US">
              <a:ea typeface="Calibri"/>
              <a:cs typeface="Calibri"/>
            </a:endParaRPr>
          </a:p>
          <a:p>
            <a:pPr lvl="1"/>
            <a:r>
              <a:rPr lang="en-US"/>
              <a:t>Private businesses</a:t>
            </a:r>
            <a:endParaRPr lang="en-US">
              <a:ea typeface="Calibri"/>
              <a:cs typeface="Calibri"/>
            </a:endParaRPr>
          </a:p>
          <a:p>
            <a:pPr lvl="1"/>
            <a:r>
              <a:rPr lang="en-US"/>
              <a:t>Educational institutions</a:t>
            </a:r>
            <a:endParaRPr lang="en-US">
              <a:ea typeface="Calibri"/>
              <a:cs typeface="Calibri"/>
            </a:endParaRPr>
          </a:p>
          <a:p>
            <a:pPr lvl="1"/>
            <a:r>
              <a:rPr lang="en-US"/>
              <a:t>Healthcare organizations</a:t>
            </a:r>
            <a:endParaRPr lang="en-US">
              <a:ea typeface="Calibri"/>
              <a:cs typeface="Calibri"/>
            </a:endParaRPr>
          </a:p>
          <a:p>
            <a:endParaRPr lang="en-US">
              <a:ea typeface="Calibri"/>
              <a:cs typeface="Calibri"/>
            </a:endParaRPr>
          </a:p>
          <a:p>
            <a:endParaRPr lang="en-US"/>
          </a:p>
          <a:p>
            <a:endParaRPr lang="en-US"/>
          </a:p>
        </p:txBody>
      </p:sp>
    </p:spTree>
    <p:extLst>
      <p:ext uri="{BB962C8B-B14F-4D97-AF65-F5344CB8AC3E}">
        <p14:creationId xmlns:p14="http://schemas.microsoft.com/office/powerpoint/2010/main" val="3813587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C42C7B-9D40-3B82-690C-23B9FBEA1AB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49B852-11E6-BEDE-5CB8-6FA3E4A30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1DFF05B-795F-EA6C-7A29-625EEABA61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0D6EA78-F5F2-F6AE-6147-86B56CDD588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latin typeface="Calibri Light"/>
                <a:ea typeface="+mj-lt"/>
                <a:cs typeface="Calibri Light"/>
              </a:rPr>
              <a:t>Need for Digital Forensics</a:t>
            </a:r>
            <a:endParaRPr lang="en-US"/>
          </a:p>
          <a:p>
            <a:endParaRPr lang="en-US">
              <a:ea typeface="Calibri Light"/>
              <a:cs typeface="Calibri Light"/>
            </a:endParaRPr>
          </a:p>
        </p:txBody>
      </p:sp>
      <p:sp>
        <p:nvSpPr>
          <p:cNvPr id="15" name="Arc 14">
            <a:extLst>
              <a:ext uri="{FF2B5EF4-FFF2-40B4-BE49-F238E27FC236}">
                <a16:creationId xmlns:a16="http://schemas.microsoft.com/office/drawing/2014/main" id="{09E5BF65-26A0-5DCD-14AD-17F256C53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5F218313-1FAA-A880-89F0-237E2E8D0A3A}"/>
              </a:ext>
            </a:extLst>
          </p:cNvPr>
          <p:cNvSpPr>
            <a:spLocks noGrp="1"/>
          </p:cNvSpPr>
          <p:nvPr>
            <p:ph sz="half" idx="1"/>
          </p:nvPr>
        </p:nvSpPr>
        <p:spPr>
          <a:xfrm>
            <a:off x="838200" y="1825625"/>
            <a:ext cx="10515600" cy="4351338"/>
          </a:xfrm>
        </p:spPr>
        <p:txBody>
          <a:bodyPr vert="horz" lIns="91440" tIns="45720" rIns="91440" bIns="45720" rtlCol="0" anchor="t">
            <a:normAutofit fontScale="92500" lnSpcReduction="20000"/>
          </a:bodyPr>
          <a:lstStyle/>
          <a:p>
            <a:pPr marL="0" indent="0">
              <a:buNone/>
            </a:pPr>
            <a:r>
              <a:rPr lang="en-US" b="1"/>
              <a:t>Increasing Dependence on Digital Devices</a:t>
            </a:r>
          </a:p>
          <a:p>
            <a:pPr lvl="1">
              <a:buFont typeface="Courier New" panose="020B0604020202020204" pitchFamily="34" charset="0"/>
              <a:buChar char="o"/>
            </a:pPr>
            <a:r>
              <a:rPr lang="en-US"/>
              <a:t>Individuals use computers and smartphones to:</a:t>
            </a:r>
            <a:endParaRPr lang="en-US">
              <a:ea typeface="Calibri"/>
              <a:cs typeface="Calibri"/>
            </a:endParaRPr>
          </a:p>
          <a:p>
            <a:pPr lvl="2">
              <a:buFont typeface="Wingdings" panose="020B0604020202020204" pitchFamily="34" charset="0"/>
              <a:buChar char="§"/>
            </a:pPr>
            <a:r>
              <a:rPr lang="en-US"/>
              <a:t>Store personal information</a:t>
            </a:r>
            <a:endParaRPr lang="en-US">
              <a:ea typeface="Calibri"/>
              <a:cs typeface="Calibri"/>
            </a:endParaRPr>
          </a:p>
          <a:p>
            <a:pPr lvl="2">
              <a:buFont typeface="Wingdings" panose="020B0604020202020204" pitchFamily="34" charset="0"/>
              <a:buChar char="§"/>
            </a:pPr>
            <a:r>
              <a:rPr lang="en-US"/>
              <a:t>Conduct financial transactions</a:t>
            </a:r>
            <a:endParaRPr lang="en-US">
              <a:ea typeface="Calibri"/>
              <a:cs typeface="Calibri"/>
            </a:endParaRPr>
          </a:p>
          <a:p>
            <a:pPr lvl="2">
              <a:buFont typeface="Wingdings" panose="020B0604020202020204" pitchFamily="34" charset="0"/>
              <a:buChar char="§"/>
            </a:pPr>
            <a:r>
              <a:rPr lang="en-US"/>
              <a:t>Communicate via emails and social media</a:t>
            </a:r>
            <a:endParaRPr lang="en-US">
              <a:ea typeface="Calibri"/>
              <a:cs typeface="Calibri"/>
            </a:endParaRPr>
          </a:p>
          <a:p>
            <a:pPr lvl="2">
              <a:buFont typeface="Wingdings" panose="020B0604020202020204" pitchFamily="34" charset="0"/>
              <a:buChar char="§"/>
            </a:pPr>
            <a:r>
              <a:rPr lang="en-US"/>
              <a:t>Access online services</a:t>
            </a:r>
            <a:endParaRPr lang="en-US">
              <a:ea typeface="Calibri"/>
              <a:cs typeface="Calibri"/>
            </a:endParaRPr>
          </a:p>
          <a:p>
            <a:pPr marL="0" indent="0">
              <a:buNone/>
            </a:pPr>
            <a:r>
              <a:rPr lang="en-US" b="1">
                <a:ea typeface="Calibri"/>
                <a:cs typeface="Calibri"/>
              </a:rPr>
              <a:t>Emerging Challenges</a:t>
            </a:r>
          </a:p>
          <a:p>
            <a:pPr lvl="1">
              <a:buFont typeface="Courier New" panose="020B0604020202020204" pitchFamily="34" charset="0"/>
              <a:buChar char="o"/>
            </a:pPr>
            <a:r>
              <a:rPr lang="en-US">
                <a:ea typeface="Calibri"/>
                <a:cs typeface="Calibri"/>
              </a:rPr>
              <a:t>Data theft</a:t>
            </a:r>
          </a:p>
          <a:p>
            <a:pPr lvl="1">
              <a:buFont typeface="Courier New" panose="020B0604020202020204" pitchFamily="34" charset="0"/>
              <a:buChar char="o"/>
            </a:pPr>
            <a:r>
              <a:rPr lang="en-US">
                <a:ea typeface="Calibri"/>
                <a:cs typeface="Calibri"/>
              </a:rPr>
              <a:t>Identity fraud</a:t>
            </a:r>
          </a:p>
          <a:p>
            <a:pPr lvl="1">
              <a:buFont typeface="Courier New" panose="020B0604020202020204" pitchFamily="34" charset="0"/>
              <a:buChar char="o"/>
            </a:pPr>
            <a:r>
              <a:rPr lang="en-US">
                <a:ea typeface="Calibri"/>
                <a:cs typeface="Calibri"/>
              </a:rPr>
              <a:t>Unauthorized access</a:t>
            </a:r>
          </a:p>
          <a:p>
            <a:pPr lvl="1">
              <a:buFont typeface="Courier New" panose="020B0604020202020204" pitchFamily="34" charset="0"/>
              <a:buChar char="o"/>
            </a:pPr>
            <a:r>
              <a:rPr lang="en-US">
                <a:ea typeface="Calibri"/>
                <a:cs typeface="Calibri"/>
              </a:rPr>
              <a:t>Malware attacks</a:t>
            </a:r>
          </a:p>
          <a:p>
            <a:pPr lvl="1">
              <a:buFont typeface="Courier New" panose="020B0604020202020204" pitchFamily="34" charset="0"/>
              <a:buChar char="o"/>
            </a:pPr>
            <a:r>
              <a:rPr lang="en-US">
                <a:ea typeface="Calibri"/>
                <a:cs typeface="Calibri"/>
              </a:rPr>
              <a:t>Cyber espionage</a:t>
            </a:r>
          </a:p>
          <a:p>
            <a:pPr marL="0" indent="0">
              <a:buNone/>
            </a:pPr>
            <a:r>
              <a:rPr lang="en-US">
                <a:ea typeface="Calibri"/>
                <a:cs typeface="Calibri"/>
              </a:rPr>
              <a:t>This dependence creates the need for systematic investigation of digital evidence.</a:t>
            </a:r>
          </a:p>
          <a:p>
            <a:endParaRPr lang="en-US">
              <a:ea typeface="Calibri"/>
              <a:cs typeface="Calibri"/>
            </a:endParaRPr>
          </a:p>
          <a:p>
            <a:endParaRPr lang="en-US">
              <a:ea typeface="Calibri"/>
              <a:cs typeface="Calibri"/>
            </a:endParaRPr>
          </a:p>
          <a:p>
            <a:endParaRPr lang="en-US"/>
          </a:p>
          <a:p>
            <a:endParaRPr lang="en-US"/>
          </a:p>
        </p:txBody>
      </p:sp>
    </p:spTree>
    <p:extLst>
      <p:ext uri="{BB962C8B-B14F-4D97-AF65-F5344CB8AC3E}">
        <p14:creationId xmlns:p14="http://schemas.microsoft.com/office/powerpoint/2010/main" val="1333724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039BB5-62DD-D3C3-4246-1E1175331CB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30002E-C54E-EE94-9E0F-52E94EFB0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8E28937-5EDA-D225-2CFE-C3814C47A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C5C5C32-ACEC-D67B-7CE8-656FA6A153A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latin typeface="Calibri Light"/>
                <a:ea typeface="+mj-lt"/>
                <a:cs typeface="Calibri Light"/>
              </a:rPr>
              <a:t>Rise of Cybercrime</a:t>
            </a:r>
            <a:endParaRPr lang="en-US"/>
          </a:p>
          <a:p>
            <a:endParaRPr lang="en-US">
              <a:ea typeface="Calibri Light"/>
              <a:cs typeface="Calibri Light"/>
            </a:endParaRPr>
          </a:p>
        </p:txBody>
      </p:sp>
      <p:sp>
        <p:nvSpPr>
          <p:cNvPr id="15" name="Arc 14">
            <a:extLst>
              <a:ext uri="{FF2B5EF4-FFF2-40B4-BE49-F238E27FC236}">
                <a16:creationId xmlns:a16="http://schemas.microsoft.com/office/drawing/2014/main" id="{A1E60668-0BFE-198B-F8A1-323F60FFF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8B8E4084-FE91-3E50-AD4C-147500C37770}"/>
              </a:ext>
            </a:extLst>
          </p:cNvPr>
          <p:cNvSpPr>
            <a:spLocks noGrp="1"/>
          </p:cNvSpPr>
          <p:nvPr>
            <p:ph sz="half" idx="1"/>
          </p:nvPr>
        </p:nvSpPr>
        <p:spPr>
          <a:xfrm>
            <a:off x="838200" y="1825625"/>
            <a:ext cx="10515600" cy="4351338"/>
          </a:xfrm>
        </p:spPr>
        <p:txBody>
          <a:bodyPr vert="horz" lIns="91440" tIns="45720" rIns="91440" bIns="45720" rtlCol="0" anchor="t">
            <a:normAutofit fontScale="92500" lnSpcReduction="20000"/>
          </a:bodyPr>
          <a:lstStyle/>
          <a:p>
            <a:pPr marL="0" indent="0">
              <a:lnSpc>
                <a:spcPct val="70000"/>
              </a:lnSpc>
              <a:buNone/>
            </a:pPr>
            <a:r>
              <a:rPr lang="en-US" b="1"/>
              <a:t>Growing</a:t>
            </a:r>
            <a:r>
              <a:rPr lang="en-US" b="1">
                <a:latin typeface="Calibri"/>
                <a:ea typeface="Calibri"/>
                <a:cs typeface="Calibri"/>
              </a:rPr>
              <a:t> Number of Cybercrimes</a:t>
            </a:r>
            <a:endParaRPr lang="en-US"/>
          </a:p>
          <a:p>
            <a:pPr marL="457200" indent="-457200">
              <a:lnSpc>
                <a:spcPct val="70000"/>
              </a:lnSpc>
            </a:pPr>
            <a:r>
              <a:rPr lang="en-US">
                <a:latin typeface="Calibri"/>
                <a:ea typeface="Calibri"/>
                <a:cs typeface="Calibri"/>
              </a:rPr>
              <a:t>Cybercriminals </a:t>
            </a:r>
            <a:r>
              <a:rPr lang="en-US">
                <a:ea typeface="Calibri"/>
                <a:cs typeface="Calibri"/>
              </a:rPr>
              <a:t>exploit vulnerabilities in digital systems.</a:t>
            </a:r>
          </a:p>
          <a:p>
            <a:pPr marL="457200" indent="-457200">
              <a:lnSpc>
                <a:spcPct val="70000"/>
              </a:lnSpc>
            </a:pPr>
            <a:r>
              <a:rPr lang="en-US">
                <a:ea typeface="Calibri"/>
                <a:cs typeface="Calibri"/>
              </a:rPr>
              <a:t>Common cybercrimes include</a:t>
            </a:r>
            <a:r>
              <a:rPr lang="en-US">
                <a:latin typeface="Calibri"/>
                <a:ea typeface="Calibri"/>
                <a:cs typeface="Calibri"/>
              </a:rPr>
              <a:t>:</a:t>
            </a:r>
            <a:endParaRPr lang="en-US">
              <a:ea typeface="Calibri"/>
              <a:cs typeface="Calibri"/>
            </a:endParaRPr>
          </a:p>
          <a:p>
            <a:pPr marL="914400" lvl="1" indent="-457200">
              <a:lnSpc>
                <a:spcPct val="70000"/>
              </a:lnSpc>
            </a:pPr>
            <a:r>
              <a:rPr lang="en-US">
                <a:ea typeface="Calibri"/>
                <a:cs typeface="Calibri"/>
              </a:rPr>
              <a:t>Hacking</a:t>
            </a:r>
          </a:p>
          <a:p>
            <a:pPr marL="914400" lvl="1" indent="-457200">
              <a:lnSpc>
                <a:spcPct val="70000"/>
              </a:lnSpc>
            </a:pPr>
            <a:r>
              <a:rPr lang="en-US">
                <a:latin typeface="Calibri"/>
                <a:ea typeface="Calibri"/>
                <a:cs typeface="Calibri"/>
              </a:rPr>
              <a:t>Phishing</a:t>
            </a:r>
            <a:endParaRPr lang="en-US">
              <a:ea typeface="Calibri" panose="020F0502020204030204"/>
              <a:cs typeface="Calibri" panose="020F0502020204030204"/>
            </a:endParaRPr>
          </a:p>
          <a:p>
            <a:pPr marL="914400" lvl="1" indent="-457200">
              <a:lnSpc>
                <a:spcPct val="70000"/>
              </a:lnSpc>
            </a:pPr>
            <a:r>
              <a:rPr lang="en-US">
                <a:latin typeface="Calibri"/>
                <a:ea typeface="Calibri"/>
                <a:cs typeface="Calibri"/>
              </a:rPr>
              <a:t>Ransomware attacks</a:t>
            </a:r>
            <a:endParaRPr lang="en-US">
              <a:ea typeface="Calibri" panose="020F0502020204030204"/>
              <a:cs typeface="Calibri" panose="020F0502020204030204"/>
            </a:endParaRPr>
          </a:p>
          <a:p>
            <a:pPr marL="914400" lvl="1" indent="-457200">
              <a:lnSpc>
                <a:spcPct val="70000"/>
              </a:lnSpc>
            </a:pPr>
            <a:r>
              <a:rPr lang="en-US">
                <a:latin typeface="Calibri"/>
                <a:ea typeface="Calibri"/>
                <a:cs typeface="Calibri"/>
              </a:rPr>
              <a:t>Data breaches</a:t>
            </a:r>
            <a:endParaRPr lang="en-US">
              <a:ea typeface="Calibri" panose="020F0502020204030204"/>
              <a:cs typeface="Calibri" panose="020F0502020204030204"/>
            </a:endParaRPr>
          </a:p>
          <a:p>
            <a:pPr marL="914400" lvl="1" indent="-457200">
              <a:lnSpc>
                <a:spcPct val="70000"/>
              </a:lnSpc>
            </a:pPr>
            <a:r>
              <a:rPr lang="en-US">
                <a:latin typeface="Calibri"/>
                <a:ea typeface="Calibri"/>
                <a:cs typeface="Calibri"/>
              </a:rPr>
              <a:t>Online fraud</a:t>
            </a:r>
            <a:endParaRPr lang="en-US">
              <a:ea typeface="Calibri" panose="020F0502020204030204"/>
              <a:cs typeface="Calibri" panose="020F0502020204030204"/>
            </a:endParaRPr>
          </a:p>
          <a:p>
            <a:pPr marL="0" indent="0">
              <a:lnSpc>
                <a:spcPct val="80000"/>
              </a:lnSpc>
              <a:buNone/>
            </a:pPr>
            <a:r>
              <a:rPr lang="en-US" b="1"/>
              <a:t>Consequences</a:t>
            </a:r>
            <a:endParaRPr lang="en-US"/>
          </a:p>
          <a:p>
            <a:pPr marL="457200" indent="-457200">
              <a:lnSpc>
                <a:spcPct val="80000"/>
              </a:lnSpc>
            </a:pPr>
            <a:r>
              <a:rPr lang="en-US">
                <a:latin typeface="Calibri"/>
                <a:ea typeface="Calibri"/>
                <a:cs typeface="Calibri"/>
              </a:rPr>
              <a:t>Financial losses</a:t>
            </a:r>
          </a:p>
          <a:p>
            <a:pPr marL="457200" indent="-457200">
              <a:lnSpc>
                <a:spcPct val="80000"/>
              </a:lnSpc>
            </a:pPr>
            <a:r>
              <a:rPr lang="en-US">
                <a:latin typeface="Calibri"/>
                <a:ea typeface="Calibri"/>
                <a:cs typeface="Calibri"/>
              </a:rPr>
              <a:t>Reputational damage</a:t>
            </a:r>
          </a:p>
          <a:p>
            <a:pPr marL="457200" indent="-457200">
              <a:lnSpc>
                <a:spcPct val="80000"/>
              </a:lnSpc>
            </a:pPr>
            <a:r>
              <a:rPr lang="en-US">
                <a:latin typeface="Calibri"/>
                <a:ea typeface="Calibri"/>
                <a:cs typeface="Calibri"/>
              </a:rPr>
              <a:t>Privacy violations</a:t>
            </a:r>
          </a:p>
          <a:p>
            <a:pPr marL="457200" indent="-457200">
              <a:lnSpc>
                <a:spcPct val="80000"/>
              </a:lnSpc>
            </a:pPr>
            <a:r>
              <a:rPr lang="en-US">
                <a:latin typeface="Calibri"/>
                <a:ea typeface="Calibri"/>
                <a:cs typeface="Calibri"/>
              </a:rPr>
              <a:t>National security concerns</a:t>
            </a:r>
          </a:p>
          <a:p>
            <a:pPr marL="0" indent="0">
              <a:buNone/>
            </a:pPr>
            <a:endParaRPr lang="en-US" b="1">
              <a:ea typeface="Calibri"/>
              <a:cs typeface="Calibri"/>
            </a:endParaRPr>
          </a:p>
          <a:p>
            <a:endParaRPr lang="en-US">
              <a:ea typeface="Calibri"/>
              <a:cs typeface="Calibri"/>
            </a:endParaRPr>
          </a:p>
          <a:p>
            <a:endParaRPr lang="en-US">
              <a:ea typeface="Calibri"/>
              <a:cs typeface="Calibri"/>
            </a:endParaRPr>
          </a:p>
          <a:p>
            <a:endParaRPr lang="en-US"/>
          </a:p>
          <a:p>
            <a:endParaRPr lang="en-US"/>
          </a:p>
        </p:txBody>
      </p:sp>
    </p:spTree>
    <p:extLst>
      <p:ext uri="{BB962C8B-B14F-4D97-AF65-F5344CB8AC3E}">
        <p14:creationId xmlns:p14="http://schemas.microsoft.com/office/powerpoint/2010/main" val="144054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3449DC-842D-3BFB-B924-0131494D51A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C094EAD-FFC1-AFCF-6955-907F43175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820C02E-77D3-A8EE-EE91-3E3E52E76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8067B64-0301-2DA3-3312-F24F71466A14}"/>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latin typeface="Calibri Light"/>
                <a:ea typeface="+mj-lt"/>
                <a:cs typeface="Calibri Light"/>
              </a:rPr>
              <a:t>Introduction to Digital Forensics</a:t>
            </a:r>
            <a:endParaRPr lang="en-US"/>
          </a:p>
          <a:p>
            <a:endParaRPr lang="en-US">
              <a:ea typeface="Calibri Light"/>
              <a:cs typeface="Calibri Light"/>
            </a:endParaRPr>
          </a:p>
        </p:txBody>
      </p:sp>
      <p:sp>
        <p:nvSpPr>
          <p:cNvPr id="15" name="Arc 14">
            <a:extLst>
              <a:ext uri="{FF2B5EF4-FFF2-40B4-BE49-F238E27FC236}">
                <a16:creationId xmlns:a16="http://schemas.microsoft.com/office/drawing/2014/main" id="{34B08CF9-CD7E-D8B2-DD7C-D3400CF18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D79E8752-4FFC-CCA4-4862-FFB8972CF17B}"/>
              </a:ext>
            </a:extLst>
          </p:cNvPr>
          <p:cNvSpPr>
            <a:spLocks noGrp="1"/>
          </p:cNvSpPr>
          <p:nvPr>
            <p:ph sz="half" idx="1"/>
          </p:nvPr>
        </p:nvSpPr>
        <p:spPr>
          <a:xfrm>
            <a:off x="838200" y="1825625"/>
            <a:ext cx="10515600" cy="4351338"/>
          </a:xfrm>
        </p:spPr>
        <p:txBody>
          <a:bodyPr vert="horz" lIns="91440" tIns="45720" rIns="91440" bIns="45720" rtlCol="0" anchor="t">
            <a:normAutofit fontScale="92500" lnSpcReduction="20000"/>
          </a:bodyPr>
          <a:lstStyle/>
          <a:p>
            <a:pPr marL="0" indent="0">
              <a:buNone/>
            </a:pPr>
            <a:r>
              <a:rPr lang="en-US" b="1"/>
              <a:t>What is Digital Forensics?</a:t>
            </a:r>
            <a:endParaRPr lang="en-US"/>
          </a:p>
          <a:p>
            <a:pPr marL="0" indent="0">
              <a:buNone/>
            </a:pPr>
            <a:r>
              <a:rPr lang="en-US">
                <a:latin typeface="Calibri"/>
                <a:ea typeface="Calibri"/>
                <a:cs typeface="Calibri"/>
              </a:rPr>
              <a:t>Digital Forensics is the branch of forensic science that focuses on identifying, collecting, preserving, analyzing, and presenting digital evidence.</a:t>
            </a:r>
            <a:endParaRPr lang="en-US"/>
          </a:p>
          <a:p>
            <a:pPr marL="0" indent="0">
              <a:buNone/>
            </a:pPr>
            <a:r>
              <a:rPr lang="en-US" b="1">
                <a:ea typeface="Calibri"/>
                <a:cs typeface="Calibri"/>
              </a:rPr>
              <a:t>Importance of Digital Forensics</a:t>
            </a:r>
            <a:endParaRPr lang="en-US"/>
          </a:p>
          <a:p>
            <a:pPr marL="457200" indent="-457200"/>
            <a:r>
              <a:rPr lang="en-US">
                <a:ea typeface="Calibri"/>
                <a:cs typeface="Calibri"/>
              </a:rPr>
              <a:t>Investigates cybercrimes and security incidents.</a:t>
            </a:r>
          </a:p>
          <a:p>
            <a:pPr marL="457200" indent="-457200"/>
            <a:r>
              <a:rPr lang="en-US">
                <a:ea typeface="Calibri"/>
                <a:cs typeface="Calibri"/>
              </a:rPr>
              <a:t>Recovers deleted or hidden information.</a:t>
            </a:r>
          </a:p>
          <a:p>
            <a:pPr marL="457200" indent="-457200"/>
            <a:r>
              <a:rPr lang="en-US">
                <a:ea typeface="Calibri"/>
                <a:cs typeface="Calibri"/>
              </a:rPr>
              <a:t>Supports legal investigations and court proceedings.</a:t>
            </a:r>
          </a:p>
          <a:p>
            <a:pPr marL="457200" indent="-457200"/>
            <a:r>
              <a:rPr lang="en-US">
                <a:ea typeface="Calibri"/>
                <a:cs typeface="Calibri"/>
              </a:rPr>
              <a:t>Helps organizations improve security practices.</a:t>
            </a:r>
          </a:p>
          <a:p>
            <a:pPr marL="0" indent="0">
              <a:buNone/>
            </a:pPr>
            <a:r>
              <a:rPr lang="en-US" b="1">
                <a:ea typeface="Calibri"/>
                <a:cs typeface="Calibri"/>
              </a:rPr>
              <a:t>Goal</a:t>
            </a:r>
            <a:endParaRPr lang="en-US" b="1"/>
          </a:p>
          <a:p>
            <a:pPr marL="0" indent="0">
              <a:buNone/>
            </a:pPr>
            <a:r>
              <a:rPr lang="en-US">
                <a:ea typeface="Calibri"/>
                <a:cs typeface="Calibri"/>
              </a:rPr>
              <a:t>To uncover digital evidence while maintaining its integrity and admissibility in court.</a:t>
            </a:r>
            <a:endParaRPr lang="en-US"/>
          </a:p>
          <a:p>
            <a:pPr marL="0" indent="0">
              <a:buNone/>
            </a:pPr>
            <a:endParaRPr lang="en-US">
              <a:ea typeface="Calibri"/>
              <a:cs typeface="Calibri"/>
            </a:endParaRPr>
          </a:p>
          <a:p>
            <a:pPr marL="0" indent="0">
              <a:buNone/>
            </a:pPr>
            <a:endParaRPr lang="en-US" b="1">
              <a:ea typeface="Calibri"/>
              <a:cs typeface="Calibri"/>
            </a:endParaRPr>
          </a:p>
          <a:p>
            <a:endParaRPr lang="en-US">
              <a:ea typeface="Calibri"/>
              <a:cs typeface="Calibri"/>
            </a:endParaRPr>
          </a:p>
          <a:p>
            <a:endParaRPr lang="en-US">
              <a:ea typeface="Calibri"/>
              <a:cs typeface="Calibri"/>
            </a:endParaRPr>
          </a:p>
          <a:p>
            <a:endParaRPr lang="en-US"/>
          </a:p>
          <a:p>
            <a:endParaRPr lang="en-US">
              <a:ea typeface="Calibri" panose="020F0502020204030204"/>
              <a:cs typeface="Calibri" panose="020F0502020204030204"/>
            </a:endParaRPr>
          </a:p>
        </p:txBody>
      </p:sp>
    </p:spTree>
    <p:extLst>
      <p:ext uri="{BB962C8B-B14F-4D97-AF65-F5344CB8AC3E}">
        <p14:creationId xmlns:p14="http://schemas.microsoft.com/office/powerpoint/2010/main" val="3395913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a:t>Digital Forensics</a:t>
            </a:r>
          </a:p>
        </p:txBody>
      </p:sp>
      <p:sp>
        <p:nvSpPr>
          <p:cNvPr id="5" name="Content Placeholder 4"/>
          <p:cNvSpPr>
            <a:spLocks noGrp="1"/>
          </p:cNvSpPr>
          <p:nvPr>
            <p:ph sz="half" idx="1"/>
          </p:nvPr>
        </p:nvSpPr>
        <p:spPr>
          <a:xfrm>
            <a:off x="1097280" y="1845734"/>
            <a:ext cx="5509582" cy="4023359"/>
          </a:xfrm>
        </p:spPr>
        <p:txBody>
          <a:bodyPr vert="horz" lIns="91440" tIns="45720" rIns="91440" bIns="45720" rtlCol="0" anchor="t">
            <a:normAutofit/>
          </a:bodyPr>
          <a:lstStyle/>
          <a:p>
            <a:pPr algn="just">
              <a:buFont typeface="Wingdings" panose="05000000000000000000" pitchFamily="2" charset="2"/>
              <a:buChar char="v"/>
            </a:pPr>
            <a:r>
              <a:rPr lang="en-IN" sz="2400" b="1" i="1"/>
              <a:t>“Branch of forensic science that uses scientific knowledge for collecting, </a:t>
            </a:r>
            <a:r>
              <a:rPr lang="en-IN" sz="2400" b="1" i="1" err="1"/>
              <a:t>analyzing</a:t>
            </a:r>
            <a:r>
              <a:rPr lang="en-IN" sz="2400" b="1" i="1"/>
              <a:t>, documenting, and presenting digital evidence related to computer crime for using it in a court of law.”</a:t>
            </a:r>
          </a:p>
          <a:p>
            <a:pPr algn="just">
              <a:buFont typeface="Wingdings" panose="05000000000000000000" pitchFamily="2" charset="2"/>
              <a:buChar char="v"/>
            </a:pPr>
            <a:r>
              <a:rPr lang="en-IN" sz="2400"/>
              <a:t>A synonym for computer forensics- cyber forensics</a:t>
            </a:r>
          </a:p>
          <a:p>
            <a:pPr algn="just">
              <a:buFont typeface="Wingdings" panose="05000000000000000000" pitchFamily="2" charset="2"/>
              <a:buChar char="v"/>
            </a:pPr>
            <a:r>
              <a:rPr lang="en-IN" sz="2400"/>
              <a:t>Expanded to cover investigating all devices that are capable of storing digital data.</a:t>
            </a:r>
          </a:p>
        </p:txBody>
      </p:sp>
      <p:graphicFrame>
        <p:nvGraphicFramePr>
          <p:cNvPr id="9" name="Content Placeholder 8"/>
          <p:cNvGraphicFramePr>
            <a:graphicFrameLocks noGrp="1"/>
          </p:cNvGraphicFramePr>
          <p:nvPr>
            <p:ph sz="half" idx="2"/>
          </p:nvPr>
        </p:nvGraphicFramePr>
        <p:xfrm>
          <a:off x="6862181" y="1829816"/>
          <a:ext cx="4937125"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8910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Digital Forensics Process</a:t>
            </a:r>
          </a:p>
        </p:txBody>
      </p:sp>
      <p:graphicFrame>
        <p:nvGraphicFramePr>
          <p:cNvPr id="4" name="Content Placeholder 3"/>
          <p:cNvGraphicFramePr>
            <a:graphicFrameLocks noGrp="1"/>
          </p:cNvGraphicFramePr>
          <p:nvPr>
            <p:ph idx="1"/>
          </p:nvPr>
        </p:nvGraphicFramePr>
        <p:xfrm>
          <a:off x="1096963" y="2215166"/>
          <a:ext cx="10058400" cy="36538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6028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Digital Forensics</a:t>
            </a:r>
          </a:p>
        </p:txBody>
      </p:sp>
      <p:graphicFrame>
        <p:nvGraphicFramePr>
          <p:cNvPr id="4" name="Content Placeholder 3"/>
          <p:cNvGraphicFramePr>
            <a:graphicFrameLocks noGrp="1"/>
          </p:cNvGraphicFramePr>
          <p:nvPr>
            <p:ph sz="half" idx="1"/>
          </p:nvPr>
        </p:nvGraphicFramePr>
        <p:xfrm>
          <a:off x="1096962" y="2335775"/>
          <a:ext cx="10058717" cy="38074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p:cNvSpPr>
            <a:spLocks noGrp="1"/>
          </p:cNvSpPr>
          <p:nvPr>
            <p:ph sz="half" idx="2"/>
          </p:nvPr>
        </p:nvSpPr>
        <p:spPr>
          <a:xfrm>
            <a:off x="1188720" y="1857969"/>
            <a:ext cx="9966960" cy="357197"/>
          </a:xfrm>
        </p:spPr>
        <p:txBody>
          <a:bodyPr vert="horz" lIns="91440" tIns="45720" rIns="91440" bIns="45720" rtlCol="0" anchor="t">
            <a:noAutofit/>
          </a:bodyPr>
          <a:lstStyle/>
          <a:p>
            <a:r>
              <a:rPr lang="en-IN" sz="2400"/>
              <a:t>Investigate following cyberattacks</a:t>
            </a:r>
          </a:p>
        </p:txBody>
      </p:sp>
    </p:spTree>
    <p:extLst>
      <p:ext uri="{BB962C8B-B14F-4D97-AF65-F5344CB8AC3E}">
        <p14:creationId xmlns:p14="http://schemas.microsoft.com/office/powerpoint/2010/main" val="154248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7583CB25-0894-4532-A94B-DF869F05347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7F0EA84C-F8B4-4EFD-94FF-83DB8DB4A88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8D33494A-488F-42CC-AE0E-58377467A0CA}"/>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43142E2B-1602-4AFA-98C5-7914B216F70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BC7EC030-C7B7-44C0-B741-5DF5923472FA}"/>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B9E1005D-586B-4232-B5C5-3B968DC2A35E}"/>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graphicEl>
                                              <a:dgm id="{8CE43438-A78A-4D44-B206-BB6B17A3D93D}"/>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0486FA49-99DB-4EB0-B5AD-F3A486052C72}"/>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graphicEl>
                                              <a:dgm id="{B5F93A14-DEBE-4588-8A9F-B5EF04675A3A}"/>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graphicEl>
                                              <a:dgm id="{693B0258-0F75-418D-A1F9-C347A2C7239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Digital Forensics Goals</a:t>
            </a: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a:buFont typeface="Wingdings" panose="05000000000000000000" pitchFamily="2" charset="2"/>
              <a:buChar char="Ø"/>
            </a:pPr>
            <a:r>
              <a:rPr lang="en-IN"/>
              <a:t>Aims to recover, analyse, and preserve the computers and related materials for the investigating agency to present them as evidence in a court of law.</a:t>
            </a:r>
          </a:p>
          <a:p>
            <a:pPr>
              <a:buFont typeface="Wingdings" panose="05000000000000000000" pitchFamily="2" charset="2"/>
              <a:buChar char="Ø"/>
            </a:pPr>
            <a:r>
              <a:rPr lang="en-IN"/>
              <a:t>To determine the motive of the crime and to identify the primary attacker.</a:t>
            </a:r>
          </a:p>
          <a:p>
            <a:pPr>
              <a:buFont typeface="Wingdings" panose="05000000000000000000" pitchFamily="2" charset="2"/>
              <a:buChar char="Ø"/>
            </a:pPr>
            <a:r>
              <a:rPr lang="en-IN"/>
              <a:t>To ensure the integrity of the digital evidence obtained from the crime scene.</a:t>
            </a:r>
          </a:p>
          <a:p>
            <a:pPr>
              <a:buFont typeface="Wingdings" panose="05000000000000000000" pitchFamily="2" charset="2"/>
              <a:buChar char="Ø"/>
            </a:pPr>
            <a:r>
              <a:rPr lang="en-IN"/>
              <a:t>Keeping the evidence safe by adhering to the chain of custody.</a:t>
            </a:r>
          </a:p>
        </p:txBody>
      </p:sp>
    </p:spTree>
    <p:extLst>
      <p:ext uri="{BB962C8B-B14F-4D97-AF65-F5344CB8AC3E}">
        <p14:creationId xmlns:p14="http://schemas.microsoft.com/office/powerpoint/2010/main" val="3463538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Digital Forensics Categories</a:t>
            </a:r>
          </a:p>
        </p:txBody>
      </p:sp>
      <p:sp>
        <p:nvSpPr>
          <p:cNvPr id="18" name="Hexagon 17"/>
          <p:cNvSpPr/>
          <p:nvPr/>
        </p:nvSpPr>
        <p:spPr>
          <a:xfrm>
            <a:off x="4864351" y="3322750"/>
            <a:ext cx="1880315" cy="1442434"/>
          </a:xfrm>
          <a:prstGeom prst="hexag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000"/>
              <a:t>Digital Forensics Categories</a:t>
            </a:r>
          </a:p>
        </p:txBody>
      </p:sp>
    </p:spTree>
    <p:extLst>
      <p:ext uri="{BB962C8B-B14F-4D97-AF65-F5344CB8AC3E}">
        <p14:creationId xmlns:p14="http://schemas.microsoft.com/office/powerpoint/2010/main" val="3986361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7BA7E-C55E-6314-1768-6932F4D85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E9A19-FA75-2FCC-20EE-4B946F218889}"/>
              </a:ext>
            </a:extLst>
          </p:cNvPr>
          <p:cNvSpPr>
            <a:spLocks noGrp="1"/>
          </p:cNvSpPr>
          <p:nvPr>
            <p:ph type="title"/>
          </p:nvPr>
        </p:nvSpPr>
        <p:spPr/>
        <p:txBody>
          <a:bodyPr/>
          <a:lstStyle/>
          <a:p>
            <a:r>
              <a:rPr lang="en-IN"/>
              <a:t>Digital Forensics Categories</a:t>
            </a:r>
          </a:p>
        </p:txBody>
      </p:sp>
      <p:sp>
        <p:nvSpPr>
          <p:cNvPr id="18" name="Hexagon 17">
            <a:extLst>
              <a:ext uri="{FF2B5EF4-FFF2-40B4-BE49-F238E27FC236}">
                <a16:creationId xmlns:a16="http://schemas.microsoft.com/office/drawing/2014/main" id="{8CD8656F-3BBC-4099-CA22-E21A3E718682}"/>
              </a:ext>
            </a:extLst>
          </p:cNvPr>
          <p:cNvSpPr/>
          <p:nvPr/>
        </p:nvSpPr>
        <p:spPr>
          <a:xfrm>
            <a:off x="4864351" y="3322750"/>
            <a:ext cx="1880315" cy="1442434"/>
          </a:xfrm>
          <a:prstGeom prst="hexag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000"/>
              <a:t>Digital Forensics Categories</a:t>
            </a:r>
          </a:p>
        </p:txBody>
      </p:sp>
      <p:sp>
        <p:nvSpPr>
          <p:cNvPr id="21" name="Hexagon 20">
            <a:extLst>
              <a:ext uri="{FF2B5EF4-FFF2-40B4-BE49-F238E27FC236}">
                <a16:creationId xmlns:a16="http://schemas.microsoft.com/office/drawing/2014/main" id="{A32BAC8C-6E00-A0F0-43DC-E19D3EAAF021}"/>
              </a:ext>
            </a:extLst>
          </p:cNvPr>
          <p:cNvSpPr/>
          <p:nvPr/>
        </p:nvSpPr>
        <p:spPr>
          <a:xfrm>
            <a:off x="4864351" y="1815921"/>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Computer Forensics</a:t>
            </a:r>
          </a:p>
        </p:txBody>
      </p:sp>
    </p:spTree>
    <p:extLst>
      <p:ext uri="{BB962C8B-B14F-4D97-AF65-F5344CB8AC3E}">
        <p14:creationId xmlns:p14="http://schemas.microsoft.com/office/powerpoint/2010/main" val="31367350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Digital Forensics Categories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vert="horz" lIns="91440" tIns="45720" rIns="91440" bIns="45720" rtlCol="0">
            <a:normAutofit/>
          </a:bodyPr>
          <a:lstStyle/>
          <a:p>
            <a:pPr>
              <a:buFont typeface="Wingdings" panose="05000000000000000000" pitchFamily="2" charset="2"/>
              <a:buChar char="§"/>
            </a:pPr>
            <a:r>
              <a:rPr lang="en-IN" b="1"/>
              <a:t>Computer Forensics: </a:t>
            </a:r>
            <a:r>
              <a:rPr lang="en-IN"/>
              <a:t>It is concerned with investigating digital evidence found on </a:t>
            </a:r>
          </a:p>
          <a:p>
            <a:pPr lvl="1">
              <a:buFont typeface="Wingdings" panose="05000000000000000000" pitchFamily="2" charset="2"/>
              <a:buChar char="§"/>
            </a:pPr>
            <a:r>
              <a:rPr lang="en-IN"/>
              <a:t>Desktop computers, laptops, digital storage devices like external hard drives and SD cards, and in Random Access Memory (RAM)</a:t>
            </a:r>
          </a:p>
          <a:p>
            <a:pPr lvl="1">
              <a:buFont typeface="Wingdings" panose="05000000000000000000" pitchFamily="2" charset="2"/>
              <a:buChar char="§"/>
            </a:pPr>
            <a:r>
              <a:rPr lang="en-IN"/>
              <a:t>Operating systems and installed application traces and their associated logs</a:t>
            </a:r>
          </a:p>
          <a:p>
            <a:pPr>
              <a:buFont typeface="Wingdings" panose="05000000000000000000" pitchFamily="2" charset="2"/>
              <a:buChar char="§"/>
            </a:pPr>
            <a:r>
              <a:rPr lang="en-IN"/>
              <a:t>The main activity of this type is recovering deleted data from the target device’s storage and </a:t>
            </a:r>
            <a:r>
              <a:rPr lang="en-IN" err="1"/>
              <a:t>analyzing</a:t>
            </a:r>
            <a:r>
              <a:rPr lang="en-IN"/>
              <a:t> it for incriminating or exonerating evidence.</a:t>
            </a:r>
            <a:endParaRPr lang="en-IN">
              <a:ea typeface="Calibri"/>
              <a:cs typeface="Calibri"/>
            </a:endParaRPr>
          </a:p>
        </p:txBody>
      </p:sp>
    </p:spTree>
    <p:extLst>
      <p:ext uri="{BB962C8B-B14F-4D97-AF65-F5344CB8AC3E}">
        <p14:creationId xmlns:p14="http://schemas.microsoft.com/office/powerpoint/2010/main" val="4250273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B2C88-0189-ABE8-F769-D8C640ED7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7DAB4-82E3-E30F-496A-CE48D748747D}"/>
              </a:ext>
            </a:extLst>
          </p:cNvPr>
          <p:cNvSpPr>
            <a:spLocks noGrp="1"/>
          </p:cNvSpPr>
          <p:nvPr>
            <p:ph type="title"/>
          </p:nvPr>
        </p:nvSpPr>
        <p:spPr/>
        <p:txBody>
          <a:bodyPr/>
          <a:lstStyle/>
          <a:p>
            <a:r>
              <a:rPr lang="en-IN"/>
              <a:t>Digital Forensics Categories</a:t>
            </a:r>
          </a:p>
        </p:txBody>
      </p:sp>
      <p:sp>
        <p:nvSpPr>
          <p:cNvPr id="18" name="Hexagon 17">
            <a:extLst>
              <a:ext uri="{FF2B5EF4-FFF2-40B4-BE49-F238E27FC236}">
                <a16:creationId xmlns:a16="http://schemas.microsoft.com/office/drawing/2014/main" id="{B858B4D8-0299-52AB-F92B-2AB820750239}"/>
              </a:ext>
            </a:extLst>
          </p:cNvPr>
          <p:cNvSpPr/>
          <p:nvPr/>
        </p:nvSpPr>
        <p:spPr>
          <a:xfrm>
            <a:off x="4864351" y="3322750"/>
            <a:ext cx="1880315" cy="1442434"/>
          </a:xfrm>
          <a:prstGeom prst="hexag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000"/>
              <a:t>Digital Forensics Categories</a:t>
            </a:r>
          </a:p>
        </p:txBody>
      </p:sp>
      <p:sp>
        <p:nvSpPr>
          <p:cNvPr id="19" name="Hexagon 18">
            <a:extLst>
              <a:ext uri="{FF2B5EF4-FFF2-40B4-BE49-F238E27FC236}">
                <a16:creationId xmlns:a16="http://schemas.microsoft.com/office/drawing/2014/main" id="{940DB760-35EB-844A-CEAE-04D77A78F3D3}"/>
              </a:ext>
            </a:extLst>
          </p:cNvPr>
          <p:cNvSpPr/>
          <p:nvPr/>
        </p:nvSpPr>
        <p:spPr>
          <a:xfrm>
            <a:off x="2984032" y="3322750"/>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Mobile Forensics</a:t>
            </a:r>
          </a:p>
        </p:txBody>
      </p:sp>
      <p:sp>
        <p:nvSpPr>
          <p:cNvPr id="21" name="Hexagon 20">
            <a:extLst>
              <a:ext uri="{FF2B5EF4-FFF2-40B4-BE49-F238E27FC236}">
                <a16:creationId xmlns:a16="http://schemas.microsoft.com/office/drawing/2014/main" id="{D12C2F39-1044-B93C-D37A-2F9944F44616}"/>
              </a:ext>
            </a:extLst>
          </p:cNvPr>
          <p:cNvSpPr/>
          <p:nvPr/>
        </p:nvSpPr>
        <p:spPr>
          <a:xfrm>
            <a:off x="4864351" y="1815921"/>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Computer Forensics</a:t>
            </a:r>
          </a:p>
        </p:txBody>
      </p:sp>
    </p:spTree>
    <p:extLst>
      <p:ext uri="{BB962C8B-B14F-4D97-AF65-F5344CB8AC3E}">
        <p14:creationId xmlns:p14="http://schemas.microsoft.com/office/powerpoint/2010/main" val="3306362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solidFill>
                  <a:schemeClr val="tx1"/>
                </a:solidFill>
                <a:latin typeface="+mj-lt"/>
                <a:ea typeface="+mj-ea"/>
                <a:cs typeface="+mj-cs"/>
              </a:rPr>
              <a:t>Digital Forensics Categories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sz="half" idx="1"/>
          </p:nvPr>
        </p:nvSpPr>
        <p:spPr>
          <a:xfrm>
            <a:off x="838200" y="1825625"/>
            <a:ext cx="10515600" cy="4351338"/>
          </a:xfrm>
        </p:spPr>
        <p:txBody>
          <a:bodyPr vert="horz" lIns="91440" tIns="45720" rIns="91440" bIns="45720" rtlCol="0">
            <a:normAutofit/>
          </a:bodyPr>
          <a:lstStyle/>
          <a:p>
            <a:r>
              <a:rPr lang="en-US" b="1"/>
              <a:t>Mobile Forensics: </a:t>
            </a:r>
            <a:r>
              <a:rPr lang="en-US"/>
              <a:t>Acquiring digital evidence from mobile devices</a:t>
            </a:r>
          </a:p>
          <a:p>
            <a:pPr lvl="1"/>
            <a:r>
              <a:rPr lang="en-US"/>
              <a:t>Include phones, smartphones, tablets, SIM cards, and wearable devices such as smart watches</a:t>
            </a:r>
            <a:endParaRPr lang="en-US" b="1"/>
          </a:p>
          <a:p>
            <a:endParaRPr lang="en-US" b="1"/>
          </a:p>
        </p:txBody>
      </p:sp>
    </p:spTree>
    <p:extLst>
      <p:ext uri="{BB962C8B-B14F-4D97-AF65-F5344CB8AC3E}">
        <p14:creationId xmlns:p14="http://schemas.microsoft.com/office/powerpoint/2010/main" val="3489537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FC6D5-A628-C1E8-58E9-6C3237C78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D992B-7BCB-0C57-1933-DA8006197323}"/>
              </a:ext>
            </a:extLst>
          </p:cNvPr>
          <p:cNvSpPr>
            <a:spLocks noGrp="1"/>
          </p:cNvSpPr>
          <p:nvPr>
            <p:ph type="title"/>
          </p:nvPr>
        </p:nvSpPr>
        <p:spPr/>
        <p:txBody>
          <a:bodyPr/>
          <a:lstStyle/>
          <a:p>
            <a:r>
              <a:rPr lang="en-IN"/>
              <a:t>Digital Forensics Categories</a:t>
            </a:r>
          </a:p>
        </p:txBody>
      </p:sp>
      <p:sp>
        <p:nvSpPr>
          <p:cNvPr id="18" name="Hexagon 17">
            <a:extLst>
              <a:ext uri="{FF2B5EF4-FFF2-40B4-BE49-F238E27FC236}">
                <a16:creationId xmlns:a16="http://schemas.microsoft.com/office/drawing/2014/main" id="{5CFA5A4B-91EC-1BE9-E3C6-8078121CBA79}"/>
              </a:ext>
            </a:extLst>
          </p:cNvPr>
          <p:cNvSpPr/>
          <p:nvPr/>
        </p:nvSpPr>
        <p:spPr>
          <a:xfrm>
            <a:off x="4864351" y="3322750"/>
            <a:ext cx="1880315" cy="1442434"/>
          </a:xfrm>
          <a:prstGeom prst="hexag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000"/>
              <a:t>Digital Forensics Categories</a:t>
            </a:r>
          </a:p>
        </p:txBody>
      </p:sp>
      <p:sp>
        <p:nvSpPr>
          <p:cNvPr id="19" name="Hexagon 18">
            <a:extLst>
              <a:ext uri="{FF2B5EF4-FFF2-40B4-BE49-F238E27FC236}">
                <a16:creationId xmlns:a16="http://schemas.microsoft.com/office/drawing/2014/main" id="{BC815D3D-A223-A8CD-F1FF-A218642E0208}"/>
              </a:ext>
            </a:extLst>
          </p:cNvPr>
          <p:cNvSpPr/>
          <p:nvPr/>
        </p:nvSpPr>
        <p:spPr>
          <a:xfrm>
            <a:off x="2984032" y="3322750"/>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Mobile Forensics</a:t>
            </a:r>
          </a:p>
        </p:txBody>
      </p:sp>
      <p:sp>
        <p:nvSpPr>
          <p:cNvPr id="21" name="Hexagon 20">
            <a:extLst>
              <a:ext uri="{FF2B5EF4-FFF2-40B4-BE49-F238E27FC236}">
                <a16:creationId xmlns:a16="http://schemas.microsoft.com/office/drawing/2014/main" id="{56057F1E-0F7F-2384-ACC2-8047AE68635F}"/>
              </a:ext>
            </a:extLst>
          </p:cNvPr>
          <p:cNvSpPr/>
          <p:nvPr/>
        </p:nvSpPr>
        <p:spPr>
          <a:xfrm>
            <a:off x="4864351" y="1815921"/>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Computer Forensics</a:t>
            </a:r>
          </a:p>
        </p:txBody>
      </p:sp>
      <p:sp>
        <p:nvSpPr>
          <p:cNvPr id="24" name="Hexagon 23">
            <a:extLst>
              <a:ext uri="{FF2B5EF4-FFF2-40B4-BE49-F238E27FC236}">
                <a16:creationId xmlns:a16="http://schemas.microsoft.com/office/drawing/2014/main" id="{C6E7E560-9955-474E-8F72-373C36CD79B5}"/>
              </a:ext>
            </a:extLst>
          </p:cNvPr>
          <p:cNvSpPr/>
          <p:nvPr/>
        </p:nvSpPr>
        <p:spPr>
          <a:xfrm>
            <a:off x="4864349" y="4842458"/>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Network Forensics</a:t>
            </a:r>
          </a:p>
        </p:txBody>
      </p:sp>
    </p:spTree>
    <p:extLst>
      <p:ext uri="{BB962C8B-B14F-4D97-AF65-F5344CB8AC3E}">
        <p14:creationId xmlns:p14="http://schemas.microsoft.com/office/powerpoint/2010/main" val="689258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Digital Forensics Categories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a:buFont typeface="Wingdings" panose="05000000000000000000" pitchFamily="2" charset="2"/>
              <a:buChar char="§"/>
            </a:pPr>
            <a:r>
              <a:rPr lang="en-IN" b="1"/>
              <a:t>Network Forensics: </a:t>
            </a:r>
            <a:r>
              <a:rPr lang="en-IN"/>
              <a:t>This type of digital forensics is concerned with monitoring and analyzing traffic flow in computer networks to extract incriminating evidence (e.g., discovering the source of security attacks) or to detect intrusions.</a:t>
            </a:r>
          </a:p>
          <a:p>
            <a:pPr lvl="1">
              <a:buFont typeface="Wingdings" panose="05000000000000000000" pitchFamily="2" charset="2"/>
              <a:buChar char="§"/>
            </a:pPr>
            <a:r>
              <a:rPr lang="en-IN"/>
              <a:t>Data flow through networks can be captured as a mass in real time and stored for later analysis or analyzed in real time with an option to save only segments of interesting events for further offline analysis (this option require less storage space).</a:t>
            </a:r>
          </a:p>
          <a:p>
            <a:pPr lvl="1">
              <a:buFont typeface="Wingdings" panose="05000000000000000000" pitchFamily="2" charset="2"/>
              <a:buChar char="§"/>
            </a:pPr>
            <a:r>
              <a:rPr lang="en-IN"/>
              <a:t>Network forensics deals with volatile (live) data only, unlike other digital forensics types.</a:t>
            </a:r>
          </a:p>
          <a:p>
            <a:pPr>
              <a:buFont typeface="Wingdings" panose="05000000000000000000" pitchFamily="2" charset="2"/>
              <a:buChar char="§"/>
            </a:pPr>
            <a:endParaRPr lang="en-IN" b="1"/>
          </a:p>
          <a:p>
            <a:pPr>
              <a:buFont typeface="Wingdings" panose="05000000000000000000" pitchFamily="2" charset="2"/>
              <a:buChar char="§"/>
            </a:pPr>
            <a:endParaRPr lang="en-IN" b="1"/>
          </a:p>
        </p:txBody>
      </p:sp>
    </p:spTree>
    <p:extLst>
      <p:ext uri="{BB962C8B-B14F-4D97-AF65-F5344CB8AC3E}">
        <p14:creationId xmlns:p14="http://schemas.microsoft.com/office/powerpoint/2010/main" val="2955496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67089-18EC-C041-A135-C1E1350C2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D8512-8657-6D16-BA3F-8F9DA014EA16}"/>
              </a:ext>
            </a:extLst>
          </p:cNvPr>
          <p:cNvSpPr>
            <a:spLocks noGrp="1"/>
          </p:cNvSpPr>
          <p:nvPr>
            <p:ph type="title"/>
          </p:nvPr>
        </p:nvSpPr>
        <p:spPr/>
        <p:txBody>
          <a:bodyPr/>
          <a:lstStyle/>
          <a:p>
            <a:r>
              <a:rPr lang="en-IN"/>
              <a:t>Digital Forensics Categories</a:t>
            </a:r>
          </a:p>
        </p:txBody>
      </p:sp>
      <p:sp>
        <p:nvSpPr>
          <p:cNvPr id="18" name="Hexagon 17">
            <a:extLst>
              <a:ext uri="{FF2B5EF4-FFF2-40B4-BE49-F238E27FC236}">
                <a16:creationId xmlns:a16="http://schemas.microsoft.com/office/drawing/2014/main" id="{50F25457-18DA-13FE-5CC1-DD6CD3566A0F}"/>
              </a:ext>
            </a:extLst>
          </p:cNvPr>
          <p:cNvSpPr/>
          <p:nvPr/>
        </p:nvSpPr>
        <p:spPr>
          <a:xfrm>
            <a:off x="4864351" y="3322750"/>
            <a:ext cx="1880315" cy="1442434"/>
          </a:xfrm>
          <a:prstGeom prst="hexag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000"/>
              <a:t>Digital Forensics Categories</a:t>
            </a:r>
          </a:p>
        </p:txBody>
      </p:sp>
      <p:sp>
        <p:nvSpPr>
          <p:cNvPr id="19" name="Hexagon 18">
            <a:extLst>
              <a:ext uri="{FF2B5EF4-FFF2-40B4-BE49-F238E27FC236}">
                <a16:creationId xmlns:a16="http://schemas.microsoft.com/office/drawing/2014/main" id="{4411C76E-F6BE-9B50-18C7-D89FC72BAC44}"/>
              </a:ext>
            </a:extLst>
          </p:cNvPr>
          <p:cNvSpPr/>
          <p:nvPr/>
        </p:nvSpPr>
        <p:spPr>
          <a:xfrm>
            <a:off x="2984032" y="3322750"/>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Mobile Forensics</a:t>
            </a:r>
          </a:p>
        </p:txBody>
      </p:sp>
      <p:sp>
        <p:nvSpPr>
          <p:cNvPr id="21" name="Hexagon 20">
            <a:extLst>
              <a:ext uri="{FF2B5EF4-FFF2-40B4-BE49-F238E27FC236}">
                <a16:creationId xmlns:a16="http://schemas.microsoft.com/office/drawing/2014/main" id="{9584A5CC-9A28-D484-1416-953B0ADB10F9}"/>
              </a:ext>
            </a:extLst>
          </p:cNvPr>
          <p:cNvSpPr/>
          <p:nvPr/>
        </p:nvSpPr>
        <p:spPr>
          <a:xfrm>
            <a:off x="4864351" y="1815921"/>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Computer Forensics</a:t>
            </a:r>
          </a:p>
        </p:txBody>
      </p:sp>
      <p:sp>
        <p:nvSpPr>
          <p:cNvPr id="23" name="Hexagon 22">
            <a:extLst>
              <a:ext uri="{FF2B5EF4-FFF2-40B4-BE49-F238E27FC236}">
                <a16:creationId xmlns:a16="http://schemas.microsoft.com/office/drawing/2014/main" id="{3ADF8989-641A-A2A0-11A7-E10B4BA5C243}"/>
              </a:ext>
            </a:extLst>
          </p:cNvPr>
          <p:cNvSpPr/>
          <p:nvPr/>
        </p:nvSpPr>
        <p:spPr>
          <a:xfrm>
            <a:off x="6744665" y="3322750"/>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Database Forensics</a:t>
            </a:r>
          </a:p>
        </p:txBody>
      </p:sp>
      <p:sp>
        <p:nvSpPr>
          <p:cNvPr id="24" name="Hexagon 23">
            <a:extLst>
              <a:ext uri="{FF2B5EF4-FFF2-40B4-BE49-F238E27FC236}">
                <a16:creationId xmlns:a16="http://schemas.microsoft.com/office/drawing/2014/main" id="{0684A604-8180-ABBA-E6B2-2C58C9B15A78}"/>
              </a:ext>
            </a:extLst>
          </p:cNvPr>
          <p:cNvSpPr/>
          <p:nvPr/>
        </p:nvSpPr>
        <p:spPr>
          <a:xfrm>
            <a:off x="4864349" y="4842458"/>
            <a:ext cx="1880315" cy="1442434"/>
          </a:xfrm>
          <a:prstGeom prst="hex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200"/>
              <a:t>Network Forensics</a:t>
            </a:r>
          </a:p>
        </p:txBody>
      </p:sp>
    </p:spTree>
    <p:extLst>
      <p:ext uri="{BB962C8B-B14F-4D97-AF65-F5344CB8AC3E}">
        <p14:creationId xmlns:p14="http://schemas.microsoft.com/office/powerpoint/2010/main" val="1448475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Digital Forensics Categories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a:buFont typeface="Wingdings" panose="05000000000000000000" pitchFamily="2" charset="2"/>
              <a:buChar char="§"/>
            </a:pPr>
            <a:r>
              <a:rPr lang="en-IN" b="1"/>
              <a:t>Database Forensics: </a:t>
            </a:r>
            <a:r>
              <a:rPr lang="en-IN"/>
              <a:t>Database forensics is concerned with the analysis of data and metadata existing within a database such as Microsoft SQL Server, Oracle, MySQL, and others.</a:t>
            </a:r>
          </a:p>
          <a:p>
            <a:pPr lvl="1">
              <a:buFont typeface="Wingdings" panose="05000000000000000000" pitchFamily="2" charset="2"/>
              <a:buChar char="§"/>
            </a:pPr>
            <a:r>
              <a:rPr lang="en-IN"/>
              <a:t>Database forensics looks for who accesses a database and what actions are performed to help uncover malicious activities conducted therein.</a:t>
            </a:r>
            <a:endParaRPr lang="en-IN" b="1"/>
          </a:p>
          <a:p>
            <a:pPr>
              <a:buFont typeface="Wingdings" panose="05000000000000000000" pitchFamily="2" charset="2"/>
              <a:buChar char="§"/>
            </a:pPr>
            <a:endParaRPr lang="en-IN" b="1"/>
          </a:p>
        </p:txBody>
      </p:sp>
    </p:spTree>
    <p:extLst>
      <p:ext uri="{BB962C8B-B14F-4D97-AF65-F5344CB8AC3E}">
        <p14:creationId xmlns:p14="http://schemas.microsoft.com/office/powerpoint/2010/main" val="2471334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GB"/>
              <a:t>Computer forensics fundamentals</a:t>
            </a:r>
            <a:endParaRPr lang="en-IN"/>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vert="horz" lIns="91440" tIns="45720" rIns="91440" bIns="45720" rtlCol="0">
            <a:normAutofit/>
          </a:bodyPr>
          <a:lstStyle/>
          <a:p>
            <a:r>
              <a:rPr lang="en-IN">
                <a:ea typeface="+mn-lt"/>
                <a:cs typeface="+mn-lt"/>
              </a:rPr>
              <a:t>A specialized branch of digital forensic science focused on the legal recovery of data.</a:t>
            </a:r>
          </a:p>
          <a:p>
            <a:r>
              <a:rPr lang="en-IN">
                <a:ea typeface="+mn-lt"/>
                <a:cs typeface="+mn-lt"/>
              </a:rPr>
              <a:t>The Four Pillars:</a:t>
            </a:r>
          </a:p>
          <a:p>
            <a:pPr lvl="1">
              <a:buFont typeface="Courier New" panose="020B0604020202020204" pitchFamily="34" charset="0"/>
              <a:buChar char="o"/>
            </a:pPr>
            <a:r>
              <a:rPr lang="en-IN">
                <a:ea typeface="+mn-lt"/>
                <a:cs typeface="+mn-lt"/>
              </a:rPr>
              <a:t>Identification: Locating potential evidence across devices, networks, and cloud storage.</a:t>
            </a:r>
          </a:p>
          <a:p>
            <a:pPr lvl="1">
              <a:buFont typeface="Courier New" panose="020B0604020202020204" pitchFamily="34" charset="0"/>
              <a:buChar char="o"/>
            </a:pPr>
            <a:r>
              <a:rPr lang="en-IN">
                <a:ea typeface="+mn-lt"/>
                <a:cs typeface="+mn-lt"/>
              </a:rPr>
              <a:t>Preservation: Securing the scene and locking down data so it cannot be altered or wiped.</a:t>
            </a:r>
          </a:p>
          <a:p>
            <a:pPr lvl="1">
              <a:buFont typeface="Courier New" panose="020B0604020202020204" pitchFamily="34" charset="0"/>
              <a:buChar char="o"/>
            </a:pPr>
            <a:r>
              <a:rPr lang="en-IN">
                <a:ea typeface="+mn-lt"/>
                <a:cs typeface="+mn-lt"/>
              </a:rPr>
              <a:t>Analysis: Using scientific methods to extract, reconstruct, and interpret hidden data.</a:t>
            </a:r>
          </a:p>
          <a:p>
            <a:pPr lvl="1">
              <a:buFont typeface="Courier New" panose="020B0604020202020204" pitchFamily="34" charset="0"/>
              <a:buChar char="o"/>
            </a:pPr>
            <a:r>
              <a:rPr lang="en-IN">
                <a:ea typeface="+mn-lt"/>
                <a:cs typeface="+mn-lt"/>
              </a:rPr>
              <a:t>Presentation: Translating highly complex technical logs into simple terms for a courtroom.</a:t>
            </a:r>
          </a:p>
          <a:p>
            <a:endParaRPr lang="en-IN">
              <a:ea typeface="+mn-lt"/>
              <a:cs typeface="+mn-lt"/>
            </a:endParaRPr>
          </a:p>
        </p:txBody>
      </p:sp>
    </p:spTree>
    <p:extLst>
      <p:ext uri="{BB962C8B-B14F-4D97-AF65-F5344CB8AC3E}">
        <p14:creationId xmlns:p14="http://schemas.microsoft.com/office/powerpoint/2010/main" val="1031970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20149C-E7E9-1204-779C-C0A56D77D92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E0D5F57-BBD2-7794-DF3B-3666DDE52EC3}"/>
              </a:ext>
            </a:extLst>
          </p:cNvPr>
          <p:cNvSpPr>
            <a:spLocks noGrp="1"/>
          </p:cNvSpPr>
          <p:nvPr>
            <p:ph type="title"/>
          </p:nvPr>
        </p:nvSpPr>
        <p:spPr>
          <a:xfrm>
            <a:off x="838200" y="365125"/>
            <a:ext cx="10515600" cy="1325563"/>
          </a:xfrm>
        </p:spPr>
        <p:txBody>
          <a:bodyPr>
            <a:normAutofit/>
          </a:bodyPr>
          <a:lstStyle/>
          <a:p>
            <a:r>
              <a:rPr lang="en-GB"/>
              <a:t>Computer forensics fundamentals</a:t>
            </a:r>
            <a:endParaRPr lang="en-IN"/>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0D29792-F170-D2DF-1D92-32CE773BEB06}"/>
              </a:ext>
            </a:extLst>
          </p:cNvPr>
          <p:cNvSpPr>
            <a:spLocks noGrp="1"/>
          </p:cNvSpPr>
          <p:nvPr>
            <p:ph idx="1"/>
          </p:nvPr>
        </p:nvSpPr>
        <p:spPr>
          <a:xfrm>
            <a:off x="838200" y="1825625"/>
            <a:ext cx="10515600" cy="4351338"/>
          </a:xfrm>
        </p:spPr>
        <p:txBody>
          <a:bodyPr vert="horz" lIns="91440" tIns="45720" rIns="91440" bIns="45720" rtlCol="0">
            <a:normAutofit/>
          </a:bodyPr>
          <a:lstStyle/>
          <a:p>
            <a:r>
              <a:rPr lang="en-IN">
                <a:ea typeface="+mn-lt"/>
                <a:cs typeface="+mn-lt"/>
              </a:rPr>
              <a:t>Legal Scope:</a:t>
            </a:r>
            <a:endParaRPr lang="en-US">
              <a:ea typeface="+mn-lt"/>
              <a:cs typeface="+mn-lt"/>
            </a:endParaRPr>
          </a:p>
          <a:p>
            <a:pPr lvl="1">
              <a:spcBef>
                <a:spcPts val="1000"/>
              </a:spcBef>
              <a:buFont typeface="Arial,Sans-Serif" panose="020B0604020202020204" pitchFamily="34" charset="0"/>
              <a:buChar char="o"/>
            </a:pPr>
            <a:r>
              <a:rPr lang="en-IN">
                <a:ea typeface="+mn-lt"/>
                <a:cs typeface="+mn-lt"/>
              </a:rPr>
              <a:t>Criminal Investigations: Homicide, cyberwarfare, intellectual property theft, and fraud.</a:t>
            </a:r>
            <a:endParaRPr lang="en-US">
              <a:ea typeface="+mn-lt"/>
              <a:cs typeface="+mn-lt"/>
            </a:endParaRPr>
          </a:p>
          <a:p>
            <a:pPr lvl="1">
              <a:spcBef>
                <a:spcPts val="1000"/>
              </a:spcBef>
              <a:buFont typeface="Arial,Sans-Serif" panose="020B0604020202020204" pitchFamily="34" charset="0"/>
              <a:buChar char="o"/>
            </a:pPr>
            <a:r>
              <a:rPr lang="en-IN">
                <a:ea typeface="+mn-lt"/>
                <a:cs typeface="+mn-lt"/>
              </a:rPr>
              <a:t>Civil Investigations: Corporate disputes, divorce proceedings, and </a:t>
            </a:r>
            <a:r>
              <a:rPr lang="en-IN" err="1">
                <a:ea typeface="+mn-lt"/>
                <a:cs typeface="+mn-lt"/>
              </a:rPr>
              <a:t>employmentbreaches</a:t>
            </a:r>
            <a:r>
              <a:rPr lang="en-IN">
                <a:ea typeface="+mn-lt"/>
                <a:cs typeface="+mn-lt"/>
              </a:rPr>
              <a:t>.</a:t>
            </a:r>
            <a:endParaRPr lang="en-IN"/>
          </a:p>
          <a:p>
            <a:endParaRPr lang="en-IN">
              <a:ea typeface="+mn-lt"/>
              <a:cs typeface="+mn-lt"/>
            </a:endParaRPr>
          </a:p>
        </p:txBody>
      </p:sp>
    </p:spTree>
    <p:extLst>
      <p:ext uri="{BB962C8B-B14F-4D97-AF65-F5344CB8AC3E}">
        <p14:creationId xmlns:p14="http://schemas.microsoft.com/office/powerpoint/2010/main" val="838578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ea typeface="+mj-lt"/>
                <a:cs typeface="+mj-lt"/>
              </a:rPr>
              <a:t>Goals of Computer Forensics</a:t>
            </a: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vert="horz" lIns="91440" tIns="45720" rIns="91440" bIns="45720" rtlCol="0">
            <a:normAutofit/>
          </a:bodyPr>
          <a:lstStyle/>
          <a:p>
            <a:pPr marL="457200" indent="-457200"/>
            <a:r>
              <a:rPr lang="en-IN">
                <a:ea typeface="+mn-lt"/>
                <a:cs typeface="+mn-lt"/>
              </a:rPr>
              <a:t>Evidence Recovery: Extract active, hidden, encrypted, and deleted files from target storage media.</a:t>
            </a:r>
          </a:p>
          <a:p>
            <a:pPr marL="457200" indent="-457200"/>
            <a:r>
              <a:rPr lang="en-IN">
                <a:ea typeface="Calibri" panose="020F0502020204030204"/>
                <a:cs typeface="Calibri" panose="020F0502020204030204"/>
              </a:rPr>
              <a:t>Maintain Data Integrity: Guarantee that the original evidence remains 100% pristine and unaltered.</a:t>
            </a:r>
          </a:p>
          <a:p>
            <a:pPr marL="914400" lvl="1" indent="-457200">
              <a:buFont typeface="Courier New" panose="020B0604020202020204" pitchFamily="34" charset="0"/>
              <a:buChar char="o"/>
            </a:pPr>
            <a:r>
              <a:rPr lang="en-IN">
                <a:ea typeface="Calibri" panose="020F0502020204030204"/>
                <a:cs typeface="Calibri" panose="020F0502020204030204"/>
              </a:rPr>
              <a:t>Investigators work exclusively on bit-stream forensic copies, never the original device.</a:t>
            </a:r>
          </a:p>
          <a:p>
            <a:pPr marL="457200" indent="-457200"/>
            <a:r>
              <a:rPr lang="en-IN">
                <a:ea typeface="Calibri" panose="020F0502020204030204"/>
                <a:cs typeface="Calibri" panose="020F0502020204030204"/>
              </a:rPr>
              <a:t>Ensure Legal Admissibility: Strictly follow local privacy laws and search warrants.</a:t>
            </a:r>
          </a:p>
          <a:p>
            <a:pPr marL="914400" lvl="1" indent="-457200">
              <a:buFont typeface="Courier New" panose="020B0604020202020204" pitchFamily="34" charset="0"/>
              <a:buChar char="o"/>
            </a:pPr>
            <a:r>
              <a:rPr lang="en-IN">
                <a:ea typeface="+mn-lt"/>
                <a:cs typeface="+mn-lt"/>
              </a:rPr>
              <a:t>If evidence is collected improperly, a judge will throw it out, no matter how guilty the suspect is.</a:t>
            </a:r>
            <a:endParaRPr lang="en-IN">
              <a:ea typeface="Calibri" panose="020F0502020204030204"/>
              <a:cs typeface="Calibri" panose="020F0502020204030204"/>
            </a:endParaRPr>
          </a:p>
        </p:txBody>
      </p:sp>
    </p:spTree>
    <p:extLst>
      <p:ext uri="{BB962C8B-B14F-4D97-AF65-F5344CB8AC3E}">
        <p14:creationId xmlns:p14="http://schemas.microsoft.com/office/powerpoint/2010/main" val="1593985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2EA9DF-157F-230D-E67B-99CCEAF1D71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4BDD378-5A94-5753-3F23-7ACE7CFF1156}"/>
              </a:ext>
            </a:extLst>
          </p:cNvPr>
          <p:cNvSpPr>
            <a:spLocks noGrp="1"/>
          </p:cNvSpPr>
          <p:nvPr>
            <p:ph type="title"/>
          </p:nvPr>
        </p:nvSpPr>
        <p:spPr>
          <a:xfrm>
            <a:off x="838200" y="365125"/>
            <a:ext cx="10515600" cy="1325563"/>
          </a:xfrm>
        </p:spPr>
        <p:txBody>
          <a:bodyPr>
            <a:normAutofit/>
          </a:bodyPr>
          <a:lstStyle/>
          <a:p>
            <a:r>
              <a:rPr lang="en-IN">
                <a:ea typeface="+mj-lt"/>
                <a:cs typeface="+mj-lt"/>
              </a:rPr>
              <a:t>Goals of Computer Forensics</a:t>
            </a: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B7464EE-EB64-6099-2345-E11E4891E636}"/>
              </a:ext>
            </a:extLst>
          </p:cNvPr>
          <p:cNvSpPr>
            <a:spLocks noGrp="1"/>
          </p:cNvSpPr>
          <p:nvPr>
            <p:ph idx="1"/>
          </p:nvPr>
        </p:nvSpPr>
        <p:spPr>
          <a:xfrm>
            <a:off x="838200" y="1825625"/>
            <a:ext cx="10515600" cy="4351338"/>
          </a:xfrm>
        </p:spPr>
        <p:txBody>
          <a:bodyPr vert="horz" lIns="91440" tIns="45720" rIns="91440" bIns="45720" rtlCol="0">
            <a:normAutofit/>
          </a:bodyPr>
          <a:lstStyle/>
          <a:p>
            <a:pPr marL="457200" indent="-457200"/>
            <a:r>
              <a:rPr lang="en-IN">
                <a:ea typeface="+mn-lt"/>
                <a:cs typeface="+mn-lt"/>
              </a:rPr>
              <a:t>Establish</a:t>
            </a:r>
            <a:r>
              <a:rPr lang="en-IN">
                <a:ea typeface="Calibri" panose="020F0502020204030204"/>
                <a:cs typeface="Calibri" panose="020F0502020204030204"/>
              </a:rPr>
              <a:t> </a:t>
            </a:r>
            <a:r>
              <a:rPr lang="en-IN">
                <a:ea typeface="+mn-lt"/>
                <a:cs typeface="+mn-lt"/>
              </a:rPr>
              <a:t>Chain of Custody</a:t>
            </a:r>
            <a:r>
              <a:rPr lang="en-IN">
                <a:ea typeface="Calibri" panose="020F0502020204030204"/>
                <a:cs typeface="Calibri" panose="020F0502020204030204"/>
              </a:rPr>
              <a:t>: Document a meticulous chronological log of who handled the </a:t>
            </a:r>
            <a:r>
              <a:rPr lang="en-IN">
                <a:ea typeface="+mn-lt"/>
                <a:cs typeface="+mn-lt"/>
              </a:rPr>
              <a:t>evidence, when, and why.</a:t>
            </a:r>
          </a:p>
          <a:p>
            <a:pPr marL="457200" indent="-457200"/>
            <a:r>
              <a:rPr lang="en-IN">
                <a:ea typeface="Calibri"/>
                <a:cs typeface="Calibri"/>
              </a:rPr>
              <a:t>Objective Support: Provide unbiased, verifiable facts to support either the prosecution or the </a:t>
            </a:r>
            <a:r>
              <a:rPr lang="en-IN" err="1">
                <a:ea typeface="Calibri"/>
                <a:cs typeface="Calibri"/>
              </a:rPr>
              <a:t>defense</a:t>
            </a:r>
            <a:r>
              <a:rPr lang="en-IN">
                <a:ea typeface="Calibri"/>
                <a:cs typeface="Calibri"/>
              </a:rPr>
              <a:t>.</a:t>
            </a:r>
          </a:p>
        </p:txBody>
      </p:sp>
    </p:spTree>
    <p:extLst>
      <p:ext uri="{BB962C8B-B14F-4D97-AF65-F5344CB8AC3E}">
        <p14:creationId xmlns:p14="http://schemas.microsoft.com/office/powerpoint/2010/main" val="2563186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t>Computer Forensics Process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vert="horz" lIns="91440" tIns="45720" rIns="91440" bIns="45720" rtlCol="0">
            <a:normAutofit/>
          </a:bodyPr>
          <a:lstStyle/>
          <a:p>
            <a:pPr marL="457200" indent="-457200"/>
            <a:r>
              <a:rPr lang="en-US"/>
              <a:t>Identification: </a:t>
            </a:r>
          </a:p>
          <a:p>
            <a:pPr marL="914400" lvl="1" indent="-457200">
              <a:buFont typeface="Courier New" panose="020B0604020202020204" pitchFamily="34" charset="0"/>
              <a:buChar char="o"/>
            </a:pPr>
            <a:r>
              <a:rPr lang="en-US"/>
              <a:t>Identify target media (laptops, servers, backup tapes, smartphones, IoT devices).</a:t>
            </a:r>
          </a:p>
          <a:p>
            <a:pPr marL="914400" lvl="1" indent="-457200">
              <a:buFont typeface="Courier New" panose="020B0604020202020204" pitchFamily="34" charset="0"/>
              <a:buChar char="o"/>
            </a:pPr>
            <a:r>
              <a:rPr lang="en-US"/>
              <a:t>Determine the scope of the search warrant or corporate authorization.</a:t>
            </a:r>
            <a:endParaRPr lang="en-US">
              <a:ea typeface="Calibri"/>
              <a:cs typeface="Calibri"/>
            </a:endParaRPr>
          </a:p>
          <a:p>
            <a:pPr marL="457200" indent="-457200">
              <a:buFont typeface="Courier New" panose="020B0604020202020204" pitchFamily="34" charset="0"/>
            </a:pPr>
            <a:r>
              <a:rPr lang="en-US">
                <a:ea typeface="+mn-lt"/>
                <a:cs typeface="+mn-lt"/>
              </a:rPr>
              <a:t>Preservation:</a:t>
            </a:r>
            <a:endParaRPr lang="en-US">
              <a:ea typeface="Calibri"/>
              <a:cs typeface="Calibri"/>
            </a:endParaRPr>
          </a:p>
          <a:p>
            <a:pPr marL="914400" lvl="1" indent="-457200">
              <a:spcBef>
                <a:spcPts val="500"/>
              </a:spcBef>
              <a:buFont typeface="Courier New" panose="020B0604020202020204" pitchFamily="34" charset="0"/>
              <a:buChar char="o"/>
            </a:pPr>
            <a:r>
              <a:rPr lang="en-US">
                <a:ea typeface="+mn-lt"/>
                <a:cs typeface="+mn-lt"/>
              </a:rPr>
              <a:t>Isolate mobile devices in Faraday bags to prevent remote-wipe commands.</a:t>
            </a:r>
            <a:endParaRPr lang="en-US">
              <a:ea typeface="Calibri"/>
              <a:cs typeface="Calibri"/>
            </a:endParaRPr>
          </a:p>
          <a:p>
            <a:pPr marL="914400" lvl="1" indent="-457200">
              <a:spcBef>
                <a:spcPts val="500"/>
              </a:spcBef>
              <a:buFont typeface="Courier New" panose="020B0604020202020204" pitchFamily="34" charset="0"/>
              <a:buChar char="o"/>
            </a:pPr>
            <a:r>
              <a:rPr lang="en-US">
                <a:ea typeface="+mn-lt"/>
                <a:cs typeface="+mn-lt"/>
              </a:rPr>
              <a:t>Use hardware write-blockers to clone the drive without modifying system logs.</a:t>
            </a:r>
            <a:endParaRPr lang="en-US">
              <a:ea typeface="Calibri" panose="020F0502020204030204"/>
              <a:cs typeface="Calibri" panose="020F0502020204030204"/>
            </a:endParaRPr>
          </a:p>
          <a:p>
            <a:pPr marL="457200" indent="-457200"/>
            <a:endParaRPr lang="en-US">
              <a:ea typeface="Calibri" panose="020F0502020204030204"/>
              <a:cs typeface="Calibri" panose="020F0502020204030204"/>
            </a:endParaRPr>
          </a:p>
          <a:p>
            <a:pPr marL="0" indent="0">
              <a:buNone/>
            </a:pPr>
            <a:endParaRPr>
              <a:ea typeface="Calibri"/>
              <a:cs typeface="Calibri"/>
            </a:endParaRPr>
          </a:p>
          <a:p>
            <a:pPr marL="0" indent="0">
              <a:buNone/>
            </a:pPr>
            <a:endParaRPr lang="en-US">
              <a:ea typeface="Calibri"/>
              <a:cs typeface="Calibri"/>
            </a:endParaRPr>
          </a:p>
        </p:txBody>
      </p:sp>
    </p:spTree>
    <p:extLst>
      <p:ext uri="{BB962C8B-B14F-4D97-AF65-F5344CB8AC3E}">
        <p14:creationId xmlns:p14="http://schemas.microsoft.com/office/powerpoint/2010/main" val="1902137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F9716E-58E6-8ACB-0C79-1AFDD5E229D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6ED17D1-5946-619F-D5E9-A58ED9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910572F-7A0A-B411-3E0A-4BBFBAF1B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70BCE3-6801-C2D1-F09D-A36CA13B0D3C}"/>
              </a:ext>
            </a:extLst>
          </p:cNvPr>
          <p:cNvSpPr>
            <a:spLocks noGrp="1"/>
          </p:cNvSpPr>
          <p:nvPr>
            <p:ph type="title"/>
          </p:nvPr>
        </p:nvSpPr>
        <p:spPr>
          <a:xfrm>
            <a:off x="838200" y="365125"/>
            <a:ext cx="10515600" cy="1325563"/>
          </a:xfrm>
        </p:spPr>
        <p:txBody>
          <a:bodyPr>
            <a:normAutofit/>
          </a:bodyPr>
          <a:lstStyle/>
          <a:p>
            <a:r>
              <a:rPr lang="en-US"/>
              <a:t>Computer Forensics Process</a:t>
            </a:r>
          </a:p>
        </p:txBody>
      </p:sp>
      <p:sp>
        <p:nvSpPr>
          <p:cNvPr id="12" name="Arc 11">
            <a:extLst>
              <a:ext uri="{FF2B5EF4-FFF2-40B4-BE49-F238E27FC236}">
                <a16:creationId xmlns:a16="http://schemas.microsoft.com/office/drawing/2014/main" id="{01D0881D-B858-D4CD-ACA6-D33921F4C6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9A86982-1B7A-4569-9C43-5E98FBCF7F9B}"/>
              </a:ext>
            </a:extLst>
          </p:cNvPr>
          <p:cNvSpPr>
            <a:spLocks noGrp="1"/>
          </p:cNvSpPr>
          <p:nvPr>
            <p:ph idx="1"/>
          </p:nvPr>
        </p:nvSpPr>
        <p:spPr>
          <a:xfrm>
            <a:off x="838200" y="1825625"/>
            <a:ext cx="10515600" cy="4351338"/>
          </a:xfrm>
        </p:spPr>
        <p:txBody>
          <a:bodyPr vert="horz" lIns="91440" tIns="45720" rIns="91440" bIns="45720" rtlCol="0" anchor="t">
            <a:normAutofit/>
          </a:bodyPr>
          <a:lstStyle/>
          <a:p>
            <a:pPr marL="457200" indent="-457200"/>
            <a:r>
              <a:rPr lang="en-US" sz="2600"/>
              <a:t>Analysis:</a:t>
            </a:r>
          </a:p>
          <a:p>
            <a:pPr marL="914400" lvl="1" indent="-457200">
              <a:buFont typeface="Courier New,monospace" panose="020B0604020202020204" pitchFamily="34" charset="0"/>
              <a:buChar char="o"/>
            </a:pPr>
            <a:r>
              <a:rPr lang="en-US" sz="2200"/>
              <a:t>Carve unallocated space to piece together deleted fragments. </a:t>
            </a:r>
            <a:endParaRPr lang="en-US" sz="2200">
              <a:ea typeface="Calibri"/>
              <a:cs typeface="Calibri"/>
            </a:endParaRPr>
          </a:p>
          <a:p>
            <a:pPr marL="914400" lvl="1" indent="-457200">
              <a:buFont typeface="Courier New,monospace" panose="020B0604020202020204" pitchFamily="34" charset="0"/>
              <a:buChar char="o"/>
            </a:pPr>
            <a:r>
              <a:rPr lang="en-US" sz="2200"/>
              <a:t>Examine system registries, browser histories, and timeline logs to map </a:t>
            </a:r>
            <a:r>
              <a:rPr lang="en-US" sz="2200" err="1"/>
              <a:t>useractivity</a:t>
            </a:r>
            <a:r>
              <a:rPr lang="en-US" sz="2200"/>
              <a:t>.</a:t>
            </a:r>
          </a:p>
          <a:p>
            <a:pPr marL="457200" indent="-457200">
              <a:buFont typeface="Courier New,monospace" panose="020B0604020202020204" pitchFamily="34" charset="0"/>
              <a:buChar char="o"/>
            </a:pPr>
            <a:r>
              <a:rPr lang="en-US" sz="2600"/>
              <a:t>Documentation:</a:t>
            </a:r>
          </a:p>
          <a:p>
            <a:pPr marL="914400" lvl="1" indent="-457200">
              <a:buFont typeface="Courier New,monospace" panose="020B0604020202020204" pitchFamily="34" charset="0"/>
              <a:buChar char="o"/>
            </a:pPr>
            <a:r>
              <a:rPr lang="en-US" sz="2200"/>
              <a:t>Maintain an absolute paper trail of all tools used, plugin versions, </a:t>
            </a:r>
            <a:r>
              <a:rPr lang="en-US" sz="2200" err="1"/>
              <a:t>andcommands</a:t>
            </a:r>
            <a:r>
              <a:rPr lang="en-US" sz="2200"/>
              <a:t> executed.</a:t>
            </a:r>
            <a:endParaRPr lang="en-US" sz="2200">
              <a:ea typeface="Calibri"/>
              <a:cs typeface="Calibri"/>
            </a:endParaRPr>
          </a:p>
          <a:p>
            <a:pPr marL="914400" lvl="1" indent="-457200">
              <a:buFont typeface="Courier New,monospace" panose="020B0604020202020204" pitchFamily="34" charset="0"/>
              <a:buChar char="o"/>
            </a:pPr>
            <a:r>
              <a:rPr lang="en-US" sz="2200"/>
              <a:t>Ensure the investigation is perfectly repeatable by any independent </a:t>
            </a:r>
            <a:r>
              <a:rPr lang="en-US" sz="2200">
                <a:ea typeface="+mn-lt"/>
                <a:cs typeface="+mn-lt"/>
              </a:rPr>
              <a:t>third-party expert</a:t>
            </a:r>
            <a:r>
              <a:rPr lang="en-US" sz="2200"/>
              <a:t>.</a:t>
            </a:r>
            <a:endParaRPr lang="en-US" sz="2200">
              <a:ea typeface="Calibri"/>
              <a:cs typeface="Calibri"/>
            </a:endParaRPr>
          </a:p>
          <a:p>
            <a:pPr marL="457200" indent="-457200">
              <a:lnSpc>
                <a:spcPct val="80000"/>
              </a:lnSpc>
              <a:buFont typeface="Courier New,monospace" panose="020B0604020202020204" pitchFamily="34" charset="0"/>
              <a:buChar char="o"/>
            </a:pPr>
            <a:r>
              <a:rPr lang="en-US" sz="2600">
                <a:ea typeface="+mn-lt"/>
                <a:cs typeface="+mn-lt"/>
              </a:rPr>
              <a:t>Presentation:</a:t>
            </a:r>
            <a:endParaRPr lang="en-US" sz="2600">
              <a:ea typeface="Calibri"/>
              <a:cs typeface="Calibri"/>
            </a:endParaRPr>
          </a:p>
          <a:p>
            <a:pPr marL="914400" lvl="1" indent="-457200">
              <a:lnSpc>
                <a:spcPct val="80000"/>
              </a:lnSpc>
              <a:buFont typeface="Courier New,monospace" panose="020B0604020202020204" pitchFamily="34" charset="0"/>
              <a:buChar char="o"/>
            </a:pPr>
            <a:r>
              <a:rPr lang="en-US" sz="2200">
                <a:ea typeface="+mn-lt"/>
                <a:cs typeface="+mn-lt"/>
              </a:rPr>
              <a:t>Generate formal forensic reports detailing the exact findings.</a:t>
            </a:r>
            <a:endParaRPr lang="en-US" sz="2200">
              <a:ea typeface="Calibri"/>
              <a:cs typeface="Calibri"/>
            </a:endParaRPr>
          </a:p>
          <a:p>
            <a:pPr marL="914400" lvl="1" indent="-457200">
              <a:lnSpc>
                <a:spcPct val="80000"/>
              </a:lnSpc>
              <a:buFont typeface="Courier New,monospace" panose="020B0604020202020204" pitchFamily="34" charset="0"/>
              <a:buChar char="o"/>
            </a:pPr>
            <a:r>
              <a:rPr lang="en-US" sz="2200">
                <a:ea typeface="+mn-lt"/>
                <a:cs typeface="+mn-lt"/>
              </a:rPr>
              <a:t>Prepare expert witness testimony that strips away technical jargon</a:t>
            </a:r>
            <a:endParaRPr lang="en-US"/>
          </a:p>
          <a:p>
            <a:pPr marL="457200" indent="-457200"/>
            <a:endParaRPr lang="en-US">
              <a:ea typeface="Calibri"/>
              <a:cs typeface="Calibri"/>
            </a:endParaRPr>
          </a:p>
          <a:p>
            <a:pPr marL="0" indent="0">
              <a:buNone/>
            </a:pPr>
            <a:endParaRPr>
              <a:ea typeface="Calibri"/>
              <a:cs typeface="Calibri"/>
            </a:endParaRPr>
          </a:p>
          <a:p>
            <a:pPr marL="0" indent="0">
              <a:buNone/>
            </a:pPr>
            <a:endParaRPr lang="en-US">
              <a:ea typeface="Calibri"/>
              <a:cs typeface="Calibri"/>
            </a:endParaRPr>
          </a:p>
        </p:txBody>
      </p:sp>
    </p:spTree>
    <p:extLst>
      <p:ext uri="{BB962C8B-B14F-4D97-AF65-F5344CB8AC3E}">
        <p14:creationId xmlns:p14="http://schemas.microsoft.com/office/powerpoint/2010/main" val="796958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Tools in Computer Forensics</a:t>
            </a:r>
          </a:p>
        </p:txBody>
      </p:sp>
      <p:sp>
        <p:nvSpPr>
          <p:cNvPr id="3" name="Content Placeholder 2"/>
          <p:cNvSpPr>
            <a:spLocks noGrp="1"/>
          </p:cNvSpPr>
          <p:nvPr>
            <p:ph idx="1"/>
          </p:nvPr>
        </p:nvSpPr>
        <p:spPr/>
        <p:txBody>
          <a:bodyPr vert="horz" lIns="91440" tIns="45720" rIns="91440" bIns="45720" rtlCol="0" anchor="t">
            <a:normAutofit fontScale="92500"/>
          </a:bodyPr>
          <a:lstStyle/>
          <a:p>
            <a:pPr marL="457200" indent="-457200"/>
            <a:r>
              <a:rPr lang="en-US"/>
              <a:t>EnCase Forensic (Guidance Software / OpenText):</a:t>
            </a:r>
          </a:p>
          <a:p>
            <a:pPr marL="914400" lvl="1" indent="-457200">
              <a:buFont typeface="Courier New" panose="020B0604020202020204" pitchFamily="34" charset="0"/>
              <a:buChar char="o"/>
            </a:pPr>
            <a:r>
              <a:rPr lang="en-US"/>
              <a:t>The enterprise gold standard used extensively by law enforcement and corporate security teams. </a:t>
            </a:r>
          </a:p>
          <a:p>
            <a:pPr marL="914400" lvl="1" indent="-457200">
              <a:buFont typeface="Courier New" panose="020B0604020202020204" pitchFamily="34" charset="0"/>
              <a:buChar char="o"/>
            </a:pPr>
            <a:r>
              <a:rPr lang="en-US"/>
              <a:t>Excellent for deep-level keyword searching, automated indexing, and generating court-ready reports.</a:t>
            </a:r>
            <a:endParaRPr lang="en-US">
              <a:ea typeface="Calibri" panose="020F0502020204030204"/>
              <a:cs typeface="Calibri" panose="020F0502020204030204"/>
            </a:endParaRPr>
          </a:p>
          <a:p>
            <a:pPr marL="457200" indent="-457200"/>
            <a:r>
              <a:rPr lang="en-US">
                <a:ea typeface="Calibri" panose="020F0502020204030204"/>
                <a:cs typeface="Calibri" panose="020F0502020204030204"/>
              </a:rPr>
              <a:t>FTK (Forensic Toolkit by AccessData/Exterro):</a:t>
            </a:r>
          </a:p>
          <a:p>
            <a:pPr marL="914400" lvl="1" indent="-457200">
              <a:buFont typeface="Courier New" panose="020B0604020202020204" pitchFamily="34" charset="0"/>
              <a:buChar char="o"/>
            </a:pPr>
            <a:r>
              <a:rPr lang="en-US">
                <a:ea typeface="Calibri" panose="020F0502020204030204"/>
                <a:cs typeface="Calibri" panose="020F0502020204030204"/>
              </a:rPr>
              <a:t>Known for its speed and massive database architecture.</a:t>
            </a:r>
          </a:p>
          <a:p>
            <a:pPr marL="914400" lvl="1" indent="-457200">
              <a:buFont typeface="Courier New" panose="020B0604020202020204" pitchFamily="34" charset="0"/>
              <a:buChar char="o"/>
            </a:pPr>
            <a:r>
              <a:rPr lang="en-US">
                <a:ea typeface="Calibri" panose="020F0502020204030204"/>
                <a:cs typeface="Calibri" panose="020F0502020204030204"/>
              </a:rPr>
              <a:t>Specializes in cracking passwords, analyzing email archives, and registry parsing.</a:t>
            </a:r>
          </a:p>
          <a:p>
            <a:pPr marL="457200" indent="-457200"/>
            <a:r>
              <a:rPr lang="en-US">
                <a:ea typeface="Calibri" panose="020F0502020204030204"/>
                <a:cs typeface="Calibri" panose="020F0502020204030204"/>
              </a:rPr>
              <a:t>Autopsy:</a:t>
            </a:r>
            <a:endParaRPr lang="en-US"/>
          </a:p>
          <a:p>
            <a:pPr marL="914400" lvl="1" indent="-457200">
              <a:buFont typeface="Courier New" panose="020B0604020202020204" pitchFamily="34" charset="0"/>
              <a:buChar char="o"/>
            </a:pPr>
            <a:r>
              <a:rPr lang="en-US">
                <a:ea typeface="Calibri" panose="020F0502020204030204"/>
                <a:cs typeface="Calibri" panose="020F0502020204030204"/>
              </a:rPr>
              <a:t>A premier open-source, free graphical interface built on The Sleuth Kit (TSK).</a:t>
            </a:r>
          </a:p>
          <a:p>
            <a:pPr marL="914400" lvl="1" indent="-457200">
              <a:buFont typeface="Courier New" panose="020B0604020202020204" pitchFamily="34" charset="0"/>
              <a:buChar char="o"/>
            </a:pPr>
            <a:r>
              <a:rPr lang="en-US">
                <a:ea typeface="Calibri" panose="020F0502020204030204"/>
                <a:cs typeface="Calibri" panose="020F0502020204030204"/>
              </a:rPr>
              <a:t>Ideal for students, small agencies, and quick triage of hard drives or memory cards.</a:t>
            </a:r>
          </a:p>
          <a:p>
            <a:pPr marL="457200" indent="-457200"/>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p:txBody>
      </p:sp>
    </p:spTree>
    <p:extLst>
      <p:ext uri="{BB962C8B-B14F-4D97-AF65-F5344CB8AC3E}">
        <p14:creationId xmlns:p14="http://schemas.microsoft.com/office/powerpoint/2010/main" val="2811950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2B77-6C0A-BA70-8601-87DE9FE823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5E7B7-4C51-EDDC-6EFD-9D4314C0B61C}"/>
              </a:ext>
            </a:extLst>
          </p:cNvPr>
          <p:cNvSpPr>
            <a:spLocks noGrp="1"/>
          </p:cNvSpPr>
          <p:nvPr>
            <p:ph type="title"/>
          </p:nvPr>
        </p:nvSpPr>
        <p:spPr/>
        <p:txBody>
          <a:bodyPr/>
          <a:lstStyle/>
          <a:p>
            <a:r>
              <a:t>Common Tools in Computer Forensics</a:t>
            </a:r>
          </a:p>
        </p:txBody>
      </p:sp>
      <p:sp>
        <p:nvSpPr>
          <p:cNvPr id="3" name="Content Placeholder 2">
            <a:extLst>
              <a:ext uri="{FF2B5EF4-FFF2-40B4-BE49-F238E27FC236}">
                <a16:creationId xmlns:a16="http://schemas.microsoft.com/office/drawing/2014/main" id="{203B8A35-B228-5311-A81B-86A28611C3AB}"/>
              </a:ext>
            </a:extLst>
          </p:cNvPr>
          <p:cNvSpPr>
            <a:spLocks noGrp="1"/>
          </p:cNvSpPr>
          <p:nvPr>
            <p:ph idx="1"/>
          </p:nvPr>
        </p:nvSpPr>
        <p:spPr/>
        <p:txBody>
          <a:bodyPr vert="horz" lIns="91440" tIns="45720" rIns="91440" bIns="45720" rtlCol="0" anchor="t">
            <a:normAutofit/>
          </a:bodyPr>
          <a:lstStyle/>
          <a:p>
            <a:pPr marL="457200" indent="-457200"/>
            <a:r>
              <a:rPr lang="en-US"/>
              <a:t>X-Ways Forensics:</a:t>
            </a:r>
          </a:p>
          <a:p>
            <a:pPr marL="914400" lvl="1" indent="-457200">
              <a:buFont typeface="Courier New" panose="020B0604020202020204" pitchFamily="34" charset="0"/>
              <a:buChar char="o"/>
            </a:pPr>
            <a:r>
              <a:rPr lang="en-US"/>
              <a:t>An incredibly lightweight, fast, and resource-efficient portable workbench.</a:t>
            </a:r>
            <a:endParaRPr lang="en-US">
              <a:ea typeface="Calibri"/>
              <a:cs typeface="Calibri"/>
            </a:endParaRPr>
          </a:p>
          <a:p>
            <a:pPr marL="914400" lvl="1" indent="-457200">
              <a:buFont typeface="Courier New" panose="020B0604020202020204" pitchFamily="34" charset="0"/>
              <a:buChar char="o"/>
            </a:pPr>
            <a:r>
              <a:rPr lang="en-US">
                <a:ea typeface="Calibri"/>
                <a:cs typeface="Calibri"/>
              </a:rPr>
              <a:t>Favored by advanced investigators for manual disk editing, sector-by-sector analysis, and speed.</a:t>
            </a:r>
          </a:p>
          <a:p>
            <a:pPr marL="457200" indent="-457200"/>
            <a:r>
              <a:rPr lang="en-US">
                <a:ea typeface="Calibri"/>
                <a:cs typeface="Calibri"/>
              </a:rPr>
              <a:t>Volatility Framework:</a:t>
            </a:r>
            <a:endParaRPr lang="en-US"/>
          </a:p>
          <a:p>
            <a:pPr marL="914400" lvl="1" indent="-457200">
              <a:buFont typeface="Courier New" panose="020B0604020202020204" pitchFamily="34" charset="0"/>
              <a:buChar char="o"/>
            </a:pPr>
            <a:r>
              <a:rPr lang="en-US">
                <a:ea typeface="Calibri" panose="020F0502020204030204"/>
                <a:cs typeface="Calibri" panose="020F0502020204030204"/>
              </a:rPr>
              <a:t>The industry-standard open-source tool for volatile memory (RAM) analysis.</a:t>
            </a:r>
          </a:p>
          <a:p>
            <a:pPr marL="914400" lvl="1" indent="-457200">
              <a:buFont typeface="Courier New" panose="020B0604020202020204" pitchFamily="34" charset="0"/>
              <a:buChar char="o"/>
            </a:pPr>
            <a:r>
              <a:rPr lang="en-US">
                <a:ea typeface="Calibri" panose="020F0502020204030204"/>
                <a:cs typeface="Calibri" panose="020F0502020204030204"/>
              </a:rPr>
              <a:t>Crucial for capturing live network connections, running processes, and malware before a PC is turned off.</a:t>
            </a:r>
          </a:p>
          <a:p>
            <a:pPr marL="457200" indent="-457200"/>
            <a:endParaRPr lang="en-US">
              <a:ea typeface="Calibri" panose="020F0502020204030204"/>
              <a:cs typeface="Calibri" panose="020F0502020204030204"/>
            </a:endParaRPr>
          </a:p>
          <a:p>
            <a:pPr marL="457200" indent="-457200"/>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p:txBody>
      </p:sp>
    </p:spTree>
    <p:extLst>
      <p:ext uri="{BB962C8B-B14F-4D97-AF65-F5344CB8AC3E}">
        <p14:creationId xmlns:p14="http://schemas.microsoft.com/office/powerpoint/2010/main" val="10531471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Digital Evidence</a:t>
            </a:r>
          </a:p>
        </p:txBody>
      </p:sp>
      <p:sp>
        <p:nvSpPr>
          <p:cNvPr id="3" name="Content Placeholder 2"/>
          <p:cNvSpPr>
            <a:spLocks noGrp="1"/>
          </p:cNvSpPr>
          <p:nvPr>
            <p:ph idx="1"/>
          </p:nvPr>
        </p:nvSpPr>
        <p:spPr/>
        <p:txBody>
          <a:bodyPr vert="horz" lIns="91440" tIns="45720" rIns="91440" bIns="45720" rtlCol="0" anchor="t">
            <a:normAutofit/>
          </a:bodyPr>
          <a:lstStyle/>
          <a:p>
            <a:pPr marL="457200" indent="-457200"/>
            <a:r>
              <a:rPr lang="en-US"/>
              <a:t>Communication Artifacts:</a:t>
            </a:r>
          </a:p>
          <a:p>
            <a:pPr marL="914400" lvl="1" indent="-457200">
              <a:buFont typeface="Courier New" panose="020B0604020202020204" pitchFamily="34" charset="0"/>
              <a:buChar char="o"/>
            </a:pPr>
            <a:r>
              <a:rPr lang="en-US"/>
              <a:t>Emails: Includes message bodies, attachments, server routing headers, and deleted mail archives. </a:t>
            </a:r>
          </a:p>
          <a:p>
            <a:pPr marL="914400" lvl="1" indent="-457200">
              <a:buFont typeface="Courier New" panose="020B0604020202020204" pitchFamily="34" charset="0"/>
              <a:buChar char="o"/>
            </a:pPr>
            <a:r>
              <a:rPr lang="en-US"/>
              <a:t>Chat Logs: Instant messaging threads, encrypted chat databases (from phones/PCs), and application metadata.</a:t>
            </a:r>
          </a:p>
          <a:p>
            <a:pPr marL="457200" indent="-457200"/>
            <a:r>
              <a:rPr lang="en-US"/>
              <a:t>User Activity Files: </a:t>
            </a:r>
          </a:p>
          <a:p>
            <a:pPr marL="914400" lvl="1" indent="-457200">
              <a:buFont typeface="Courier New" panose="020B0604020202020204" pitchFamily="34" charset="0"/>
              <a:buChar char="o"/>
            </a:pPr>
            <a:r>
              <a:rPr lang="en-US"/>
              <a:t>Documents: Word processor files, PDFs, spreadsheets, and critical metadata (author name, creation dates, edit times). </a:t>
            </a:r>
          </a:p>
          <a:p>
            <a:pPr marL="914400" lvl="1" indent="-457200">
              <a:buFont typeface="Courier New" panose="020B0604020202020204" pitchFamily="34" charset="0"/>
              <a:buChar char="o"/>
            </a:pPr>
            <a:r>
              <a:rPr lang="en-US"/>
              <a:t>Browser History: Visited URLs, search queries, download logs, session cookies, and cached website images.</a:t>
            </a:r>
            <a:endParaRPr>
              <a:ea typeface="Calibri"/>
              <a:cs typeface="Calibri"/>
            </a:endParaRPr>
          </a:p>
          <a:p>
            <a:pPr marL="0" indent="0">
              <a:buNone/>
            </a:pPr>
            <a:endParaRPr/>
          </a:p>
          <a:p>
            <a:pPr marL="0" indent="0">
              <a:buNone/>
            </a:pPr>
            <a:endParaRPr>
              <a:ea typeface="Calibri"/>
              <a:cs typeface="Calibri"/>
            </a:endParaRPr>
          </a:p>
        </p:txBody>
      </p:sp>
    </p:spTree>
    <p:extLst>
      <p:ext uri="{BB962C8B-B14F-4D97-AF65-F5344CB8AC3E}">
        <p14:creationId xmlns:p14="http://schemas.microsoft.com/office/powerpoint/2010/main" val="39211886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8176F-A284-1BC0-7E84-4C6C90C5D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406FB-0634-E6F8-A509-318A1D9CD969}"/>
              </a:ext>
            </a:extLst>
          </p:cNvPr>
          <p:cNvSpPr>
            <a:spLocks noGrp="1"/>
          </p:cNvSpPr>
          <p:nvPr>
            <p:ph type="title"/>
          </p:nvPr>
        </p:nvSpPr>
        <p:spPr/>
        <p:txBody>
          <a:bodyPr/>
          <a:lstStyle/>
          <a:p>
            <a:r>
              <a:t>Types of Digital Evidence</a:t>
            </a:r>
          </a:p>
        </p:txBody>
      </p:sp>
      <p:sp>
        <p:nvSpPr>
          <p:cNvPr id="3" name="Content Placeholder 2">
            <a:extLst>
              <a:ext uri="{FF2B5EF4-FFF2-40B4-BE49-F238E27FC236}">
                <a16:creationId xmlns:a16="http://schemas.microsoft.com/office/drawing/2014/main" id="{74533BF9-3F5D-16BD-EEE0-1D0990D68A06}"/>
              </a:ext>
            </a:extLst>
          </p:cNvPr>
          <p:cNvSpPr>
            <a:spLocks noGrp="1"/>
          </p:cNvSpPr>
          <p:nvPr>
            <p:ph idx="1"/>
          </p:nvPr>
        </p:nvSpPr>
        <p:spPr/>
        <p:txBody>
          <a:bodyPr vert="horz" lIns="91440" tIns="45720" rIns="91440" bIns="45720" rtlCol="0" anchor="t">
            <a:normAutofit/>
          </a:bodyPr>
          <a:lstStyle/>
          <a:p>
            <a:pPr marL="457200" indent="-457200"/>
            <a:r>
              <a:rPr lang="en-US"/>
              <a:t>Media &amp; System Records:</a:t>
            </a:r>
          </a:p>
          <a:p>
            <a:pPr marL="914400" lvl="1" indent="-457200">
              <a:buFont typeface="Courier New" panose="020B0604020202020204" pitchFamily="34" charset="0"/>
              <a:buChar char="o"/>
            </a:pPr>
            <a:r>
              <a:rPr lang="en-US"/>
              <a:t>Images and Videos: Visual evidence, EXIF metadata containing geographic GPS coordinates and device camera models.</a:t>
            </a:r>
            <a:endParaRPr lang="en-US">
              <a:ea typeface="Calibri"/>
              <a:cs typeface="Calibri"/>
            </a:endParaRPr>
          </a:p>
          <a:p>
            <a:pPr marL="914400" lvl="1" indent="-457200">
              <a:buFont typeface="Courier New" panose="020B0604020202020204" pitchFamily="34" charset="0"/>
              <a:buChar char="o"/>
            </a:pPr>
            <a:r>
              <a:rPr lang="en-US"/>
              <a:t>System Logs: Event logs, registry entries, and connection records showing exactly when a user logged on or plugged in a USB device.</a:t>
            </a:r>
            <a:endParaRPr lang="en-US">
              <a:ea typeface="Calibri" panose="020F0502020204030204"/>
              <a:cs typeface="Calibri" panose="020F0502020204030204"/>
            </a:endParaRPr>
          </a:p>
          <a:p>
            <a:pPr marL="457200" indent="-457200"/>
            <a:endParaRPr lang="en-US">
              <a:ea typeface="Calibri" panose="020F0502020204030204"/>
              <a:cs typeface="Calibri" panose="020F0502020204030204"/>
            </a:endParaRPr>
          </a:p>
          <a:p>
            <a:pPr marL="0" indent="0">
              <a:buNone/>
            </a:pPr>
            <a:endParaRPr/>
          </a:p>
          <a:p>
            <a:pPr marL="0" indent="0">
              <a:buNone/>
            </a:pPr>
            <a:endParaRPr>
              <a:ea typeface="Calibri"/>
              <a:cs typeface="Calibri"/>
            </a:endParaRPr>
          </a:p>
        </p:txBody>
      </p:sp>
    </p:spTree>
    <p:extLst>
      <p:ext uri="{BB962C8B-B14F-4D97-AF65-F5344CB8AC3E}">
        <p14:creationId xmlns:p14="http://schemas.microsoft.com/office/powerpoint/2010/main" val="114918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Computer Forensics</a:t>
            </a:r>
          </a:p>
        </p:txBody>
      </p:sp>
      <p:sp>
        <p:nvSpPr>
          <p:cNvPr id="3" name="Content Placeholder 2"/>
          <p:cNvSpPr>
            <a:spLocks noGrp="1"/>
          </p:cNvSpPr>
          <p:nvPr>
            <p:ph idx="1"/>
          </p:nvPr>
        </p:nvSpPr>
        <p:spPr/>
        <p:txBody>
          <a:bodyPr vert="horz" lIns="91440" tIns="45720" rIns="91440" bIns="45720" rtlCol="0" anchor="t">
            <a:normAutofit/>
          </a:bodyPr>
          <a:lstStyle/>
          <a:p>
            <a:pPr marL="457200" indent="-457200"/>
            <a:r>
              <a:rPr lang="en-US"/>
              <a:t>Security Hurdles: </a:t>
            </a:r>
          </a:p>
          <a:p>
            <a:pPr marL="914400" lvl="1" indent="-457200">
              <a:buFont typeface="Courier New" panose="020B0604020202020204" pitchFamily="34" charset="0"/>
              <a:buChar char="o"/>
            </a:pPr>
            <a:r>
              <a:rPr lang="en-US"/>
              <a:t>Data Encryption &amp; Password Protection: Full-disk encryption (like BitLocker) and password-protected files that block access without recovery keys. </a:t>
            </a:r>
            <a:endParaRPr lang="en-US">
              <a:ea typeface="Calibri"/>
              <a:cs typeface="Calibri"/>
            </a:endParaRPr>
          </a:p>
          <a:p>
            <a:pPr marL="457200" indent="-457200"/>
            <a:r>
              <a:rPr lang="en-US"/>
              <a:t>Active Evasion: </a:t>
            </a:r>
          </a:p>
          <a:p>
            <a:pPr marL="914400" lvl="1" indent="-457200">
              <a:buFont typeface="Courier New" panose="020B0604020202020204" pitchFamily="34" charset="0"/>
              <a:buChar char="o"/>
            </a:pPr>
            <a:r>
              <a:rPr lang="en-US"/>
              <a:t>Anti-Forensic Techniques: Deliberate data wiping, file obfuscation, altering system timestamps (</a:t>
            </a:r>
            <a:r>
              <a:rPr lang="en-US" err="1"/>
              <a:t>timestomping</a:t>
            </a:r>
            <a:r>
              <a:rPr lang="en-US"/>
              <a:t>), or running programs strictly in RAM to avoid leaving hard drive traces.</a:t>
            </a:r>
            <a:endParaRPr>
              <a:ea typeface="Calibri"/>
              <a:cs typeface="Calibri"/>
            </a:endParaRPr>
          </a:p>
          <a:p>
            <a:pPr marL="0" indent="0">
              <a:buNone/>
            </a:pPr>
            <a:endParaRPr>
              <a:ea typeface="Calibri"/>
              <a:cs typeface="Calibri"/>
            </a:endParaRPr>
          </a:p>
        </p:txBody>
      </p:sp>
    </p:spTree>
    <p:extLst>
      <p:ext uri="{BB962C8B-B14F-4D97-AF65-F5344CB8AC3E}">
        <p14:creationId xmlns:p14="http://schemas.microsoft.com/office/powerpoint/2010/main" val="4156807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3E50E-D353-4D66-D344-B12103D59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C81AF-C024-19D1-11A5-CD31A4179F7A}"/>
              </a:ext>
            </a:extLst>
          </p:cNvPr>
          <p:cNvSpPr>
            <a:spLocks noGrp="1"/>
          </p:cNvSpPr>
          <p:nvPr>
            <p:ph type="title"/>
          </p:nvPr>
        </p:nvSpPr>
        <p:spPr/>
        <p:txBody>
          <a:bodyPr/>
          <a:lstStyle/>
          <a:p>
            <a:r>
              <a:t>Challenges in Computer Forensics</a:t>
            </a:r>
          </a:p>
        </p:txBody>
      </p:sp>
      <p:sp>
        <p:nvSpPr>
          <p:cNvPr id="3" name="Content Placeholder 2">
            <a:extLst>
              <a:ext uri="{FF2B5EF4-FFF2-40B4-BE49-F238E27FC236}">
                <a16:creationId xmlns:a16="http://schemas.microsoft.com/office/drawing/2014/main" id="{F9F2FB71-3683-1445-BCCD-78499C763D01}"/>
              </a:ext>
            </a:extLst>
          </p:cNvPr>
          <p:cNvSpPr>
            <a:spLocks noGrp="1"/>
          </p:cNvSpPr>
          <p:nvPr>
            <p:ph idx="1"/>
          </p:nvPr>
        </p:nvSpPr>
        <p:spPr/>
        <p:txBody>
          <a:bodyPr vert="horz" lIns="91440" tIns="45720" rIns="91440" bIns="45720" rtlCol="0" anchor="t">
            <a:normAutofit/>
          </a:bodyPr>
          <a:lstStyle/>
          <a:p>
            <a:pPr marL="457200" indent="-457200"/>
            <a:r>
              <a:rPr lang="en-US"/>
              <a:t>Technical Scale:</a:t>
            </a:r>
          </a:p>
          <a:p>
            <a:pPr marL="914400" lvl="1" indent="-457200">
              <a:buFont typeface="Courier New" panose="020B0604020202020204" pitchFamily="34" charset="0"/>
              <a:buChar char="o"/>
            </a:pPr>
            <a:r>
              <a:rPr lang="en-US"/>
              <a:t>Data Volume &amp; Complexity: Sifting through terabytes of data on a single suspect's device. Finding a "needle in a digital haystack." </a:t>
            </a:r>
            <a:endParaRPr lang="en-US">
              <a:ea typeface="Calibri"/>
              <a:cs typeface="Calibri"/>
            </a:endParaRPr>
          </a:p>
          <a:p>
            <a:pPr marL="457200" indent="-457200"/>
            <a:r>
              <a:rPr lang="en-US"/>
              <a:t>Legal &amp; Jurisdiction Barriers:</a:t>
            </a:r>
          </a:p>
          <a:p>
            <a:pPr marL="914400" lvl="1" indent="-457200">
              <a:buFont typeface="Courier New" panose="020B0604020202020204" pitchFamily="34" charset="0"/>
              <a:buChar char="o"/>
            </a:pPr>
            <a:r>
              <a:rPr lang="en-US"/>
              <a:t>Cloud Computing &amp; Remote Storage: Evidence hosted on international cloud servers (AWS, Google) spans different countries, complicating search warrants.</a:t>
            </a:r>
            <a:endParaRPr lang="en-US">
              <a:ea typeface="Calibri"/>
              <a:cs typeface="Calibri"/>
            </a:endParaRPr>
          </a:p>
          <a:p>
            <a:pPr marL="914400" lvl="1" indent="-457200">
              <a:buFont typeface="Courier New" panose="020B0604020202020204" pitchFamily="34" charset="0"/>
              <a:buChar char="o"/>
            </a:pPr>
            <a:r>
              <a:rPr lang="en-US"/>
              <a:t>Legal &amp; Privacy Issues: Balancing a thorough investigation with strict data privacy laws (like GDPR) to ensure corporate compliance.</a:t>
            </a:r>
            <a:endParaRPr lang="en-US">
              <a:ea typeface="Calibri" panose="020F0502020204030204"/>
              <a:cs typeface="Calibri" panose="020F0502020204030204"/>
            </a:endParaRPr>
          </a:p>
          <a:p>
            <a:pPr marL="457200" indent="-457200"/>
            <a:endParaRPr lang="en-US">
              <a:ea typeface="Calibri" panose="020F0502020204030204"/>
              <a:cs typeface="Calibri" panose="020F0502020204030204"/>
            </a:endParaRPr>
          </a:p>
          <a:p>
            <a:pPr marL="0" indent="0">
              <a:buNone/>
            </a:pPr>
            <a:endParaRPr>
              <a:ea typeface="Calibri"/>
              <a:cs typeface="Calibri"/>
            </a:endParaRPr>
          </a:p>
        </p:txBody>
      </p:sp>
    </p:spTree>
    <p:extLst>
      <p:ext uri="{BB962C8B-B14F-4D97-AF65-F5344CB8AC3E}">
        <p14:creationId xmlns:p14="http://schemas.microsoft.com/office/powerpoint/2010/main" val="24183733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 of Computer Forensics</a:t>
            </a:r>
          </a:p>
        </p:txBody>
      </p:sp>
      <p:sp>
        <p:nvSpPr>
          <p:cNvPr id="3" name="Content Placeholder 2"/>
          <p:cNvSpPr>
            <a:spLocks noGrp="1"/>
          </p:cNvSpPr>
          <p:nvPr>
            <p:ph idx="1"/>
          </p:nvPr>
        </p:nvSpPr>
        <p:spPr/>
        <p:txBody>
          <a:bodyPr/>
          <a:lstStyle/>
          <a:p>
            <a:pPr marL="0" indent="0">
              <a:buNone/>
            </a:pPr>
            <a:r>
              <a:t>• Criminal investigations</a:t>
            </a:r>
          </a:p>
          <a:p>
            <a:pPr marL="0" indent="0">
              <a:buNone/>
            </a:pPr>
            <a:r>
              <a:t>• Corporate investigations</a:t>
            </a:r>
          </a:p>
          <a:p>
            <a:pPr marL="0" indent="0">
              <a:buNone/>
            </a:pPr>
            <a:r>
              <a:t>• Data breach analysis</a:t>
            </a:r>
          </a:p>
          <a:p>
            <a:pPr marL="0" indent="0">
              <a:buNone/>
            </a:pPr>
            <a:r>
              <a:t>• Incident response</a:t>
            </a:r>
          </a:p>
          <a:p>
            <a:pPr marL="0" indent="0">
              <a:buNone/>
            </a:pPr>
            <a:r>
              <a:t>• Intellectual property theft cases</a:t>
            </a:r>
          </a:p>
        </p:txBody>
      </p:sp>
    </p:spTree>
    <p:extLst>
      <p:ext uri="{BB962C8B-B14F-4D97-AF65-F5344CB8AC3E}">
        <p14:creationId xmlns:p14="http://schemas.microsoft.com/office/powerpoint/2010/main" val="2679470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effectLst/>
                <a:latin typeface="+mj-lt"/>
              </a:rPr>
              <a:t>Computer forensics fundamentals</a:t>
            </a:r>
            <a:endParaRPr lang="en-IN"/>
          </a:p>
        </p:txBody>
      </p:sp>
      <p:sp>
        <p:nvSpPr>
          <p:cNvPr id="3" name="Content Placeholder 2"/>
          <p:cNvSpPr>
            <a:spLocks noGrp="1"/>
          </p:cNvSpPr>
          <p:nvPr>
            <p:ph idx="1"/>
          </p:nvPr>
        </p:nvSpPr>
        <p:spPr/>
        <p:txBody>
          <a:bodyPr vert="horz" lIns="91440" tIns="45720" rIns="91440" bIns="45720" rtlCol="0" anchor="t">
            <a:normAutofit/>
          </a:bodyPr>
          <a:lstStyle/>
          <a:p>
            <a:pPr algn="just"/>
            <a:r>
              <a:rPr lang="en-IN"/>
              <a:t>Computer-Oriented Crime:</a:t>
            </a:r>
            <a:endParaRPr lang="en-US"/>
          </a:p>
          <a:p>
            <a:pPr lvl="1" indent="-457200" algn="just">
              <a:buFont typeface="Courier New" panose="020B0604020202020204" pitchFamily="34" charset="0"/>
              <a:buChar char="o"/>
            </a:pPr>
            <a:r>
              <a:rPr lang="en-IN"/>
              <a:t>Definition: Criminal </a:t>
            </a:r>
            <a:r>
              <a:rPr lang="en-IN" err="1"/>
              <a:t>behavior</a:t>
            </a:r>
            <a:r>
              <a:rPr lang="en-IN"/>
              <a:t> where a computing machine or network is the primary tool used to execute illegal activities.</a:t>
            </a:r>
            <a:endParaRPr lang="en-IN">
              <a:ea typeface="Calibri"/>
              <a:cs typeface="Calibri"/>
            </a:endParaRPr>
          </a:p>
          <a:p>
            <a:pPr lvl="1" indent="-457200" algn="just">
              <a:buFont typeface="Courier New" panose="020B0604020202020204" pitchFamily="34" charset="0"/>
              <a:buChar char="o"/>
            </a:pPr>
            <a:r>
              <a:rPr lang="en-IN"/>
              <a:t>Focus: The computer is the instrument. (e.g., launching a DDoS attack, distributing malware, or phishing). </a:t>
            </a:r>
            <a:endParaRPr lang="en-IN">
              <a:ea typeface="Calibri"/>
              <a:cs typeface="Calibri"/>
            </a:endParaRPr>
          </a:p>
          <a:p>
            <a:pPr algn="just"/>
            <a:r>
              <a:rPr lang="en-IN">
                <a:ea typeface="Calibri"/>
                <a:cs typeface="Calibri"/>
              </a:rPr>
              <a:t>Cyber-Crime:</a:t>
            </a:r>
          </a:p>
          <a:p>
            <a:pPr lvl="1" indent="-457200" algn="just">
              <a:buFont typeface="Courier New" panose="020B0604020202020204" pitchFamily="34" charset="0"/>
              <a:buChar char="o"/>
            </a:pPr>
            <a:r>
              <a:rPr lang="en-IN">
                <a:ea typeface="Calibri"/>
                <a:cs typeface="Calibri"/>
              </a:rPr>
              <a:t>Definition: The misuse or abuse of computing systems, networks, or electronic devices by individuals.</a:t>
            </a:r>
          </a:p>
          <a:p>
            <a:pPr lvl="1" indent="-457200" algn="just">
              <a:buFont typeface="Courier New" panose="020B0604020202020204" pitchFamily="34" charset="0"/>
              <a:buChar char="o"/>
            </a:pPr>
            <a:r>
              <a:rPr lang="en-IN">
                <a:ea typeface="Calibri"/>
                <a:cs typeface="Calibri"/>
              </a:rPr>
              <a:t>Focus: Broad term encompassing illicit network-based activities, online identity theft, and digital harassment. </a:t>
            </a:r>
          </a:p>
          <a:p>
            <a:pPr algn="just"/>
            <a:endParaRPr lang="en-IN">
              <a:ea typeface="Calibri"/>
              <a:cs typeface="Calibri"/>
            </a:endParaRPr>
          </a:p>
          <a:p>
            <a:pPr algn="just"/>
            <a:endParaRPr lang="en-IN">
              <a:ea typeface="Calibri"/>
              <a:cs typeface="Calibri"/>
            </a:endParaRPr>
          </a:p>
          <a:p>
            <a:pPr algn="just"/>
            <a:endParaRPr lang="en-IN">
              <a:ea typeface="Calibri"/>
              <a:cs typeface="Calibri"/>
            </a:endParaRPr>
          </a:p>
        </p:txBody>
      </p:sp>
    </p:spTree>
    <p:extLst>
      <p:ext uri="{BB962C8B-B14F-4D97-AF65-F5344CB8AC3E}">
        <p14:creationId xmlns:p14="http://schemas.microsoft.com/office/powerpoint/2010/main" val="22110333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5631-07CE-5005-1D54-39900D525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B489F-EE8D-6EA4-BC29-3E0D05667B13}"/>
              </a:ext>
            </a:extLst>
          </p:cNvPr>
          <p:cNvSpPr>
            <a:spLocks noGrp="1"/>
          </p:cNvSpPr>
          <p:nvPr>
            <p:ph type="title"/>
          </p:nvPr>
        </p:nvSpPr>
        <p:spPr/>
        <p:txBody>
          <a:bodyPr/>
          <a:lstStyle/>
          <a:p>
            <a:r>
              <a:rPr lang="en-GB">
                <a:effectLst/>
                <a:latin typeface="+mj-lt"/>
              </a:rPr>
              <a:t>Computer forensics fundamentals</a:t>
            </a:r>
            <a:endParaRPr lang="en-IN"/>
          </a:p>
        </p:txBody>
      </p:sp>
      <p:sp>
        <p:nvSpPr>
          <p:cNvPr id="3" name="Content Placeholder 2">
            <a:extLst>
              <a:ext uri="{FF2B5EF4-FFF2-40B4-BE49-F238E27FC236}">
                <a16:creationId xmlns:a16="http://schemas.microsoft.com/office/drawing/2014/main" id="{6DB77687-ADEE-3950-1483-DD65D08B233D}"/>
              </a:ext>
            </a:extLst>
          </p:cNvPr>
          <p:cNvSpPr>
            <a:spLocks noGrp="1"/>
          </p:cNvSpPr>
          <p:nvPr>
            <p:ph idx="1"/>
          </p:nvPr>
        </p:nvSpPr>
        <p:spPr/>
        <p:txBody>
          <a:bodyPr vert="horz" lIns="91440" tIns="45720" rIns="91440" bIns="45720" rtlCol="0" anchor="t">
            <a:normAutofit/>
          </a:bodyPr>
          <a:lstStyle/>
          <a:p>
            <a:pPr algn="just"/>
            <a:r>
              <a:rPr lang="en-IN"/>
              <a:t>Digital Crime:</a:t>
            </a:r>
            <a:endParaRPr lang="en-US">
              <a:ea typeface="Calibri" panose="020F0502020204030204"/>
              <a:cs typeface="Calibri" panose="020F0502020204030204"/>
            </a:endParaRPr>
          </a:p>
          <a:p>
            <a:pPr lvl="1" indent="-457200" algn="just">
              <a:buFont typeface="Courier New" panose="020B0604020202020204" pitchFamily="34" charset="0"/>
              <a:buChar char="o"/>
            </a:pPr>
            <a:r>
              <a:rPr lang="en-IN"/>
              <a:t>Definition: Unauthorized access into systems </a:t>
            </a:r>
            <a:r>
              <a:rPr lang="en-IN">
                <a:ea typeface="Calibri"/>
                <a:cs typeface="Calibri"/>
              </a:rPr>
              <a:t>with </a:t>
            </a:r>
            <a:r>
              <a:rPr lang="en-IN"/>
              <a:t>the specific intent to destroy data, alter records, or execute illegal operations.</a:t>
            </a:r>
            <a:endParaRPr lang="en-IN">
              <a:ea typeface="Calibri"/>
              <a:cs typeface="Calibri"/>
            </a:endParaRPr>
          </a:p>
          <a:p>
            <a:pPr lvl="1" indent="-457200" algn="just">
              <a:buFont typeface="Courier New" panose="020B0604020202020204" pitchFamily="34" charset="0"/>
              <a:buChar char="o"/>
            </a:pPr>
            <a:r>
              <a:rPr lang="en-IN"/>
              <a:t>Focus: Targeting</a:t>
            </a:r>
            <a:r>
              <a:rPr lang="en-IN">
                <a:ea typeface="Calibri"/>
                <a:cs typeface="Calibri"/>
              </a:rPr>
              <a:t> data integrity and confidentiality</a:t>
            </a:r>
            <a:r>
              <a:rPr lang="en-IN"/>
              <a:t>. (e.g., </a:t>
            </a:r>
            <a:r>
              <a:rPr lang="en-IN">
                <a:ea typeface="Calibri"/>
                <a:cs typeface="Calibri"/>
              </a:rPr>
              <a:t>hacking </a:t>
            </a:r>
            <a:r>
              <a:rPr lang="en-IN"/>
              <a:t>a </a:t>
            </a:r>
            <a:r>
              <a:rPr lang="en-IN">
                <a:ea typeface="Calibri"/>
                <a:cs typeface="Calibri"/>
              </a:rPr>
              <a:t>bank database to erase loans </a:t>
            </a:r>
            <a:r>
              <a:rPr lang="en-IN"/>
              <a:t>or </a:t>
            </a:r>
            <a:r>
              <a:rPr lang="en-IN">
                <a:ea typeface="Calibri"/>
                <a:cs typeface="Calibri"/>
              </a:rPr>
              <a:t>altering medical records</a:t>
            </a:r>
            <a:r>
              <a:rPr lang="en-IN"/>
              <a:t>). </a:t>
            </a:r>
            <a:endParaRPr lang="en-IN">
              <a:ea typeface="Calibri" panose="020F0502020204030204"/>
              <a:cs typeface="Calibri" panose="020F0502020204030204"/>
            </a:endParaRPr>
          </a:p>
          <a:p>
            <a:pPr algn="just"/>
            <a:endParaRPr lang="en-IN">
              <a:ea typeface="Calibri" panose="020F0502020204030204"/>
              <a:cs typeface="Calibri" panose="020F0502020204030204"/>
            </a:endParaRPr>
          </a:p>
          <a:p>
            <a:pPr algn="just"/>
            <a:endParaRPr lang="en-IN"/>
          </a:p>
          <a:p>
            <a:pPr algn="just"/>
            <a:endParaRPr lang="en-IN">
              <a:ea typeface="Calibri"/>
              <a:cs typeface="Calibri"/>
            </a:endParaRPr>
          </a:p>
          <a:p>
            <a:pPr algn="just"/>
            <a:endParaRPr lang="en-IN">
              <a:ea typeface="Calibri"/>
              <a:cs typeface="Calibri"/>
            </a:endParaRPr>
          </a:p>
          <a:p>
            <a:pPr algn="just"/>
            <a:endParaRPr lang="en-IN">
              <a:ea typeface="Calibri"/>
              <a:cs typeface="Calibri"/>
            </a:endParaRPr>
          </a:p>
          <a:p>
            <a:pPr algn="just"/>
            <a:endParaRPr lang="en-IN">
              <a:ea typeface="Calibri"/>
              <a:cs typeface="Calibri"/>
            </a:endParaRPr>
          </a:p>
        </p:txBody>
      </p:sp>
    </p:spTree>
    <p:extLst>
      <p:ext uri="{BB962C8B-B14F-4D97-AF65-F5344CB8AC3E}">
        <p14:creationId xmlns:p14="http://schemas.microsoft.com/office/powerpoint/2010/main" val="3298951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d7b7e3b-dde7-4727-849a-7c2a62b59c83" xsi:nil="true"/>
    <lcf76f155ced4ddcb4097134ff3c332f xmlns="3b805ea8-0214-4864-9a31-ee483b0ece1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C01F7F5CF4DBF4EA0504CCC478097C3" ma:contentTypeVersion="11" ma:contentTypeDescription="Create a new document." ma:contentTypeScope="" ma:versionID="d1a6c8fad79f6b9067ca1a810cb82cc9">
  <xsd:schema xmlns:xsd="http://www.w3.org/2001/XMLSchema" xmlns:xs="http://www.w3.org/2001/XMLSchema" xmlns:p="http://schemas.microsoft.com/office/2006/metadata/properties" xmlns:ns2="3b805ea8-0214-4864-9a31-ee483b0ece1a" xmlns:ns3="8d7b7e3b-dde7-4727-849a-7c2a62b59c83" targetNamespace="http://schemas.microsoft.com/office/2006/metadata/properties" ma:root="true" ma:fieldsID="24004d47fdb8cf45c9841aead0c9fc70" ns2:_="" ns3:_="">
    <xsd:import namespace="3b805ea8-0214-4864-9a31-ee483b0ece1a"/>
    <xsd:import namespace="8d7b7e3b-dde7-4727-849a-7c2a62b59c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805ea8-0214-4864-9a31-ee483b0ece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758f2a0-2f59-4fb4-8e15-936a66a29771"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d7b7e3b-dde7-4727-849a-7c2a62b59c83"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7e45844-0a51-418c-9de4-f62949a74234}" ma:internalName="TaxCatchAll" ma:showField="CatchAllData" ma:web="8d7b7e3b-dde7-4727-849a-7c2a62b59c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13E14C-89F7-4CBC-A1BC-E49798C83CA1}">
  <ds:schemaRefs>
    <ds:schemaRef ds:uri="http://schemas.microsoft.com/sharepoint/v3/contenttype/forms"/>
  </ds:schemaRefs>
</ds:datastoreItem>
</file>

<file path=customXml/itemProps2.xml><?xml version="1.0" encoding="utf-8"?>
<ds:datastoreItem xmlns:ds="http://schemas.openxmlformats.org/officeDocument/2006/customXml" ds:itemID="{545EE8C7-6416-4DEB-AC02-C0449C044D3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FA7C9F7-D603-4979-93A5-753F411B763B}"/>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0</Notes>
  <HiddenSlides>0</HiddenSlide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Digital Forensics (20CP411T)</vt:lpstr>
      <vt:lpstr>Class Team Code</vt:lpstr>
      <vt:lpstr>Outline</vt:lpstr>
      <vt:lpstr>Can Deleted Data Solve a Crime?</vt:lpstr>
      <vt:lpstr>Case Study 1 - The Deleted Email Mystery</vt:lpstr>
      <vt:lpstr>Case Study 1 - The Deleted Email Mystery</vt:lpstr>
      <vt:lpstr>Case Study 2 - The Smartphone That Lied</vt:lpstr>
      <vt:lpstr>Case Study 2 - The Smartphone That Lied</vt:lpstr>
      <vt:lpstr>Case Study 3 - The Hospital Ransomware Attack</vt:lpstr>
      <vt:lpstr>Case Study 3 - The Hospital Ransomware Attack</vt:lpstr>
      <vt:lpstr>Introduction to Forensics</vt:lpstr>
      <vt:lpstr>Evolution from Traditional to Digital World </vt:lpstr>
      <vt:lpstr>Need for Digital Forensics </vt:lpstr>
      <vt:lpstr>Rise of Cybercrime </vt:lpstr>
      <vt:lpstr>Introduction to Digital Forensics </vt:lpstr>
      <vt:lpstr>Digital Forensics</vt:lpstr>
      <vt:lpstr>Digital Forensics Process</vt:lpstr>
      <vt:lpstr>Digital Forensics</vt:lpstr>
      <vt:lpstr>Digital Forensics Goals</vt:lpstr>
      <vt:lpstr>Digital Forensics Categories</vt:lpstr>
      <vt:lpstr>Digital Forensics Categories</vt:lpstr>
      <vt:lpstr>Digital Forensics Categories</vt:lpstr>
      <vt:lpstr>Digital Forensics Categories</vt:lpstr>
      <vt:lpstr>Digital Forensics Categories</vt:lpstr>
      <vt:lpstr>Digital Forensics Categories</vt:lpstr>
      <vt:lpstr>Digital Forensics Categories</vt:lpstr>
      <vt:lpstr>Digital Forensics Categories</vt:lpstr>
      <vt:lpstr>Digital Forensics Categories</vt:lpstr>
      <vt:lpstr>Computer forensics fundamentals</vt:lpstr>
      <vt:lpstr>Computer forensics fundamentals</vt:lpstr>
      <vt:lpstr>Goals of Computer Forensics</vt:lpstr>
      <vt:lpstr>Goals of Computer Forensics</vt:lpstr>
      <vt:lpstr>Computer Forensics Process</vt:lpstr>
      <vt:lpstr>Computer Forensics Process</vt:lpstr>
      <vt:lpstr>Common Tools in Computer Forensics</vt:lpstr>
      <vt:lpstr>Common Tools in Computer Forensics</vt:lpstr>
      <vt:lpstr>Types of Digital Evidence</vt:lpstr>
      <vt:lpstr>Types of Digital Evidence</vt:lpstr>
      <vt:lpstr>Challenges in Computer Forensics</vt:lpstr>
      <vt:lpstr>Challenges in Computer Forensics</vt:lpstr>
      <vt:lpstr>Applications of Computer Forensics</vt:lpstr>
      <vt:lpstr>Computer forensics fundamentals</vt:lpstr>
      <vt:lpstr>Computer forensics fundamentals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Forensics (20CP411T)</dc:title>
  <dc:creator>Prarthana Mehta</dc:creator>
  <cp:revision>3</cp:revision>
  <dcterms:created xsi:type="dcterms:W3CDTF">2025-07-08T07:00:19Z</dcterms:created>
  <dcterms:modified xsi:type="dcterms:W3CDTF">2026-07-22T06:17:44Z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0x0101005C01F7F5CF4DBF4EA0504CCC478097C3</vt:lpwstr>
  </property>
  <property fmtid="{D5CDD505-2E9C-101B-9397-08002B2CF9AE}" pid="3" name="Order">
    <vt:r8>400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