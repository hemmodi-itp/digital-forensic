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4"/>
  </p:sldMasterIdLst>
  <p:sldIdLst>
    <p:sldId id="256" r:id="rId5"/>
    <p:sldId id="257" r:id="rId6"/>
    <p:sldId id="259" r:id="rId7"/>
    <p:sldId id="260" r:id="rId8"/>
    <p:sldId id="274" r:id="rId9"/>
    <p:sldId id="275" r:id="rId10"/>
    <p:sldId id="261" r:id="rId11"/>
    <p:sldId id="276" r:id="rId12"/>
    <p:sldId id="277" r:id="rId13"/>
    <p:sldId id="27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A03532E-8442-85A1-37C9-DA306DD61763}" v="173" dt="2025-07-20T05:45:09.9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96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38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37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rthana Mehta" userId="S::prarthana.mehta@pdpu.ac.in::2340b563-6a22-4244-bb8c-68488e18e8b5" providerId="AD" clId="Web-{FA03532E-8442-85A1-37C9-DA306DD61763}"/>
    <pc:docChg chg="addSld modSld addMainMaster delMainMaster">
      <pc:chgData name="Prarthana Mehta" userId="S::prarthana.mehta@pdpu.ac.in::2340b563-6a22-4244-bb8c-68488e18e8b5" providerId="AD" clId="Web-{FA03532E-8442-85A1-37C9-DA306DD61763}" dt="2025-07-20T05:45:09.936" v="197" actId="20577"/>
      <pc:docMkLst>
        <pc:docMk/>
      </pc:docMkLst>
      <pc:sldChg chg="modSp mod modClrScheme chgLayout">
        <pc:chgData name="Prarthana Mehta" userId="S::prarthana.mehta@pdpu.ac.in::2340b563-6a22-4244-bb8c-68488e18e8b5" providerId="AD" clId="Web-{FA03532E-8442-85A1-37C9-DA306DD61763}" dt="2025-07-20T05:34:00.726" v="1"/>
        <pc:sldMkLst>
          <pc:docMk/>
          <pc:sldMk cId="4051154046" sldId="256"/>
        </pc:sldMkLst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4051154046" sldId="256"/>
            <ac:spMk id="2" creationId="{00000000-0000-0000-0000-000000000000}"/>
          </ac:spMkLst>
        </pc:spChg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4051154046" sldId="256"/>
            <ac:spMk id="3" creationId="{00000000-0000-0000-0000-000000000000}"/>
          </ac:spMkLst>
        </pc:spChg>
      </pc:sldChg>
      <pc:sldChg chg="modSp mod modClrScheme chgLayout">
        <pc:chgData name="Prarthana Mehta" userId="S::prarthana.mehta@pdpu.ac.in::2340b563-6a22-4244-bb8c-68488e18e8b5" providerId="AD" clId="Web-{FA03532E-8442-85A1-37C9-DA306DD61763}" dt="2025-07-20T05:34:00.726" v="1"/>
        <pc:sldMkLst>
          <pc:docMk/>
          <pc:sldMk cId="3415373509" sldId="257"/>
        </pc:sldMkLst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3415373509" sldId="257"/>
            <ac:spMk id="2" creationId="{00000000-0000-0000-0000-000000000000}"/>
          </ac:spMkLst>
        </pc:spChg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3415373509" sldId="257"/>
            <ac:spMk id="3" creationId="{00000000-0000-0000-0000-000000000000}"/>
          </ac:spMkLst>
        </pc:spChg>
      </pc:sldChg>
      <pc:sldChg chg="modSp mod modClrScheme chgLayout">
        <pc:chgData name="Prarthana Mehta" userId="S::prarthana.mehta@pdpu.ac.in::2340b563-6a22-4244-bb8c-68488e18e8b5" providerId="AD" clId="Web-{FA03532E-8442-85A1-37C9-DA306DD61763}" dt="2025-07-20T05:34:00.726" v="1"/>
        <pc:sldMkLst>
          <pc:docMk/>
          <pc:sldMk cId="2211033372" sldId="258"/>
        </pc:sldMkLst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2211033372" sldId="258"/>
            <ac:spMk id="2" creationId="{00000000-0000-0000-0000-000000000000}"/>
          </ac:spMkLst>
        </pc:spChg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2211033372" sldId="258"/>
            <ac:spMk id="3" creationId="{00000000-0000-0000-0000-000000000000}"/>
          </ac:spMkLst>
        </pc:spChg>
      </pc:sldChg>
      <pc:sldChg chg="modSp mod modClrScheme chgLayout">
        <pc:chgData name="Prarthana Mehta" userId="S::prarthana.mehta@pdpu.ac.in::2340b563-6a22-4244-bb8c-68488e18e8b5" providerId="AD" clId="Web-{FA03532E-8442-85A1-37C9-DA306DD61763}" dt="2025-07-20T05:34:00.726" v="1"/>
        <pc:sldMkLst>
          <pc:docMk/>
          <pc:sldMk cId="3637662926" sldId="259"/>
        </pc:sldMkLst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3637662926" sldId="259"/>
            <ac:spMk id="2" creationId="{00000000-0000-0000-0000-000000000000}"/>
          </ac:spMkLst>
        </pc:spChg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3637662926" sldId="259"/>
            <ac:spMk id="6" creationId="{00000000-0000-0000-0000-000000000000}"/>
          </ac:spMkLst>
        </pc:spChg>
      </pc:sldChg>
      <pc:sldChg chg="modSp mod modClrScheme chgLayout">
        <pc:chgData name="Prarthana Mehta" userId="S::prarthana.mehta@pdpu.ac.in::2340b563-6a22-4244-bb8c-68488e18e8b5" providerId="AD" clId="Web-{FA03532E-8442-85A1-37C9-DA306DD61763}" dt="2025-07-20T05:34:00.726" v="1"/>
        <pc:sldMkLst>
          <pc:docMk/>
          <pc:sldMk cId="1128910555" sldId="260"/>
        </pc:sldMkLst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1128910555" sldId="260"/>
            <ac:spMk id="4" creationId="{00000000-0000-0000-0000-000000000000}"/>
          </ac:spMkLst>
        </pc:spChg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1128910555" sldId="260"/>
            <ac:spMk id="5" creationId="{00000000-0000-0000-0000-000000000000}"/>
          </ac:spMkLst>
        </pc:spChg>
        <pc:graphicFrameChg chg="mod ord">
          <ac:chgData name="Prarthana Mehta" userId="S::prarthana.mehta@pdpu.ac.in::2340b563-6a22-4244-bb8c-68488e18e8b5" providerId="AD" clId="Web-{FA03532E-8442-85A1-37C9-DA306DD61763}" dt="2025-07-20T05:34:00.726" v="1"/>
          <ac:graphicFrameMkLst>
            <pc:docMk/>
            <pc:sldMk cId="1128910555" sldId="260"/>
            <ac:graphicFrameMk id="9" creationId="{00000000-0000-0000-0000-000000000000}"/>
          </ac:graphicFrameMkLst>
        </pc:graphicFrameChg>
      </pc:sldChg>
      <pc:sldChg chg="modSp mod modClrScheme chgLayout">
        <pc:chgData name="Prarthana Mehta" userId="S::prarthana.mehta@pdpu.ac.in::2340b563-6a22-4244-bb8c-68488e18e8b5" providerId="AD" clId="Web-{FA03532E-8442-85A1-37C9-DA306DD61763}" dt="2025-07-20T05:34:00.726" v="1"/>
        <pc:sldMkLst>
          <pc:docMk/>
          <pc:sldMk cId="1542485820" sldId="261"/>
        </pc:sldMkLst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1542485820" sldId="261"/>
            <ac:spMk id="2" creationId="{00000000-0000-0000-0000-000000000000}"/>
          </ac:spMkLst>
        </pc:spChg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1542485820" sldId="261"/>
            <ac:spMk id="5" creationId="{00000000-0000-0000-0000-000000000000}"/>
          </ac:spMkLst>
        </pc:spChg>
        <pc:graphicFrameChg chg="mod ord">
          <ac:chgData name="Prarthana Mehta" userId="S::prarthana.mehta@pdpu.ac.in::2340b563-6a22-4244-bb8c-68488e18e8b5" providerId="AD" clId="Web-{FA03532E-8442-85A1-37C9-DA306DD61763}" dt="2025-07-20T05:34:00.726" v="1"/>
          <ac:graphicFrameMkLst>
            <pc:docMk/>
            <pc:sldMk cId="1542485820" sldId="261"/>
            <ac:graphicFrameMk id="4" creationId="{00000000-0000-0000-0000-000000000000}"/>
          </ac:graphicFrameMkLst>
        </pc:graphicFrameChg>
      </pc:sldChg>
      <pc:sldChg chg="modSp mod modClrScheme chgLayout">
        <pc:chgData name="Prarthana Mehta" userId="S::prarthana.mehta@pdpu.ac.in::2340b563-6a22-4244-bb8c-68488e18e8b5" providerId="AD" clId="Web-{FA03532E-8442-85A1-37C9-DA306DD61763}" dt="2025-07-20T05:34:00.726" v="1"/>
        <pc:sldMkLst>
          <pc:docMk/>
          <pc:sldMk cId="3463538213" sldId="262"/>
        </pc:sldMkLst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3463538213" sldId="262"/>
            <ac:spMk id="2" creationId="{00000000-0000-0000-0000-000000000000}"/>
          </ac:spMkLst>
        </pc:spChg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3463538213" sldId="262"/>
            <ac:spMk id="3" creationId="{00000000-0000-0000-0000-000000000000}"/>
          </ac:spMkLst>
        </pc:spChg>
      </pc:sldChg>
      <pc:sldChg chg="modSp mod modClrScheme chgLayout">
        <pc:chgData name="Prarthana Mehta" userId="S::prarthana.mehta@pdpu.ac.in::2340b563-6a22-4244-bb8c-68488e18e8b5" providerId="AD" clId="Web-{FA03532E-8442-85A1-37C9-DA306DD61763}" dt="2025-07-20T05:34:00.726" v="1"/>
        <pc:sldMkLst>
          <pc:docMk/>
          <pc:sldMk cId="1476028541" sldId="278"/>
        </pc:sldMkLst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1476028541" sldId="278"/>
            <ac:spMk id="2" creationId="{00000000-0000-0000-0000-000000000000}"/>
          </ac:spMkLst>
        </pc:spChg>
        <pc:graphicFrameChg chg="mod ord">
          <ac:chgData name="Prarthana Mehta" userId="S::prarthana.mehta@pdpu.ac.in::2340b563-6a22-4244-bb8c-68488e18e8b5" providerId="AD" clId="Web-{FA03532E-8442-85A1-37C9-DA306DD61763}" dt="2025-07-20T05:34:00.726" v="1"/>
          <ac:graphicFrameMkLst>
            <pc:docMk/>
            <pc:sldMk cId="1476028541" sldId="278"/>
            <ac:graphicFrameMk id="4" creationId="{00000000-0000-0000-0000-000000000000}"/>
          </ac:graphicFrameMkLst>
        </pc:graphicFrameChg>
      </pc:sldChg>
      <pc:sldChg chg="modSp mod modClrScheme chgLayout">
        <pc:chgData name="Prarthana Mehta" userId="S::prarthana.mehta@pdpu.ac.in::2340b563-6a22-4244-bb8c-68488e18e8b5" providerId="AD" clId="Web-{FA03532E-8442-85A1-37C9-DA306DD61763}" dt="2025-07-20T05:34:00.726" v="1"/>
        <pc:sldMkLst>
          <pc:docMk/>
          <pc:sldMk cId="1031970178" sldId="279"/>
        </pc:sldMkLst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1031970178" sldId="279"/>
            <ac:spMk id="2" creationId="{00000000-0000-0000-0000-000000000000}"/>
          </ac:spMkLst>
        </pc:spChg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1031970178" sldId="279"/>
            <ac:spMk id="3" creationId="{00000000-0000-0000-0000-000000000000}"/>
          </ac:spMkLst>
        </pc:spChg>
      </pc:sldChg>
      <pc:sldChg chg="modSp mod modClrScheme chgLayout">
        <pc:chgData name="Prarthana Mehta" userId="S::prarthana.mehta@pdpu.ac.in::2340b563-6a22-4244-bb8c-68488e18e8b5" providerId="AD" clId="Web-{FA03532E-8442-85A1-37C9-DA306DD61763}" dt="2025-07-20T05:34:00.726" v="1"/>
        <pc:sldMkLst>
          <pc:docMk/>
          <pc:sldMk cId="1593985684" sldId="280"/>
        </pc:sldMkLst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1593985684" sldId="280"/>
            <ac:spMk id="2" creationId="{00000000-0000-0000-0000-000000000000}"/>
          </ac:spMkLst>
        </pc:spChg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1593985684" sldId="280"/>
            <ac:spMk id="3" creationId="{00000000-0000-0000-0000-000000000000}"/>
          </ac:spMkLst>
        </pc:spChg>
      </pc:sldChg>
      <pc:sldChg chg="modSp mod modClrScheme chgLayout">
        <pc:chgData name="Prarthana Mehta" userId="S::prarthana.mehta@pdpu.ac.in::2340b563-6a22-4244-bb8c-68488e18e8b5" providerId="AD" clId="Web-{FA03532E-8442-85A1-37C9-DA306DD61763}" dt="2025-07-20T05:34:00.726" v="1"/>
        <pc:sldMkLst>
          <pc:docMk/>
          <pc:sldMk cId="1902137148" sldId="281"/>
        </pc:sldMkLst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1902137148" sldId="281"/>
            <ac:spMk id="2" creationId="{00000000-0000-0000-0000-000000000000}"/>
          </ac:spMkLst>
        </pc:spChg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1902137148" sldId="281"/>
            <ac:spMk id="3" creationId="{00000000-0000-0000-0000-000000000000}"/>
          </ac:spMkLst>
        </pc:spChg>
      </pc:sldChg>
      <pc:sldChg chg="modSp mod modClrScheme chgLayout">
        <pc:chgData name="Prarthana Mehta" userId="S::prarthana.mehta@pdpu.ac.in::2340b563-6a22-4244-bb8c-68488e18e8b5" providerId="AD" clId="Web-{FA03532E-8442-85A1-37C9-DA306DD61763}" dt="2025-07-20T05:34:00.726" v="1"/>
        <pc:sldMkLst>
          <pc:docMk/>
          <pc:sldMk cId="2811950812" sldId="282"/>
        </pc:sldMkLst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2811950812" sldId="282"/>
            <ac:spMk id="2" creationId="{00000000-0000-0000-0000-000000000000}"/>
          </ac:spMkLst>
        </pc:spChg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2811950812" sldId="282"/>
            <ac:spMk id="3" creationId="{00000000-0000-0000-0000-000000000000}"/>
          </ac:spMkLst>
        </pc:spChg>
      </pc:sldChg>
      <pc:sldChg chg="modSp mod modClrScheme chgLayout">
        <pc:chgData name="Prarthana Mehta" userId="S::prarthana.mehta@pdpu.ac.in::2340b563-6a22-4244-bb8c-68488e18e8b5" providerId="AD" clId="Web-{FA03532E-8442-85A1-37C9-DA306DD61763}" dt="2025-07-20T05:34:00.726" v="1"/>
        <pc:sldMkLst>
          <pc:docMk/>
          <pc:sldMk cId="3921188619" sldId="283"/>
        </pc:sldMkLst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3921188619" sldId="283"/>
            <ac:spMk id="2" creationId="{00000000-0000-0000-0000-000000000000}"/>
          </ac:spMkLst>
        </pc:spChg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3921188619" sldId="283"/>
            <ac:spMk id="3" creationId="{00000000-0000-0000-0000-000000000000}"/>
          </ac:spMkLst>
        </pc:spChg>
      </pc:sldChg>
      <pc:sldChg chg="modSp mod modClrScheme chgLayout">
        <pc:chgData name="Prarthana Mehta" userId="S::prarthana.mehta@pdpu.ac.in::2340b563-6a22-4244-bb8c-68488e18e8b5" providerId="AD" clId="Web-{FA03532E-8442-85A1-37C9-DA306DD61763}" dt="2025-07-20T05:34:00.726" v="1"/>
        <pc:sldMkLst>
          <pc:docMk/>
          <pc:sldMk cId="4156807633" sldId="284"/>
        </pc:sldMkLst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4156807633" sldId="284"/>
            <ac:spMk id="2" creationId="{00000000-0000-0000-0000-000000000000}"/>
          </ac:spMkLst>
        </pc:spChg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4156807633" sldId="284"/>
            <ac:spMk id="3" creationId="{00000000-0000-0000-0000-000000000000}"/>
          </ac:spMkLst>
        </pc:spChg>
      </pc:sldChg>
      <pc:sldChg chg="modSp mod modClrScheme chgLayout">
        <pc:chgData name="Prarthana Mehta" userId="S::prarthana.mehta@pdpu.ac.in::2340b563-6a22-4244-bb8c-68488e18e8b5" providerId="AD" clId="Web-{FA03532E-8442-85A1-37C9-DA306DD61763}" dt="2025-07-20T05:34:00.726" v="1"/>
        <pc:sldMkLst>
          <pc:docMk/>
          <pc:sldMk cId="2679470239" sldId="285"/>
        </pc:sldMkLst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2679470239" sldId="285"/>
            <ac:spMk id="2" creationId="{00000000-0000-0000-0000-000000000000}"/>
          </ac:spMkLst>
        </pc:spChg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2679470239" sldId="285"/>
            <ac:spMk id="3" creationId="{00000000-0000-0000-0000-000000000000}"/>
          </ac:spMkLst>
        </pc:spChg>
      </pc:sldChg>
      <pc:sldChg chg="modSp mod modClrScheme chgLayout">
        <pc:chgData name="Prarthana Mehta" userId="S::prarthana.mehta@pdpu.ac.in::2340b563-6a22-4244-bb8c-68488e18e8b5" providerId="AD" clId="Web-{FA03532E-8442-85A1-37C9-DA306DD61763}" dt="2025-07-20T05:34:00.726" v="1"/>
        <pc:sldMkLst>
          <pc:docMk/>
          <pc:sldMk cId="3986361243" sldId="286"/>
        </pc:sldMkLst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3986361243" sldId="286"/>
            <ac:spMk id="2" creationId="{00000000-0000-0000-0000-000000000000}"/>
          </ac:spMkLst>
        </pc:spChg>
      </pc:sldChg>
      <pc:sldChg chg="modSp mod modClrScheme chgLayout">
        <pc:chgData name="Prarthana Mehta" userId="S::prarthana.mehta@pdpu.ac.in::2340b563-6a22-4244-bb8c-68488e18e8b5" providerId="AD" clId="Web-{FA03532E-8442-85A1-37C9-DA306DD61763}" dt="2025-07-20T05:34:00.726" v="1"/>
        <pc:sldMkLst>
          <pc:docMk/>
          <pc:sldMk cId="4250273499" sldId="287"/>
        </pc:sldMkLst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4250273499" sldId="287"/>
            <ac:spMk id="2" creationId="{00000000-0000-0000-0000-000000000000}"/>
          </ac:spMkLst>
        </pc:spChg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4250273499" sldId="287"/>
            <ac:spMk id="3" creationId="{00000000-0000-0000-0000-000000000000}"/>
          </ac:spMkLst>
        </pc:spChg>
      </pc:sldChg>
      <pc:sldChg chg="modSp mod modClrScheme chgLayout">
        <pc:chgData name="Prarthana Mehta" userId="S::prarthana.mehta@pdpu.ac.in::2340b563-6a22-4244-bb8c-68488e18e8b5" providerId="AD" clId="Web-{FA03532E-8442-85A1-37C9-DA306DD61763}" dt="2025-07-20T05:34:00.726" v="1"/>
        <pc:sldMkLst>
          <pc:docMk/>
          <pc:sldMk cId="3489537664" sldId="288"/>
        </pc:sldMkLst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3489537664" sldId="288"/>
            <ac:spMk id="2" creationId="{00000000-0000-0000-0000-000000000000}"/>
          </ac:spMkLst>
        </pc:spChg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3489537664" sldId="288"/>
            <ac:spMk id="3" creationId="{00000000-0000-0000-0000-000000000000}"/>
          </ac:spMkLst>
        </pc:spChg>
      </pc:sldChg>
      <pc:sldChg chg="modSp mod modClrScheme chgLayout">
        <pc:chgData name="Prarthana Mehta" userId="S::prarthana.mehta@pdpu.ac.in::2340b563-6a22-4244-bb8c-68488e18e8b5" providerId="AD" clId="Web-{FA03532E-8442-85A1-37C9-DA306DD61763}" dt="2025-07-20T05:34:00.726" v="1"/>
        <pc:sldMkLst>
          <pc:docMk/>
          <pc:sldMk cId="2955496920" sldId="289"/>
        </pc:sldMkLst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2955496920" sldId="289"/>
            <ac:spMk id="2" creationId="{00000000-0000-0000-0000-000000000000}"/>
          </ac:spMkLst>
        </pc:spChg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2955496920" sldId="289"/>
            <ac:spMk id="3" creationId="{00000000-0000-0000-0000-000000000000}"/>
          </ac:spMkLst>
        </pc:spChg>
      </pc:sldChg>
      <pc:sldChg chg="modSp mod modClrScheme chgLayout">
        <pc:chgData name="Prarthana Mehta" userId="S::prarthana.mehta@pdpu.ac.in::2340b563-6a22-4244-bb8c-68488e18e8b5" providerId="AD" clId="Web-{FA03532E-8442-85A1-37C9-DA306DD61763}" dt="2025-07-20T05:34:00.726" v="1"/>
        <pc:sldMkLst>
          <pc:docMk/>
          <pc:sldMk cId="2471334016" sldId="290"/>
        </pc:sldMkLst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2471334016" sldId="290"/>
            <ac:spMk id="2" creationId="{00000000-0000-0000-0000-000000000000}"/>
          </ac:spMkLst>
        </pc:spChg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2471334016" sldId="290"/>
            <ac:spMk id="3" creationId="{00000000-0000-0000-0000-000000000000}"/>
          </ac:spMkLst>
        </pc:spChg>
      </pc:sldChg>
      <pc:sldChg chg="modSp new">
        <pc:chgData name="Prarthana Mehta" userId="S::prarthana.mehta@pdpu.ac.in::2340b563-6a22-4244-bb8c-68488e18e8b5" providerId="AD" clId="Web-{FA03532E-8442-85A1-37C9-DA306DD61763}" dt="2025-07-20T05:45:09.936" v="197" actId="20577"/>
        <pc:sldMkLst>
          <pc:docMk/>
          <pc:sldMk cId="3455750260" sldId="291"/>
        </pc:sldMkLst>
        <pc:spChg chg="mod">
          <ac:chgData name="Prarthana Mehta" userId="S::prarthana.mehta@pdpu.ac.in::2340b563-6a22-4244-bb8c-68488e18e8b5" providerId="AD" clId="Web-{FA03532E-8442-85A1-37C9-DA306DD61763}" dt="2025-07-20T05:37:48.155" v="11" actId="20577"/>
          <ac:spMkLst>
            <pc:docMk/>
            <pc:sldMk cId="3455750260" sldId="291"/>
            <ac:spMk id="2" creationId="{2C01F82D-436F-8D42-3B2F-3A64C36228D8}"/>
          </ac:spMkLst>
        </pc:spChg>
        <pc:spChg chg="mod">
          <ac:chgData name="Prarthana Mehta" userId="S::prarthana.mehta@pdpu.ac.in::2340b563-6a22-4244-bb8c-68488e18e8b5" providerId="AD" clId="Web-{FA03532E-8442-85A1-37C9-DA306DD61763}" dt="2025-07-20T05:45:09.936" v="197" actId="20577"/>
          <ac:spMkLst>
            <pc:docMk/>
            <pc:sldMk cId="3455750260" sldId="291"/>
            <ac:spMk id="3" creationId="{30416858-7E66-09AC-FA30-CCC097B7CE93}"/>
          </ac:spMkLst>
        </pc:spChg>
      </pc:sldChg>
      <pc:sldChg chg="modSp add replId">
        <pc:chgData name="Prarthana Mehta" userId="S::prarthana.mehta@pdpu.ac.in::2340b563-6a22-4244-bb8c-68488e18e8b5" providerId="AD" clId="Web-{FA03532E-8442-85A1-37C9-DA306DD61763}" dt="2025-07-20T05:41:30.913" v="110"/>
        <pc:sldMkLst>
          <pc:docMk/>
          <pc:sldMk cId="3903332972" sldId="292"/>
        </pc:sldMkLst>
        <pc:spChg chg="mod">
          <ac:chgData name="Prarthana Mehta" userId="S::prarthana.mehta@pdpu.ac.in::2340b563-6a22-4244-bb8c-68488e18e8b5" providerId="AD" clId="Web-{FA03532E-8442-85A1-37C9-DA306DD61763}" dt="2025-07-20T05:41:30.913" v="110"/>
          <ac:spMkLst>
            <pc:docMk/>
            <pc:sldMk cId="3903332972" sldId="292"/>
            <ac:spMk id="3" creationId="{C606965D-2F09-13DC-D36D-56F220310F2B}"/>
          </ac:spMkLst>
        </pc:spChg>
      </pc:sldChg>
      <pc:sldChg chg="modSp add replId">
        <pc:chgData name="Prarthana Mehta" userId="S::prarthana.mehta@pdpu.ac.in::2340b563-6a22-4244-bb8c-68488e18e8b5" providerId="AD" clId="Web-{FA03532E-8442-85A1-37C9-DA306DD61763}" dt="2025-07-20T05:42:48.478" v="149" actId="20577"/>
        <pc:sldMkLst>
          <pc:docMk/>
          <pc:sldMk cId="1627901957" sldId="293"/>
        </pc:sldMkLst>
        <pc:spChg chg="mod">
          <ac:chgData name="Prarthana Mehta" userId="S::prarthana.mehta@pdpu.ac.in::2340b563-6a22-4244-bb8c-68488e18e8b5" providerId="AD" clId="Web-{FA03532E-8442-85A1-37C9-DA306DD61763}" dt="2025-07-20T05:42:48.478" v="149" actId="20577"/>
          <ac:spMkLst>
            <pc:docMk/>
            <pc:sldMk cId="1627901957" sldId="293"/>
            <ac:spMk id="3" creationId="{6A26E870-6C97-8B27-F219-DA2BEBC6C262}"/>
          </ac:spMkLst>
        </pc:spChg>
      </pc:sldChg>
      <pc:sldChg chg="modSp add replId">
        <pc:chgData name="Prarthana Mehta" userId="S::prarthana.mehta@pdpu.ac.in::2340b563-6a22-4244-bb8c-68488e18e8b5" providerId="AD" clId="Web-{FA03532E-8442-85A1-37C9-DA306DD61763}" dt="2025-07-20T05:44:33.263" v="191" actId="20577"/>
        <pc:sldMkLst>
          <pc:docMk/>
          <pc:sldMk cId="2798320956" sldId="294"/>
        </pc:sldMkLst>
        <pc:spChg chg="mod">
          <ac:chgData name="Prarthana Mehta" userId="S::prarthana.mehta@pdpu.ac.in::2340b563-6a22-4244-bb8c-68488e18e8b5" providerId="AD" clId="Web-{FA03532E-8442-85A1-37C9-DA306DD61763}" dt="2025-07-20T05:44:33.263" v="191" actId="20577"/>
          <ac:spMkLst>
            <pc:docMk/>
            <pc:sldMk cId="2798320956" sldId="294"/>
            <ac:spMk id="3" creationId="{19AFF0EF-D234-ABE0-3C4A-BE90D527F732}"/>
          </ac:spMkLst>
        </pc:spChg>
      </pc:sldChg>
      <pc:sldMasterChg chg="add del addSldLayout delSldLayout">
        <pc:chgData name="Prarthana Mehta" userId="S::prarthana.mehta@pdpu.ac.in::2340b563-6a22-4244-bb8c-68488e18e8b5" providerId="AD" clId="Web-{FA03532E-8442-85A1-37C9-DA306DD61763}" dt="2025-07-20T05:34:00.726" v="1"/>
        <pc:sldMasterMkLst>
          <pc:docMk/>
          <pc:sldMasterMk cId="1319882220" sldId="2147483648"/>
        </pc:sldMasterMkLst>
        <pc:sldLayoutChg chg="add del">
          <pc:chgData name="Prarthana Mehta" userId="S::prarthana.mehta@pdpu.ac.in::2340b563-6a22-4244-bb8c-68488e18e8b5" providerId="AD" clId="Web-{FA03532E-8442-85A1-37C9-DA306DD61763}" dt="2025-07-20T05:34:00.726" v="1"/>
          <pc:sldLayoutMkLst>
            <pc:docMk/>
            <pc:sldMasterMk cId="1319882220" sldId="2147483648"/>
            <pc:sldLayoutMk cId="2972802601" sldId="2147483649"/>
          </pc:sldLayoutMkLst>
        </pc:sldLayoutChg>
        <pc:sldLayoutChg chg="add del">
          <pc:chgData name="Prarthana Mehta" userId="S::prarthana.mehta@pdpu.ac.in::2340b563-6a22-4244-bb8c-68488e18e8b5" providerId="AD" clId="Web-{FA03532E-8442-85A1-37C9-DA306DD61763}" dt="2025-07-20T05:34:00.726" v="1"/>
          <pc:sldLayoutMkLst>
            <pc:docMk/>
            <pc:sldMasterMk cId="1319882220" sldId="2147483648"/>
            <pc:sldLayoutMk cId="3165925677" sldId="2147483650"/>
          </pc:sldLayoutMkLst>
        </pc:sldLayoutChg>
        <pc:sldLayoutChg chg="add del">
          <pc:chgData name="Prarthana Mehta" userId="S::prarthana.mehta@pdpu.ac.in::2340b563-6a22-4244-bb8c-68488e18e8b5" providerId="AD" clId="Web-{FA03532E-8442-85A1-37C9-DA306DD61763}" dt="2025-07-20T05:34:00.726" v="1"/>
          <pc:sldLayoutMkLst>
            <pc:docMk/>
            <pc:sldMasterMk cId="1319882220" sldId="2147483648"/>
            <pc:sldLayoutMk cId="3375467235" sldId="2147483651"/>
          </pc:sldLayoutMkLst>
        </pc:sldLayoutChg>
        <pc:sldLayoutChg chg="add del">
          <pc:chgData name="Prarthana Mehta" userId="S::prarthana.mehta@pdpu.ac.in::2340b563-6a22-4244-bb8c-68488e18e8b5" providerId="AD" clId="Web-{FA03532E-8442-85A1-37C9-DA306DD61763}" dt="2025-07-20T05:34:00.726" v="1"/>
          <pc:sldLayoutMkLst>
            <pc:docMk/>
            <pc:sldMasterMk cId="1319882220" sldId="2147483648"/>
            <pc:sldLayoutMk cId="1265094301" sldId="2147483652"/>
          </pc:sldLayoutMkLst>
        </pc:sldLayoutChg>
        <pc:sldLayoutChg chg="add del">
          <pc:chgData name="Prarthana Mehta" userId="S::prarthana.mehta@pdpu.ac.in::2340b563-6a22-4244-bb8c-68488e18e8b5" providerId="AD" clId="Web-{FA03532E-8442-85A1-37C9-DA306DD61763}" dt="2025-07-20T05:34:00.726" v="1"/>
          <pc:sldLayoutMkLst>
            <pc:docMk/>
            <pc:sldMasterMk cId="1319882220" sldId="2147483648"/>
            <pc:sldLayoutMk cId="2613184263" sldId="2147483653"/>
          </pc:sldLayoutMkLst>
        </pc:sldLayoutChg>
        <pc:sldLayoutChg chg="add del">
          <pc:chgData name="Prarthana Mehta" userId="S::prarthana.mehta@pdpu.ac.in::2340b563-6a22-4244-bb8c-68488e18e8b5" providerId="AD" clId="Web-{FA03532E-8442-85A1-37C9-DA306DD61763}" dt="2025-07-20T05:34:00.726" v="1"/>
          <pc:sldLayoutMkLst>
            <pc:docMk/>
            <pc:sldMasterMk cId="1319882220" sldId="2147483648"/>
            <pc:sldLayoutMk cId="3823260543" sldId="2147483654"/>
          </pc:sldLayoutMkLst>
        </pc:sldLayoutChg>
        <pc:sldLayoutChg chg="add del">
          <pc:chgData name="Prarthana Mehta" userId="S::prarthana.mehta@pdpu.ac.in::2340b563-6a22-4244-bb8c-68488e18e8b5" providerId="AD" clId="Web-{FA03532E-8442-85A1-37C9-DA306DD61763}" dt="2025-07-20T05:34:00.726" v="1"/>
          <pc:sldLayoutMkLst>
            <pc:docMk/>
            <pc:sldMasterMk cId="1319882220" sldId="2147483648"/>
            <pc:sldLayoutMk cId="306552245" sldId="2147483655"/>
          </pc:sldLayoutMkLst>
        </pc:sldLayoutChg>
        <pc:sldLayoutChg chg="add del">
          <pc:chgData name="Prarthana Mehta" userId="S::prarthana.mehta@pdpu.ac.in::2340b563-6a22-4244-bb8c-68488e18e8b5" providerId="AD" clId="Web-{FA03532E-8442-85A1-37C9-DA306DD61763}" dt="2025-07-20T05:34:00.726" v="1"/>
          <pc:sldLayoutMkLst>
            <pc:docMk/>
            <pc:sldMasterMk cId="1319882220" sldId="2147483648"/>
            <pc:sldLayoutMk cId="2991625761" sldId="2147483656"/>
          </pc:sldLayoutMkLst>
        </pc:sldLayoutChg>
        <pc:sldLayoutChg chg="add del">
          <pc:chgData name="Prarthana Mehta" userId="S::prarthana.mehta@pdpu.ac.in::2340b563-6a22-4244-bb8c-68488e18e8b5" providerId="AD" clId="Web-{FA03532E-8442-85A1-37C9-DA306DD61763}" dt="2025-07-20T05:34:00.726" v="1"/>
          <pc:sldLayoutMkLst>
            <pc:docMk/>
            <pc:sldMasterMk cId="1319882220" sldId="2147483648"/>
            <pc:sldLayoutMk cId="3574922682" sldId="2147483657"/>
          </pc:sldLayoutMkLst>
        </pc:sldLayoutChg>
        <pc:sldLayoutChg chg="add del">
          <pc:chgData name="Prarthana Mehta" userId="S::prarthana.mehta@pdpu.ac.in::2340b563-6a22-4244-bb8c-68488e18e8b5" providerId="AD" clId="Web-{FA03532E-8442-85A1-37C9-DA306DD61763}" dt="2025-07-20T05:34:00.726" v="1"/>
          <pc:sldLayoutMkLst>
            <pc:docMk/>
            <pc:sldMasterMk cId="1319882220" sldId="2147483648"/>
            <pc:sldLayoutMk cId="4191760227" sldId="2147483658"/>
          </pc:sldLayoutMkLst>
        </pc:sldLayoutChg>
        <pc:sldLayoutChg chg="add del">
          <pc:chgData name="Prarthana Mehta" userId="S::prarthana.mehta@pdpu.ac.in::2340b563-6a22-4244-bb8c-68488e18e8b5" providerId="AD" clId="Web-{FA03532E-8442-85A1-37C9-DA306DD61763}" dt="2025-07-20T05:34:00.726" v="1"/>
          <pc:sldLayoutMkLst>
            <pc:docMk/>
            <pc:sldMasterMk cId="1319882220" sldId="2147483648"/>
            <pc:sldLayoutMk cId="2770095545" sldId="2147483659"/>
          </pc:sldLayoutMkLst>
        </pc:sldLayoutChg>
      </pc:sldMasterChg>
      <pc:sldMasterChg chg="add del addSldLayout delSldLayout modSldLayout">
        <pc:chgData name="Prarthana Mehta" userId="S::prarthana.mehta@pdpu.ac.in::2340b563-6a22-4244-bb8c-68488e18e8b5" providerId="AD" clId="Web-{FA03532E-8442-85A1-37C9-DA306DD61763}" dt="2025-07-20T05:34:00.726" v="1"/>
        <pc:sldMasterMkLst>
          <pc:docMk/>
          <pc:sldMasterMk cId="3280964278" sldId="2147483660"/>
        </pc:sldMasterMkLst>
        <pc:sldLayoutChg chg="add del mod replId">
          <pc:chgData name="Prarthana Mehta" userId="S::prarthana.mehta@pdpu.ac.in::2340b563-6a22-4244-bb8c-68488e18e8b5" providerId="AD" clId="Web-{FA03532E-8442-85A1-37C9-DA306DD61763}" dt="2025-07-20T05:34:00.726" v="1"/>
          <pc:sldLayoutMkLst>
            <pc:docMk/>
            <pc:sldMasterMk cId="3280964278" sldId="2147483660"/>
            <pc:sldLayoutMk cId="2048335522" sldId="2147483661"/>
          </pc:sldLayoutMkLst>
        </pc:sldLayoutChg>
        <pc:sldLayoutChg chg="add del mod replId">
          <pc:chgData name="Prarthana Mehta" userId="S::prarthana.mehta@pdpu.ac.in::2340b563-6a22-4244-bb8c-68488e18e8b5" providerId="AD" clId="Web-{FA03532E-8442-85A1-37C9-DA306DD61763}" dt="2025-07-20T05:34:00.726" v="1"/>
          <pc:sldLayoutMkLst>
            <pc:docMk/>
            <pc:sldMasterMk cId="3280964278" sldId="2147483660"/>
            <pc:sldLayoutMk cId="3063532086" sldId="2147483662"/>
          </pc:sldLayoutMkLst>
        </pc:sldLayoutChg>
        <pc:sldLayoutChg chg="add del mod replId">
          <pc:chgData name="Prarthana Mehta" userId="S::prarthana.mehta@pdpu.ac.in::2340b563-6a22-4244-bb8c-68488e18e8b5" providerId="AD" clId="Web-{FA03532E-8442-85A1-37C9-DA306DD61763}" dt="2025-07-20T05:34:00.726" v="1"/>
          <pc:sldLayoutMkLst>
            <pc:docMk/>
            <pc:sldMasterMk cId="3280964278" sldId="2147483660"/>
            <pc:sldLayoutMk cId="253768132" sldId="2147483663"/>
          </pc:sldLayoutMkLst>
        </pc:sldLayoutChg>
        <pc:sldLayoutChg chg="add del mod replId">
          <pc:chgData name="Prarthana Mehta" userId="S::prarthana.mehta@pdpu.ac.in::2340b563-6a22-4244-bb8c-68488e18e8b5" providerId="AD" clId="Web-{FA03532E-8442-85A1-37C9-DA306DD61763}" dt="2025-07-20T05:34:00.726" v="1"/>
          <pc:sldLayoutMkLst>
            <pc:docMk/>
            <pc:sldMasterMk cId="3280964278" sldId="2147483660"/>
            <pc:sldLayoutMk cId="3885168057" sldId="2147483664"/>
          </pc:sldLayoutMkLst>
        </pc:sldLayoutChg>
        <pc:sldLayoutChg chg="add del mod replId">
          <pc:chgData name="Prarthana Mehta" userId="S::prarthana.mehta@pdpu.ac.in::2340b563-6a22-4244-bb8c-68488e18e8b5" providerId="AD" clId="Web-{FA03532E-8442-85A1-37C9-DA306DD61763}" dt="2025-07-20T05:34:00.726" v="1"/>
          <pc:sldLayoutMkLst>
            <pc:docMk/>
            <pc:sldMasterMk cId="3280964278" sldId="2147483660"/>
            <pc:sldLayoutMk cId="3560408381" sldId="2147483665"/>
          </pc:sldLayoutMkLst>
        </pc:sldLayoutChg>
        <pc:sldLayoutChg chg="add del mod replId">
          <pc:chgData name="Prarthana Mehta" userId="S::prarthana.mehta@pdpu.ac.in::2340b563-6a22-4244-bb8c-68488e18e8b5" providerId="AD" clId="Web-{FA03532E-8442-85A1-37C9-DA306DD61763}" dt="2025-07-20T05:34:00.726" v="1"/>
          <pc:sldLayoutMkLst>
            <pc:docMk/>
            <pc:sldMasterMk cId="3280964278" sldId="2147483660"/>
            <pc:sldLayoutMk cId="1604642638" sldId="2147483666"/>
          </pc:sldLayoutMkLst>
        </pc:sldLayoutChg>
        <pc:sldLayoutChg chg="add del mod replId">
          <pc:chgData name="Prarthana Mehta" userId="S::prarthana.mehta@pdpu.ac.in::2340b563-6a22-4244-bb8c-68488e18e8b5" providerId="AD" clId="Web-{FA03532E-8442-85A1-37C9-DA306DD61763}" dt="2025-07-20T05:34:00.726" v="1"/>
          <pc:sldLayoutMkLst>
            <pc:docMk/>
            <pc:sldMasterMk cId="3280964278" sldId="2147483660"/>
            <pc:sldLayoutMk cId="3156729691" sldId="2147483667"/>
          </pc:sldLayoutMkLst>
        </pc:sldLayoutChg>
        <pc:sldLayoutChg chg="add del mod replId">
          <pc:chgData name="Prarthana Mehta" userId="S::prarthana.mehta@pdpu.ac.in::2340b563-6a22-4244-bb8c-68488e18e8b5" providerId="AD" clId="Web-{FA03532E-8442-85A1-37C9-DA306DD61763}" dt="2025-07-20T05:34:00.726" v="1"/>
          <pc:sldLayoutMkLst>
            <pc:docMk/>
            <pc:sldMasterMk cId="3280964278" sldId="2147483660"/>
            <pc:sldLayoutMk cId="993960057" sldId="2147483668"/>
          </pc:sldLayoutMkLst>
        </pc:sldLayoutChg>
        <pc:sldLayoutChg chg="add del mod replId">
          <pc:chgData name="Prarthana Mehta" userId="S::prarthana.mehta@pdpu.ac.in::2340b563-6a22-4244-bb8c-68488e18e8b5" providerId="AD" clId="Web-{FA03532E-8442-85A1-37C9-DA306DD61763}" dt="2025-07-20T05:34:00.726" v="1"/>
          <pc:sldLayoutMkLst>
            <pc:docMk/>
            <pc:sldMasterMk cId="3280964278" sldId="2147483660"/>
            <pc:sldLayoutMk cId="993084829" sldId="2147483669"/>
          </pc:sldLayoutMkLst>
        </pc:sldLayoutChg>
        <pc:sldLayoutChg chg="add del mod replId">
          <pc:chgData name="Prarthana Mehta" userId="S::prarthana.mehta@pdpu.ac.in::2340b563-6a22-4244-bb8c-68488e18e8b5" providerId="AD" clId="Web-{FA03532E-8442-85A1-37C9-DA306DD61763}" dt="2025-07-20T05:34:00.726" v="1"/>
          <pc:sldLayoutMkLst>
            <pc:docMk/>
            <pc:sldMasterMk cId="3280964278" sldId="2147483660"/>
            <pc:sldLayoutMk cId="1044335234" sldId="2147483670"/>
          </pc:sldLayoutMkLst>
        </pc:sldLayoutChg>
        <pc:sldLayoutChg chg="add del mod replId">
          <pc:chgData name="Prarthana Mehta" userId="S::prarthana.mehta@pdpu.ac.in::2340b563-6a22-4244-bb8c-68488e18e8b5" providerId="AD" clId="Web-{FA03532E-8442-85A1-37C9-DA306DD61763}" dt="2025-07-20T05:34:00.726" v="1"/>
          <pc:sldLayoutMkLst>
            <pc:docMk/>
            <pc:sldMasterMk cId="3280964278" sldId="2147483660"/>
            <pc:sldLayoutMk cId="52852981" sldId="2147483671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24" y="8"/>
            <a:ext cx="12191978" cy="4571994"/>
          </a:xfrm>
          <a:custGeom>
            <a:avLst/>
            <a:gdLst/>
            <a:ahLst/>
            <a:cxnLst/>
            <a:rect l="l" t="t" r="r" b="b"/>
            <a:pathLst>
              <a:path w="12191978" h="4571994">
                <a:moveTo>
                  <a:pt x="1" y="4316129"/>
                </a:moveTo>
                <a:lnTo>
                  <a:pt x="255863" y="4571991"/>
                </a:lnTo>
                <a:lnTo>
                  <a:pt x="203619" y="4571991"/>
                </a:lnTo>
                <a:lnTo>
                  <a:pt x="1" y="4368373"/>
                </a:lnTo>
                <a:close/>
                <a:moveTo>
                  <a:pt x="12191973" y="4312831"/>
                </a:moveTo>
                <a:lnTo>
                  <a:pt x="12191972" y="4365076"/>
                </a:lnTo>
                <a:lnTo>
                  <a:pt x="11985055" y="4571992"/>
                </a:lnTo>
                <a:lnTo>
                  <a:pt x="11932811" y="4571993"/>
                </a:lnTo>
                <a:close/>
                <a:moveTo>
                  <a:pt x="11817249" y="4076816"/>
                </a:moveTo>
                <a:lnTo>
                  <a:pt x="11928074" y="4076816"/>
                </a:lnTo>
                <a:lnTo>
                  <a:pt x="11928074" y="4187641"/>
                </a:lnTo>
                <a:lnTo>
                  <a:pt x="11817249" y="4187641"/>
                </a:lnTo>
                <a:close/>
                <a:moveTo>
                  <a:pt x="10766437" y="4076816"/>
                </a:moveTo>
                <a:lnTo>
                  <a:pt x="10877262" y="4076816"/>
                </a:lnTo>
                <a:lnTo>
                  <a:pt x="10877262" y="4187641"/>
                </a:lnTo>
                <a:lnTo>
                  <a:pt x="10766437" y="4187641"/>
                </a:lnTo>
                <a:close/>
                <a:moveTo>
                  <a:pt x="9715629" y="4076816"/>
                </a:moveTo>
                <a:lnTo>
                  <a:pt x="9826454" y="4076816"/>
                </a:lnTo>
                <a:lnTo>
                  <a:pt x="9826454" y="4187641"/>
                </a:lnTo>
                <a:lnTo>
                  <a:pt x="9715629" y="4187641"/>
                </a:lnTo>
                <a:close/>
                <a:moveTo>
                  <a:pt x="8664821" y="4076816"/>
                </a:moveTo>
                <a:lnTo>
                  <a:pt x="8775646" y="4076816"/>
                </a:lnTo>
                <a:lnTo>
                  <a:pt x="8775646" y="4187641"/>
                </a:lnTo>
                <a:lnTo>
                  <a:pt x="8664821" y="4187641"/>
                </a:lnTo>
                <a:close/>
                <a:moveTo>
                  <a:pt x="7614013" y="4076816"/>
                </a:moveTo>
                <a:lnTo>
                  <a:pt x="7724838" y="4076816"/>
                </a:lnTo>
                <a:lnTo>
                  <a:pt x="7724838" y="4187641"/>
                </a:lnTo>
                <a:lnTo>
                  <a:pt x="7614013" y="4187641"/>
                </a:lnTo>
                <a:close/>
                <a:moveTo>
                  <a:pt x="6563205" y="4076816"/>
                </a:moveTo>
                <a:lnTo>
                  <a:pt x="6674030" y="4076816"/>
                </a:lnTo>
                <a:lnTo>
                  <a:pt x="6674030" y="4187641"/>
                </a:lnTo>
                <a:lnTo>
                  <a:pt x="6563205" y="4187641"/>
                </a:lnTo>
                <a:close/>
                <a:moveTo>
                  <a:pt x="5512397" y="4076816"/>
                </a:moveTo>
                <a:lnTo>
                  <a:pt x="5623222" y="4076816"/>
                </a:lnTo>
                <a:lnTo>
                  <a:pt x="5623222" y="4187641"/>
                </a:lnTo>
                <a:lnTo>
                  <a:pt x="5512397" y="4187641"/>
                </a:lnTo>
                <a:close/>
                <a:moveTo>
                  <a:pt x="4461589" y="4076816"/>
                </a:moveTo>
                <a:lnTo>
                  <a:pt x="4572414" y="4076816"/>
                </a:lnTo>
                <a:lnTo>
                  <a:pt x="4572414" y="4187641"/>
                </a:lnTo>
                <a:lnTo>
                  <a:pt x="4461589" y="4187641"/>
                </a:lnTo>
                <a:close/>
                <a:moveTo>
                  <a:pt x="3410782" y="4076816"/>
                </a:moveTo>
                <a:lnTo>
                  <a:pt x="3521608" y="4076816"/>
                </a:lnTo>
                <a:lnTo>
                  <a:pt x="3521608" y="4187641"/>
                </a:lnTo>
                <a:lnTo>
                  <a:pt x="3410782" y="4187641"/>
                </a:lnTo>
                <a:close/>
                <a:moveTo>
                  <a:pt x="2359975" y="4076816"/>
                </a:moveTo>
                <a:lnTo>
                  <a:pt x="2470800" y="4076816"/>
                </a:lnTo>
                <a:lnTo>
                  <a:pt x="2470800" y="4187641"/>
                </a:lnTo>
                <a:lnTo>
                  <a:pt x="2359975" y="4187641"/>
                </a:lnTo>
                <a:close/>
                <a:moveTo>
                  <a:pt x="1309167" y="4076816"/>
                </a:moveTo>
                <a:lnTo>
                  <a:pt x="1419992" y="4076816"/>
                </a:lnTo>
                <a:lnTo>
                  <a:pt x="1419992" y="4187641"/>
                </a:lnTo>
                <a:lnTo>
                  <a:pt x="1309167" y="4187641"/>
                </a:lnTo>
                <a:close/>
                <a:moveTo>
                  <a:pt x="258359" y="4076816"/>
                </a:moveTo>
                <a:lnTo>
                  <a:pt x="369184" y="4076816"/>
                </a:lnTo>
                <a:lnTo>
                  <a:pt x="369184" y="4187641"/>
                </a:lnTo>
                <a:lnTo>
                  <a:pt x="258359" y="4187641"/>
                </a:lnTo>
                <a:close/>
                <a:moveTo>
                  <a:pt x="11291841" y="3551209"/>
                </a:moveTo>
                <a:lnTo>
                  <a:pt x="11402666" y="3551209"/>
                </a:lnTo>
                <a:lnTo>
                  <a:pt x="11402666" y="3662034"/>
                </a:lnTo>
                <a:lnTo>
                  <a:pt x="11291841" y="3662034"/>
                </a:lnTo>
                <a:close/>
                <a:moveTo>
                  <a:pt x="10241033" y="3551209"/>
                </a:moveTo>
                <a:lnTo>
                  <a:pt x="10351858" y="3551209"/>
                </a:lnTo>
                <a:lnTo>
                  <a:pt x="10351858" y="3662034"/>
                </a:lnTo>
                <a:lnTo>
                  <a:pt x="10241033" y="3662034"/>
                </a:lnTo>
                <a:close/>
                <a:moveTo>
                  <a:pt x="9190225" y="3551209"/>
                </a:moveTo>
                <a:lnTo>
                  <a:pt x="9301050" y="3551209"/>
                </a:lnTo>
                <a:lnTo>
                  <a:pt x="9301050" y="3662034"/>
                </a:lnTo>
                <a:lnTo>
                  <a:pt x="9190225" y="3662034"/>
                </a:lnTo>
                <a:close/>
                <a:moveTo>
                  <a:pt x="8139417" y="3551209"/>
                </a:moveTo>
                <a:lnTo>
                  <a:pt x="8250242" y="3551209"/>
                </a:lnTo>
                <a:lnTo>
                  <a:pt x="8250242" y="3662034"/>
                </a:lnTo>
                <a:lnTo>
                  <a:pt x="8139417" y="3662034"/>
                </a:lnTo>
                <a:close/>
                <a:moveTo>
                  <a:pt x="7088609" y="3551209"/>
                </a:moveTo>
                <a:lnTo>
                  <a:pt x="7199434" y="3551209"/>
                </a:lnTo>
                <a:lnTo>
                  <a:pt x="7199434" y="3662034"/>
                </a:lnTo>
                <a:lnTo>
                  <a:pt x="7088609" y="3662034"/>
                </a:lnTo>
                <a:close/>
                <a:moveTo>
                  <a:pt x="6037801" y="3551209"/>
                </a:moveTo>
                <a:lnTo>
                  <a:pt x="6148626" y="3551209"/>
                </a:lnTo>
                <a:lnTo>
                  <a:pt x="6148626" y="3662034"/>
                </a:lnTo>
                <a:lnTo>
                  <a:pt x="6037801" y="3662034"/>
                </a:lnTo>
                <a:close/>
                <a:moveTo>
                  <a:pt x="4986998" y="3551209"/>
                </a:moveTo>
                <a:lnTo>
                  <a:pt x="5097826" y="3551209"/>
                </a:lnTo>
                <a:lnTo>
                  <a:pt x="5097826" y="3662034"/>
                </a:lnTo>
                <a:lnTo>
                  <a:pt x="4986998" y="3662034"/>
                </a:lnTo>
                <a:close/>
                <a:moveTo>
                  <a:pt x="3936196" y="3551209"/>
                </a:moveTo>
                <a:lnTo>
                  <a:pt x="4047020" y="3551209"/>
                </a:lnTo>
                <a:lnTo>
                  <a:pt x="4047020" y="3662034"/>
                </a:lnTo>
                <a:lnTo>
                  <a:pt x="3936196" y="3662034"/>
                </a:lnTo>
                <a:close/>
                <a:moveTo>
                  <a:pt x="2885389" y="3551209"/>
                </a:moveTo>
                <a:lnTo>
                  <a:pt x="2996214" y="3551209"/>
                </a:lnTo>
                <a:lnTo>
                  <a:pt x="2996214" y="3662034"/>
                </a:lnTo>
                <a:lnTo>
                  <a:pt x="2885389" y="3662034"/>
                </a:lnTo>
                <a:close/>
                <a:moveTo>
                  <a:pt x="1834579" y="3551209"/>
                </a:moveTo>
                <a:lnTo>
                  <a:pt x="1945404" y="3551209"/>
                </a:lnTo>
                <a:lnTo>
                  <a:pt x="1945404" y="3662034"/>
                </a:lnTo>
                <a:lnTo>
                  <a:pt x="1834579" y="3662034"/>
                </a:lnTo>
                <a:close/>
                <a:moveTo>
                  <a:pt x="783773" y="3551209"/>
                </a:moveTo>
                <a:lnTo>
                  <a:pt x="894598" y="3551209"/>
                </a:lnTo>
                <a:lnTo>
                  <a:pt x="894598" y="3662034"/>
                </a:lnTo>
                <a:lnTo>
                  <a:pt x="783773" y="3662034"/>
                </a:lnTo>
                <a:close/>
                <a:moveTo>
                  <a:pt x="2942310" y="3107960"/>
                </a:moveTo>
                <a:lnTo>
                  <a:pt x="2470811" y="3579460"/>
                </a:lnTo>
                <a:lnTo>
                  <a:pt x="2470811" y="3634896"/>
                </a:lnTo>
                <a:lnTo>
                  <a:pt x="2942311" y="4106397"/>
                </a:lnTo>
                <a:lnTo>
                  <a:pt x="3410794" y="3637915"/>
                </a:lnTo>
                <a:lnTo>
                  <a:pt x="3410794" y="3576442"/>
                </a:lnTo>
                <a:close/>
                <a:moveTo>
                  <a:pt x="840944" y="3107960"/>
                </a:moveTo>
                <a:lnTo>
                  <a:pt x="369194" y="3579710"/>
                </a:lnTo>
                <a:lnTo>
                  <a:pt x="369194" y="3634648"/>
                </a:lnTo>
                <a:lnTo>
                  <a:pt x="840944" y="4106399"/>
                </a:lnTo>
                <a:lnTo>
                  <a:pt x="1309176" y="3638165"/>
                </a:lnTo>
                <a:lnTo>
                  <a:pt x="1309176" y="3576193"/>
                </a:lnTo>
                <a:close/>
                <a:moveTo>
                  <a:pt x="3992986" y="3107959"/>
                </a:moveTo>
                <a:lnTo>
                  <a:pt x="3521621" y="3579335"/>
                </a:lnTo>
                <a:lnTo>
                  <a:pt x="3521621" y="3635021"/>
                </a:lnTo>
                <a:lnTo>
                  <a:pt x="3992986" y="4106398"/>
                </a:lnTo>
                <a:lnTo>
                  <a:pt x="4461593" y="3637778"/>
                </a:lnTo>
                <a:lnTo>
                  <a:pt x="4461593" y="3576578"/>
                </a:lnTo>
                <a:close/>
                <a:moveTo>
                  <a:pt x="1891624" y="3107959"/>
                </a:moveTo>
                <a:lnTo>
                  <a:pt x="1420001" y="3579584"/>
                </a:lnTo>
                <a:lnTo>
                  <a:pt x="1420001" y="3634774"/>
                </a:lnTo>
                <a:lnTo>
                  <a:pt x="1891623" y="4106397"/>
                </a:lnTo>
                <a:lnTo>
                  <a:pt x="2359987" y="3638040"/>
                </a:lnTo>
                <a:lnTo>
                  <a:pt x="2359987" y="3576315"/>
                </a:lnTo>
                <a:close/>
                <a:moveTo>
                  <a:pt x="8195689" y="3107959"/>
                </a:moveTo>
                <a:lnTo>
                  <a:pt x="7724838" y="3578810"/>
                </a:lnTo>
                <a:lnTo>
                  <a:pt x="7724838" y="3635541"/>
                </a:lnTo>
                <a:lnTo>
                  <a:pt x="8195691" y="4106395"/>
                </a:lnTo>
                <a:lnTo>
                  <a:pt x="8664821" y="3637265"/>
                </a:lnTo>
                <a:lnTo>
                  <a:pt x="8664821" y="3577091"/>
                </a:lnTo>
                <a:close/>
                <a:moveTo>
                  <a:pt x="5043664" y="3107959"/>
                </a:moveTo>
                <a:lnTo>
                  <a:pt x="4572419" y="3579197"/>
                </a:lnTo>
                <a:lnTo>
                  <a:pt x="4572419" y="3635159"/>
                </a:lnTo>
                <a:lnTo>
                  <a:pt x="5043662" y="4106396"/>
                </a:lnTo>
                <a:lnTo>
                  <a:pt x="5512402" y="3637650"/>
                </a:lnTo>
                <a:lnTo>
                  <a:pt x="5512402" y="3576704"/>
                </a:lnTo>
                <a:close/>
                <a:moveTo>
                  <a:pt x="6094326" y="3107958"/>
                </a:moveTo>
                <a:lnTo>
                  <a:pt x="5623226" y="3579070"/>
                </a:lnTo>
                <a:lnTo>
                  <a:pt x="5623226" y="3635285"/>
                </a:lnTo>
                <a:lnTo>
                  <a:pt x="6094326" y="4106397"/>
                </a:lnTo>
                <a:lnTo>
                  <a:pt x="6563205" y="3637518"/>
                </a:lnTo>
                <a:lnTo>
                  <a:pt x="6563205" y="3576837"/>
                </a:lnTo>
                <a:close/>
                <a:moveTo>
                  <a:pt x="9246372" y="3107957"/>
                </a:moveTo>
                <a:lnTo>
                  <a:pt x="8775646" y="3578683"/>
                </a:lnTo>
                <a:lnTo>
                  <a:pt x="8775646" y="3635671"/>
                </a:lnTo>
                <a:lnTo>
                  <a:pt x="9246369" y="4106395"/>
                </a:lnTo>
                <a:lnTo>
                  <a:pt x="9715629" y="3637135"/>
                </a:lnTo>
                <a:lnTo>
                  <a:pt x="9715629" y="3577215"/>
                </a:lnTo>
                <a:close/>
                <a:moveTo>
                  <a:pt x="7145009" y="3107957"/>
                </a:moveTo>
                <a:lnTo>
                  <a:pt x="6674030" y="3578936"/>
                </a:lnTo>
                <a:lnTo>
                  <a:pt x="6674030" y="3635418"/>
                </a:lnTo>
                <a:lnTo>
                  <a:pt x="7145007" y="4106396"/>
                </a:lnTo>
                <a:lnTo>
                  <a:pt x="7614013" y="3637390"/>
                </a:lnTo>
                <a:lnTo>
                  <a:pt x="7614013" y="3576961"/>
                </a:lnTo>
                <a:close/>
                <a:moveTo>
                  <a:pt x="11347734" y="3107957"/>
                </a:moveTo>
                <a:lnTo>
                  <a:pt x="10877262" y="3578428"/>
                </a:lnTo>
                <a:lnTo>
                  <a:pt x="10877262" y="3635922"/>
                </a:lnTo>
                <a:lnTo>
                  <a:pt x="11347735" y="4106396"/>
                </a:lnTo>
                <a:lnTo>
                  <a:pt x="11817249" y="3636882"/>
                </a:lnTo>
                <a:lnTo>
                  <a:pt x="11817249" y="3577472"/>
                </a:lnTo>
                <a:close/>
                <a:moveTo>
                  <a:pt x="10297053" y="3107955"/>
                </a:moveTo>
                <a:lnTo>
                  <a:pt x="9826454" y="3578554"/>
                </a:lnTo>
                <a:lnTo>
                  <a:pt x="9826454" y="3635794"/>
                </a:lnTo>
                <a:lnTo>
                  <a:pt x="10297054" y="4106394"/>
                </a:lnTo>
                <a:lnTo>
                  <a:pt x="10766437" y="3637011"/>
                </a:lnTo>
                <a:lnTo>
                  <a:pt x="10766437" y="3577339"/>
                </a:lnTo>
                <a:close/>
                <a:moveTo>
                  <a:pt x="11817249" y="3027334"/>
                </a:moveTo>
                <a:lnTo>
                  <a:pt x="11928074" y="3027334"/>
                </a:lnTo>
                <a:lnTo>
                  <a:pt x="11928074" y="3138159"/>
                </a:lnTo>
                <a:lnTo>
                  <a:pt x="11817249" y="3138159"/>
                </a:lnTo>
                <a:close/>
                <a:moveTo>
                  <a:pt x="10766437" y="3027334"/>
                </a:moveTo>
                <a:lnTo>
                  <a:pt x="10877262" y="3027334"/>
                </a:lnTo>
                <a:lnTo>
                  <a:pt x="10877262" y="3138159"/>
                </a:lnTo>
                <a:lnTo>
                  <a:pt x="10766437" y="3138159"/>
                </a:lnTo>
                <a:close/>
                <a:moveTo>
                  <a:pt x="9715629" y="3027334"/>
                </a:moveTo>
                <a:lnTo>
                  <a:pt x="9826454" y="3027334"/>
                </a:lnTo>
                <a:lnTo>
                  <a:pt x="9826454" y="3138159"/>
                </a:lnTo>
                <a:lnTo>
                  <a:pt x="9715629" y="3138159"/>
                </a:lnTo>
                <a:close/>
                <a:moveTo>
                  <a:pt x="8664821" y="3027334"/>
                </a:moveTo>
                <a:lnTo>
                  <a:pt x="8775646" y="3027334"/>
                </a:lnTo>
                <a:lnTo>
                  <a:pt x="8775646" y="3138159"/>
                </a:lnTo>
                <a:lnTo>
                  <a:pt x="8664821" y="3138159"/>
                </a:lnTo>
                <a:close/>
                <a:moveTo>
                  <a:pt x="7614013" y="3027334"/>
                </a:moveTo>
                <a:lnTo>
                  <a:pt x="7724838" y="3027334"/>
                </a:lnTo>
                <a:lnTo>
                  <a:pt x="7724838" y="3138159"/>
                </a:lnTo>
                <a:lnTo>
                  <a:pt x="7614013" y="3138159"/>
                </a:lnTo>
                <a:close/>
                <a:moveTo>
                  <a:pt x="6563205" y="3027334"/>
                </a:moveTo>
                <a:lnTo>
                  <a:pt x="6674030" y="3027334"/>
                </a:lnTo>
                <a:lnTo>
                  <a:pt x="6674030" y="3138159"/>
                </a:lnTo>
                <a:lnTo>
                  <a:pt x="6563205" y="3138159"/>
                </a:lnTo>
                <a:close/>
                <a:moveTo>
                  <a:pt x="5512400" y="3027334"/>
                </a:moveTo>
                <a:lnTo>
                  <a:pt x="5623225" y="3027334"/>
                </a:lnTo>
                <a:lnTo>
                  <a:pt x="5623225" y="3138159"/>
                </a:lnTo>
                <a:lnTo>
                  <a:pt x="5512400" y="3138159"/>
                </a:lnTo>
                <a:close/>
                <a:moveTo>
                  <a:pt x="4461592" y="3027334"/>
                </a:moveTo>
                <a:lnTo>
                  <a:pt x="4572417" y="3027334"/>
                </a:lnTo>
                <a:lnTo>
                  <a:pt x="4572417" y="3138159"/>
                </a:lnTo>
                <a:lnTo>
                  <a:pt x="4461592" y="3138159"/>
                </a:lnTo>
                <a:close/>
                <a:moveTo>
                  <a:pt x="3410790" y="3027334"/>
                </a:moveTo>
                <a:lnTo>
                  <a:pt x="3521616" y="3027334"/>
                </a:lnTo>
                <a:lnTo>
                  <a:pt x="3521616" y="3138159"/>
                </a:lnTo>
                <a:lnTo>
                  <a:pt x="3410790" y="3138159"/>
                </a:lnTo>
                <a:close/>
                <a:moveTo>
                  <a:pt x="2359982" y="3027334"/>
                </a:moveTo>
                <a:lnTo>
                  <a:pt x="2470807" y="3027334"/>
                </a:lnTo>
                <a:lnTo>
                  <a:pt x="2470807" y="3138159"/>
                </a:lnTo>
                <a:lnTo>
                  <a:pt x="2359982" y="3138159"/>
                </a:lnTo>
                <a:close/>
                <a:moveTo>
                  <a:pt x="1309173" y="3027334"/>
                </a:moveTo>
                <a:lnTo>
                  <a:pt x="1419997" y="3027334"/>
                </a:lnTo>
                <a:lnTo>
                  <a:pt x="1419997" y="3138159"/>
                </a:lnTo>
                <a:lnTo>
                  <a:pt x="1309173" y="3138159"/>
                </a:lnTo>
                <a:close/>
                <a:moveTo>
                  <a:pt x="258365" y="3027334"/>
                </a:moveTo>
                <a:lnTo>
                  <a:pt x="369190" y="3027334"/>
                </a:lnTo>
                <a:lnTo>
                  <a:pt x="369190" y="3138159"/>
                </a:lnTo>
                <a:lnTo>
                  <a:pt x="258365" y="3138159"/>
                </a:lnTo>
                <a:close/>
                <a:moveTo>
                  <a:pt x="10794114" y="2610895"/>
                </a:moveTo>
                <a:lnTo>
                  <a:pt x="10323174" y="3081834"/>
                </a:lnTo>
                <a:lnTo>
                  <a:pt x="10792548" y="3551209"/>
                </a:lnTo>
                <a:lnTo>
                  <a:pt x="10852239" y="3551209"/>
                </a:lnTo>
                <a:lnTo>
                  <a:pt x="11321612" y="3081835"/>
                </a:lnTo>
                <a:lnTo>
                  <a:pt x="10850672" y="2610895"/>
                </a:lnTo>
                <a:close/>
                <a:moveTo>
                  <a:pt x="9743434" y="2610895"/>
                </a:moveTo>
                <a:lnTo>
                  <a:pt x="9272494" y="3081834"/>
                </a:lnTo>
                <a:lnTo>
                  <a:pt x="9741869" y="3551209"/>
                </a:lnTo>
                <a:lnTo>
                  <a:pt x="9801555" y="3551209"/>
                </a:lnTo>
                <a:lnTo>
                  <a:pt x="10270931" y="3081833"/>
                </a:lnTo>
                <a:lnTo>
                  <a:pt x="9799992" y="2610895"/>
                </a:lnTo>
                <a:close/>
                <a:moveTo>
                  <a:pt x="8692754" y="2610895"/>
                </a:moveTo>
                <a:lnTo>
                  <a:pt x="8221811" y="3081837"/>
                </a:lnTo>
                <a:lnTo>
                  <a:pt x="8691183" y="3551209"/>
                </a:lnTo>
                <a:lnTo>
                  <a:pt x="8750876" y="3551209"/>
                </a:lnTo>
                <a:lnTo>
                  <a:pt x="9220250" y="3081835"/>
                </a:lnTo>
                <a:lnTo>
                  <a:pt x="8749310" y="2610895"/>
                </a:lnTo>
                <a:close/>
                <a:moveTo>
                  <a:pt x="7642070" y="2610895"/>
                </a:moveTo>
                <a:lnTo>
                  <a:pt x="7171131" y="3081835"/>
                </a:lnTo>
                <a:lnTo>
                  <a:pt x="7640505" y="3551209"/>
                </a:lnTo>
                <a:lnTo>
                  <a:pt x="7700194" y="3551209"/>
                </a:lnTo>
                <a:lnTo>
                  <a:pt x="8169567" y="3081836"/>
                </a:lnTo>
                <a:lnTo>
                  <a:pt x="7698625" y="2610895"/>
                </a:lnTo>
                <a:close/>
                <a:moveTo>
                  <a:pt x="6591389" y="2610895"/>
                </a:moveTo>
                <a:lnTo>
                  <a:pt x="6120448" y="3081836"/>
                </a:lnTo>
                <a:lnTo>
                  <a:pt x="6589820" y="3551209"/>
                </a:lnTo>
                <a:lnTo>
                  <a:pt x="6649514" y="3551209"/>
                </a:lnTo>
                <a:lnTo>
                  <a:pt x="7118887" y="3081836"/>
                </a:lnTo>
                <a:lnTo>
                  <a:pt x="6647947" y="2610895"/>
                </a:lnTo>
                <a:close/>
                <a:moveTo>
                  <a:pt x="5540722" y="2610895"/>
                </a:moveTo>
                <a:lnTo>
                  <a:pt x="5069790" y="3081837"/>
                </a:lnTo>
                <a:lnTo>
                  <a:pt x="5539152" y="3551209"/>
                </a:lnTo>
                <a:lnTo>
                  <a:pt x="5598843" y="3551209"/>
                </a:lnTo>
                <a:lnTo>
                  <a:pt x="6068204" y="3081836"/>
                </a:lnTo>
                <a:lnTo>
                  <a:pt x="5597274" y="2610895"/>
                </a:lnTo>
                <a:close/>
                <a:moveTo>
                  <a:pt x="4490039" y="2610895"/>
                </a:moveTo>
                <a:lnTo>
                  <a:pt x="4019108" y="3081837"/>
                </a:lnTo>
                <a:lnTo>
                  <a:pt x="4488467" y="3551209"/>
                </a:lnTo>
                <a:lnTo>
                  <a:pt x="4548162" y="3551209"/>
                </a:lnTo>
                <a:lnTo>
                  <a:pt x="5017539" y="3081837"/>
                </a:lnTo>
                <a:lnTo>
                  <a:pt x="4546591" y="2610895"/>
                </a:lnTo>
                <a:close/>
                <a:moveTo>
                  <a:pt x="3439377" y="2610895"/>
                </a:moveTo>
                <a:lnTo>
                  <a:pt x="2968431" y="3081838"/>
                </a:lnTo>
                <a:lnTo>
                  <a:pt x="3437805" y="3551209"/>
                </a:lnTo>
                <a:lnTo>
                  <a:pt x="3497502" y="3551209"/>
                </a:lnTo>
                <a:lnTo>
                  <a:pt x="3966864" y="3081837"/>
                </a:lnTo>
                <a:lnTo>
                  <a:pt x="3495931" y="2610895"/>
                </a:lnTo>
                <a:close/>
                <a:moveTo>
                  <a:pt x="2388695" y="2610895"/>
                </a:moveTo>
                <a:lnTo>
                  <a:pt x="1917746" y="3081837"/>
                </a:lnTo>
                <a:lnTo>
                  <a:pt x="2387125" y="3551209"/>
                </a:lnTo>
                <a:lnTo>
                  <a:pt x="2446819" y="3551209"/>
                </a:lnTo>
                <a:lnTo>
                  <a:pt x="2916188" y="3081838"/>
                </a:lnTo>
                <a:lnTo>
                  <a:pt x="2445246" y="2610895"/>
                </a:lnTo>
                <a:close/>
                <a:moveTo>
                  <a:pt x="1338007" y="2610895"/>
                </a:moveTo>
                <a:lnTo>
                  <a:pt x="867066" y="3081838"/>
                </a:lnTo>
                <a:lnTo>
                  <a:pt x="1336436" y="3551209"/>
                </a:lnTo>
                <a:lnTo>
                  <a:pt x="1396132" y="3551209"/>
                </a:lnTo>
                <a:lnTo>
                  <a:pt x="1865502" y="3081837"/>
                </a:lnTo>
                <a:lnTo>
                  <a:pt x="1394561" y="2610895"/>
                </a:lnTo>
                <a:close/>
                <a:moveTo>
                  <a:pt x="11291841" y="2500070"/>
                </a:moveTo>
                <a:lnTo>
                  <a:pt x="11402666" y="2500070"/>
                </a:lnTo>
                <a:lnTo>
                  <a:pt x="11402666" y="2610895"/>
                </a:lnTo>
                <a:lnTo>
                  <a:pt x="11291841" y="2610895"/>
                </a:lnTo>
                <a:close/>
                <a:moveTo>
                  <a:pt x="10241033" y="2500070"/>
                </a:moveTo>
                <a:lnTo>
                  <a:pt x="10351858" y="2500070"/>
                </a:lnTo>
                <a:lnTo>
                  <a:pt x="10351858" y="2610895"/>
                </a:lnTo>
                <a:lnTo>
                  <a:pt x="10241033" y="2610895"/>
                </a:lnTo>
                <a:close/>
                <a:moveTo>
                  <a:pt x="9190225" y="2500070"/>
                </a:moveTo>
                <a:lnTo>
                  <a:pt x="9301050" y="2500070"/>
                </a:lnTo>
                <a:lnTo>
                  <a:pt x="9301050" y="2610895"/>
                </a:lnTo>
                <a:lnTo>
                  <a:pt x="9190225" y="2610895"/>
                </a:lnTo>
                <a:close/>
                <a:moveTo>
                  <a:pt x="8139417" y="2500070"/>
                </a:moveTo>
                <a:lnTo>
                  <a:pt x="8250242" y="2500070"/>
                </a:lnTo>
                <a:lnTo>
                  <a:pt x="8250242" y="2610895"/>
                </a:lnTo>
                <a:lnTo>
                  <a:pt x="8139417" y="2610895"/>
                </a:lnTo>
                <a:close/>
                <a:moveTo>
                  <a:pt x="7088609" y="2500070"/>
                </a:moveTo>
                <a:lnTo>
                  <a:pt x="7199434" y="2500070"/>
                </a:lnTo>
                <a:lnTo>
                  <a:pt x="7199434" y="2610895"/>
                </a:lnTo>
                <a:lnTo>
                  <a:pt x="7088609" y="2610895"/>
                </a:lnTo>
                <a:close/>
                <a:moveTo>
                  <a:pt x="6037801" y="2500070"/>
                </a:moveTo>
                <a:lnTo>
                  <a:pt x="6148626" y="2500070"/>
                </a:lnTo>
                <a:lnTo>
                  <a:pt x="6148626" y="2610895"/>
                </a:lnTo>
                <a:lnTo>
                  <a:pt x="6037801" y="2610895"/>
                </a:lnTo>
                <a:close/>
                <a:moveTo>
                  <a:pt x="4987000" y="2500070"/>
                </a:moveTo>
                <a:lnTo>
                  <a:pt x="5097829" y="2500070"/>
                </a:lnTo>
                <a:lnTo>
                  <a:pt x="5097829" y="2610895"/>
                </a:lnTo>
                <a:lnTo>
                  <a:pt x="4987000" y="2610895"/>
                </a:lnTo>
                <a:close/>
                <a:moveTo>
                  <a:pt x="3936200" y="2500070"/>
                </a:moveTo>
                <a:lnTo>
                  <a:pt x="4047024" y="2500070"/>
                </a:lnTo>
                <a:lnTo>
                  <a:pt x="4047024" y="2610895"/>
                </a:lnTo>
                <a:lnTo>
                  <a:pt x="3936200" y="2610895"/>
                </a:lnTo>
                <a:close/>
                <a:moveTo>
                  <a:pt x="2885393" y="2500070"/>
                </a:moveTo>
                <a:lnTo>
                  <a:pt x="2996218" y="2500070"/>
                </a:lnTo>
                <a:lnTo>
                  <a:pt x="2996218" y="2610895"/>
                </a:lnTo>
                <a:lnTo>
                  <a:pt x="2885393" y="2610895"/>
                </a:lnTo>
                <a:close/>
                <a:moveTo>
                  <a:pt x="1834583" y="2500070"/>
                </a:moveTo>
                <a:lnTo>
                  <a:pt x="1945408" y="2500070"/>
                </a:lnTo>
                <a:lnTo>
                  <a:pt x="1945408" y="2610895"/>
                </a:lnTo>
                <a:lnTo>
                  <a:pt x="1834583" y="2610895"/>
                </a:lnTo>
                <a:close/>
                <a:moveTo>
                  <a:pt x="783777" y="2500070"/>
                </a:moveTo>
                <a:lnTo>
                  <a:pt x="894602" y="2500070"/>
                </a:lnTo>
                <a:lnTo>
                  <a:pt x="894602" y="2610895"/>
                </a:lnTo>
                <a:lnTo>
                  <a:pt x="783777" y="2610895"/>
                </a:lnTo>
                <a:close/>
                <a:moveTo>
                  <a:pt x="1891623" y="2057291"/>
                </a:moveTo>
                <a:lnTo>
                  <a:pt x="1420005" y="2528898"/>
                </a:lnTo>
                <a:lnTo>
                  <a:pt x="1420005" y="2584095"/>
                </a:lnTo>
                <a:lnTo>
                  <a:pt x="1891624" y="3055715"/>
                </a:lnTo>
                <a:lnTo>
                  <a:pt x="2359991" y="2587356"/>
                </a:lnTo>
                <a:lnTo>
                  <a:pt x="2359991" y="2525640"/>
                </a:lnTo>
                <a:close/>
                <a:moveTo>
                  <a:pt x="2942310" y="2057291"/>
                </a:moveTo>
                <a:lnTo>
                  <a:pt x="2470816" y="2528774"/>
                </a:lnTo>
                <a:lnTo>
                  <a:pt x="2470816" y="2584221"/>
                </a:lnTo>
                <a:lnTo>
                  <a:pt x="2942310" y="3055716"/>
                </a:lnTo>
                <a:lnTo>
                  <a:pt x="3410799" y="2587229"/>
                </a:lnTo>
                <a:lnTo>
                  <a:pt x="3410799" y="2525765"/>
                </a:lnTo>
                <a:close/>
                <a:moveTo>
                  <a:pt x="3992986" y="2057290"/>
                </a:moveTo>
                <a:lnTo>
                  <a:pt x="3521627" y="2528649"/>
                </a:lnTo>
                <a:lnTo>
                  <a:pt x="3521627" y="2584345"/>
                </a:lnTo>
                <a:lnTo>
                  <a:pt x="3992986" y="3055715"/>
                </a:lnTo>
                <a:lnTo>
                  <a:pt x="4461596" y="2587094"/>
                </a:lnTo>
                <a:lnTo>
                  <a:pt x="4461596" y="2525899"/>
                </a:lnTo>
                <a:close/>
                <a:moveTo>
                  <a:pt x="840944" y="2057289"/>
                </a:moveTo>
                <a:lnTo>
                  <a:pt x="369198" y="2529024"/>
                </a:lnTo>
                <a:lnTo>
                  <a:pt x="369198" y="2583969"/>
                </a:lnTo>
                <a:lnTo>
                  <a:pt x="840944" y="3055716"/>
                </a:lnTo>
                <a:lnTo>
                  <a:pt x="1309180" y="2587479"/>
                </a:lnTo>
                <a:lnTo>
                  <a:pt x="1309180" y="2525514"/>
                </a:lnTo>
                <a:close/>
                <a:moveTo>
                  <a:pt x="7145007" y="2057289"/>
                </a:moveTo>
                <a:lnTo>
                  <a:pt x="6674030" y="2528255"/>
                </a:lnTo>
                <a:lnTo>
                  <a:pt x="6674030" y="2584733"/>
                </a:lnTo>
                <a:lnTo>
                  <a:pt x="7145010" y="3055713"/>
                </a:lnTo>
                <a:lnTo>
                  <a:pt x="7614013" y="2586710"/>
                </a:lnTo>
                <a:lnTo>
                  <a:pt x="7614013" y="2526283"/>
                </a:lnTo>
                <a:close/>
                <a:moveTo>
                  <a:pt x="5043664" y="2057289"/>
                </a:moveTo>
                <a:lnTo>
                  <a:pt x="4572421" y="2528513"/>
                </a:lnTo>
                <a:lnTo>
                  <a:pt x="4572421" y="2584480"/>
                </a:lnTo>
                <a:lnTo>
                  <a:pt x="5043664" y="3055715"/>
                </a:lnTo>
                <a:lnTo>
                  <a:pt x="5512404" y="2586968"/>
                </a:lnTo>
                <a:lnTo>
                  <a:pt x="5512404" y="2526024"/>
                </a:lnTo>
                <a:close/>
                <a:moveTo>
                  <a:pt x="10297053" y="2057288"/>
                </a:moveTo>
                <a:lnTo>
                  <a:pt x="9826454" y="2527875"/>
                </a:lnTo>
                <a:lnTo>
                  <a:pt x="9826454" y="2585115"/>
                </a:lnTo>
                <a:lnTo>
                  <a:pt x="10297052" y="3055713"/>
                </a:lnTo>
                <a:lnTo>
                  <a:pt x="10766437" y="2586328"/>
                </a:lnTo>
                <a:lnTo>
                  <a:pt x="10766437" y="2526660"/>
                </a:lnTo>
                <a:close/>
                <a:moveTo>
                  <a:pt x="9246373" y="2057288"/>
                </a:moveTo>
                <a:lnTo>
                  <a:pt x="8775646" y="2528002"/>
                </a:lnTo>
                <a:lnTo>
                  <a:pt x="8775646" y="2584986"/>
                </a:lnTo>
                <a:lnTo>
                  <a:pt x="9246373" y="3055713"/>
                </a:lnTo>
                <a:lnTo>
                  <a:pt x="9715629" y="2586457"/>
                </a:lnTo>
                <a:lnTo>
                  <a:pt x="9715629" y="2526532"/>
                </a:lnTo>
                <a:close/>
                <a:moveTo>
                  <a:pt x="8195690" y="2057288"/>
                </a:moveTo>
                <a:lnTo>
                  <a:pt x="7724838" y="2528128"/>
                </a:lnTo>
                <a:lnTo>
                  <a:pt x="7724838" y="2584864"/>
                </a:lnTo>
                <a:lnTo>
                  <a:pt x="8195689" y="3055714"/>
                </a:lnTo>
                <a:lnTo>
                  <a:pt x="8664821" y="2586582"/>
                </a:lnTo>
                <a:lnTo>
                  <a:pt x="8664821" y="2526406"/>
                </a:lnTo>
                <a:close/>
                <a:moveTo>
                  <a:pt x="6094328" y="2057287"/>
                </a:moveTo>
                <a:lnTo>
                  <a:pt x="5623228" y="2528386"/>
                </a:lnTo>
                <a:lnTo>
                  <a:pt x="5623228" y="2584606"/>
                </a:lnTo>
                <a:lnTo>
                  <a:pt x="6094325" y="3055714"/>
                </a:lnTo>
                <a:lnTo>
                  <a:pt x="6563205" y="2586835"/>
                </a:lnTo>
                <a:lnTo>
                  <a:pt x="6563205" y="2526153"/>
                </a:lnTo>
                <a:close/>
                <a:moveTo>
                  <a:pt x="11347736" y="2057286"/>
                </a:moveTo>
                <a:lnTo>
                  <a:pt x="10877262" y="2527747"/>
                </a:lnTo>
                <a:lnTo>
                  <a:pt x="10877262" y="2585241"/>
                </a:lnTo>
                <a:lnTo>
                  <a:pt x="11347734" y="3055713"/>
                </a:lnTo>
                <a:lnTo>
                  <a:pt x="11817249" y="2586199"/>
                </a:lnTo>
                <a:lnTo>
                  <a:pt x="11817249" y="2526787"/>
                </a:lnTo>
                <a:close/>
                <a:moveTo>
                  <a:pt x="258363" y="1973449"/>
                </a:moveTo>
                <a:lnTo>
                  <a:pt x="369188" y="1973449"/>
                </a:lnTo>
                <a:lnTo>
                  <a:pt x="369188" y="2084274"/>
                </a:lnTo>
                <a:lnTo>
                  <a:pt x="258363" y="2084274"/>
                </a:lnTo>
                <a:close/>
                <a:moveTo>
                  <a:pt x="2359980" y="1973449"/>
                </a:moveTo>
                <a:lnTo>
                  <a:pt x="2470805" y="1973449"/>
                </a:lnTo>
                <a:lnTo>
                  <a:pt x="2470805" y="2084274"/>
                </a:lnTo>
                <a:lnTo>
                  <a:pt x="2359980" y="2084274"/>
                </a:lnTo>
                <a:close/>
                <a:moveTo>
                  <a:pt x="1309171" y="1973449"/>
                </a:moveTo>
                <a:lnTo>
                  <a:pt x="1419995" y="1973449"/>
                </a:lnTo>
                <a:lnTo>
                  <a:pt x="1419995" y="2084274"/>
                </a:lnTo>
                <a:lnTo>
                  <a:pt x="1309171" y="2084274"/>
                </a:lnTo>
                <a:close/>
                <a:moveTo>
                  <a:pt x="4461591" y="1973448"/>
                </a:moveTo>
                <a:lnTo>
                  <a:pt x="4572416" y="1973448"/>
                </a:lnTo>
                <a:lnTo>
                  <a:pt x="4572416" y="2084273"/>
                </a:lnTo>
                <a:lnTo>
                  <a:pt x="4461591" y="2084273"/>
                </a:lnTo>
                <a:close/>
                <a:moveTo>
                  <a:pt x="3410788" y="1973448"/>
                </a:moveTo>
                <a:lnTo>
                  <a:pt x="3521614" y="1973448"/>
                </a:lnTo>
                <a:lnTo>
                  <a:pt x="3521614" y="2084273"/>
                </a:lnTo>
                <a:lnTo>
                  <a:pt x="3410788" y="2084273"/>
                </a:lnTo>
                <a:close/>
                <a:moveTo>
                  <a:pt x="6563205" y="1973448"/>
                </a:moveTo>
                <a:lnTo>
                  <a:pt x="6674030" y="1973448"/>
                </a:lnTo>
                <a:lnTo>
                  <a:pt x="6674030" y="2084273"/>
                </a:lnTo>
                <a:lnTo>
                  <a:pt x="6563205" y="2084273"/>
                </a:lnTo>
                <a:close/>
                <a:moveTo>
                  <a:pt x="5512399" y="1973448"/>
                </a:moveTo>
                <a:lnTo>
                  <a:pt x="5623224" y="1973448"/>
                </a:lnTo>
                <a:lnTo>
                  <a:pt x="5623224" y="2084273"/>
                </a:lnTo>
                <a:lnTo>
                  <a:pt x="5512399" y="2084273"/>
                </a:lnTo>
                <a:close/>
                <a:moveTo>
                  <a:pt x="7614013" y="1973448"/>
                </a:moveTo>
                <a:lnTo>
                  <a:pt x="7724838" y="1973448"/>
                </a:lnTo>
                <a:lnTo>
                  <a:pt x="7724838" y="2084273"/>
                </a:lnTo>
                <a:lnTo>
                  <a:pt x="7614013" y="2084273"/>
                </a:lnTo>
                <a:close/>
                <a:moveTo>
                  <a:pt x="9715629" y="1973448"/>
                </a:moveTo>
                <a:lnTo>
                  <a:pt x="9826454" y="1973448"/>
                </a:lnTo>
                <a:lnTo>
                  <a:pt x="9826454" y="2084273"/>
                </a:lnTo>
                <a:lnTo>
                  <a:pt x="9715629" y="2084273"/>
                </a:lnTo>
                <a:close/>
                <a:moveTo>
                  <a:pt x="8664821" y="1973448"/>
                </a:moveTo>
                <a:lnTo>
                  <a:pt x="8775646" y="1973448"/>
                </a:lnTo>
                <a:lnTo>
                  <a:pt x="8775646" y="2084273"/>
                </a:lnTo>
                <a:lnTo>
                  <a:pt x="8664821" y="2084273"/>
                </a:lnTo>
                <a:close/>
                <a:moveTo>
                  <a:pt x="11817249" y="1973448"/>
                </a:moveTo>
                <a:lnTo>
                  <a:pt x="11928074" y="1973448"/>
                </a:lnTo>
                <a:lnTo>
                  <a:pt x="11928074" y="2084273"/>
                </a:lnTo>
                <a:lnTo>
                  <a:pt x="11817249" y="2084273"/>
                </a:lnTo>
                <a:close/>
                <a:moveTo>
                  <a:pt x="10766437" y="1973448"/>
                </a:moveTo>
                <a:lnTo>
                  <a:pt x="10877262" y="1973448"/>
                </a:lnTo>
                <a:lnTo>
                  <a:pt x="10877262" y="2084273"/>
                </a:lnTo>
                <a:lnTo>
                  <a:pt x="10766437" y="2084273"/>
                </a:lnTo>
                <a:close/>
                <a:moveTo>
                  <a:pt x="3441643" y="1557959"/>
                </a:moveTo>
                <a:lnTo>
                  <a:pt x="2968431" y="2031169"/>
                </a:lnTo>
                <a:lnTo>
                  <a:pt x="3437348" y="2500070"/>
                </a:lnTo>
                <a:lnTo>
                  <a:pt x="3497959" y="2500070"/>
                </a:lnTo>
                <a:lnTo>
                  <a:pt x="3966865" y="2031168"/>
                </a:lnTo>
                <a:lnTo>
                  <a:pt x="3493665" y="1557959"/>
                </a:lnTo>
                <a:close/>
                <a:moveTo>
                  <a:pt x="2390961" y="1557959"/>
                </a:moveTo>
                <a:lnTo>
                  <a:pt x="1917745" y="2031169"/>
                </a:lnTo>
                <a:lnTo>
                  <a:pt x="2386665" y="2500070"/>
                </a:lnTo>
                <a:lnTo>
                  <a:pt x="2447277" y="2500070"/>
                </a:lnTo>
                <a:lnTo>
                  <a:pt x="2916189" y="2031169"/>
                </a:lnTo>
                <a:lnTo>
                  <a:pt x="2442980" y="1557959"/>
                </a:lnTo>
                <a:close/>
                <a:moveTo>
                  <a:pt x="1340273" y="1557959"/>
                </a:moveTo>
                <a:lnTo>
                  <a:pt x="867066" y="2031167"/>
                </a:lnTo>
                <a:lnTo>
                  <a:pt x="1335980" y="2500070"/>
                </a:lnTo>
                <a:lnTo>
                  <a:pt x="1396589" y="2500070"/>
                </a:lnTo>
                <a:lnTo>
                  <a:pt x="1865501" y="2031169"/>
                </a:lnTo>
                <a:lnTo>
                  <a:pt x="1392293" y="1557959"/>
                </a:lnTo>
                <a:close/>
                <a:moveTo>
                  <a:pt x="5542986" y="1557958"/>
                </a:moveTo>
                <a:lnTo>
                  <a:pt x="5069790" y="2031167"/>
                </a:lnTo>
                <a:lnTo>
                  <a:pt x="5538694" y="2500070"/>
                </a:lnTo>
                <a:lnTo>
                  <a:pt x="5599302" y="2500070"/>
                </a:lnTo>
                <a:lnTo>
                  <a:pt x="6068206" y="2031166"/>
                </a:lnTo>
                <a:lnTo>
                  <a:pt x="5595011" y="1557958"/>
                </a:lnTo>
                <a:close/>
                <a:moveTo>
                  <a:pt x="4492305" y="1557958"/>
                </a:moveTo>
                <a:lnTo>
                  <a:pt x="4019109" y="2031168"/>
                </a:lnTo>
                <a:lnTo>
                  <a:pt x="4488010" y="2500070"/>
                </a:lnTo>
                <a:lnTo>
                  <a:pt x="4548620" y="2500070"/>
                </a:lnTo>
                <a:lnTo>
                  <a:pt x="5017539" y="2031167"/>
                </a:lnTo>
                <a:lnTo>
                  <a:pt x="4544326" y="1557958"/>
                </a:lnTo>
                <a:close/>
                <a:moveTo>
                  <a:pt x="7644337" y="1557958"/>
                </a:moveTo>
                <a:lnTo>
                  <a:pt x="7171129" y="2031167"/>
                </a:lnTo>
                <a:lnTo>
                  <a:pt x="7640044" y="2500070"/>
                </a:lnTo>
                <a:lnTo>
                  <a:pt x="7700653" y="2500070"/>
                </a:lnTo>
                <a:lnTo>
                  <a:pt x="8169569" y="2031167"/>
                </a:lnTo>
                <a:lnTo>
                  <a:pt x="7696361" y="1557958"/>
                </a:lnTo>
                <a:close/>
                <a:moveTo>
                  <a:pt x="6593656" y="1557958"/>
                </a:moveTo>
                <a:lnTo>
                  <a:pt x="6120450" y="2031165"/>
                </a:lnTo>
                <a:lnTo>
                  <a:pt x="6589366" y="2500070"/>
                </a:lnTo>
                <a:lnTo>
                  <a:pt x="6649970" y="2500070"/>
                </a:lnTo>
                <a:lnTo>
                  <a:pt x="7118885" y="2031167"/>
                </a:lnTo>
                <a:lnTo>
                  <a:pt x="6645676" y="1557958"/>
                </a:lnTo>
                <a:close/>
                <a:moveTo>
                  <a:pt x="9745703" y="1557958"/>
                </a:moveTo>
                <a:lnTo>
                  <a:pt x="9272494" y="2031167"/>
                </a:lnTo>
                <a:lnTo>
                  <a:pt x="9741408" y="2500070"/>
                </a:lnTo>
                <a:lnTo>
                  <a:pt x="9802016" y="2500070"/>
                </a:lnTo>
                <a:lnTo>
                  <a:pt x="10270931" y="2031167"/>
                </a:lnTo>
                <a:lnTo>
                  <a:pt x="9797723" y="1557958"/>
                </a:lnTo>
                <a:close/>
                <a:moveTo>
                  <a:pt x="8695019" y="1557958"/>
                </a:moveTo>
                <a:lnTo>
                  <a:pt x="8221812" y="2031166"/>
                </a:lnTo>
                <a:lnTo>
                  <a:pt x="8690730" y="2500070"/>
                </a:lnTo>
                <a:lnTo>
                  <a:pt x="8751334" y="2500070"/>
                </a:lnTo>
                <a:lnTo>
                  <a:pt x="9220250" y="2031166"/>
                </a:lnTo>
                <a:lnTo>
                  <a:pt x="8747043" y="1557958"/>
                </a:lnTo>
                <a:close/>
                <a:moveTo>
                  <a:pt x="10796383" y="1557958"/>
                </a:moveTo>
                <a:lnTo>
                  <a:pt x="10323175" y="2031166"/>
                </a:lnTo>
                <a:lnTo>
                  <a:pt x="10792091" y="2500070"/>
                </a:lnTo>
                <a:lnTo>
                  <a:pt x="10852696" y="2500070"/>
                </a:lnTo>
                <a:lnTo>
                  <a:pt x="11321614" y="2031164"/>
                </a:lnTo>
                <a:lnTo>
                  <a:pt x="10848409" y="1557958"/>
                </a:lnTo>
                <a:close/>
                <a:moveTo>
                  <a:pt x="783781" y="1447135"/>
                </a:moveTo>
                <a:lnTo>
                  <a:pt x="894606" y="1447135"/>
                </a:lnTo>
                <a:lnTo>
                  <a:pt x="894606" y="1557959"/>
                </a:lnTo>
                <a:lnTo>
                  <a:pt x="783781" y="1557959"/>
                </a:lnTo>
                <a:close/>
                <a:moveTo>
                  <a:pt x="1834586" y="1447134"/>
                </a:moveTo>
                <a:lnTo>
                  <a:pt x="1945411" y="1447134"/>
                </a:lnTo>
                <a:lnTo>
                  <a:pt x="1945411" y="1557959"/>
                </a:lnTo>
                <a:lnTo>
                  <a:pt x="1834586" y="1557959"/>
                </a:lnTo>
                <a:close/>
                <a:moveTo>
                  <a:pt x="4987002" y="1447134"/>
                </a:moveTo>
                <a:lnTo>
                  <a:pt x="5097832" y="1447134"/>
                </a:lnTo>
                <a:lnTo>
                  <a:pt x="5097832" y="1557958"/>
                </a:lnTo>
                <a:lnTo>
                  <a:pt x="4987002" y="1557958"/>
                </a:lnTo>
                <a:close/>
                <a:moveTo>
                  <a:pt x="3936204" y="1447134"/>
                </a:moveTo>
                <a:lnTo>
                  <a:pt x="4047028" y="1447134"/>
                </a:lnTo>
                <a:lnTo>
                  <a:pt x="4047028" y="1557959"/>
                </a:lnTo>
                <a:lnTo>
                  <a:pt x="3936204" y="1557959"/>
                </a:lnTo>
                <a:close/>
                <a:moveTo>
                  <a:pt x="2885398" y="1447134"/>
                </a:moveTo>
                <a:lnTo>
                  <a:pt x="2996224" y="1447134"/>
                </a:lnTo>
                <a:lnTo>
                  <a:pt x="2996224" y="1557959"/>
                </a:lnTo>
                <a:lnTo>
                  <a:pt x="2885398" y="1557959"/>
                </a:lnTo>
                <a:close/>
                <a:moveTo>
                  <a:pt x="6037801" y="1447133"/>
                </a:moveTo>
                <a:lnTo>
                  <a:pt x="6148626" y="1447133"/>
                </a:lnTo>
                <a:lnTo>
                  <a:pt x="6148626" y="1557958"/>
                </a:lnTo>
                <a:lnTo>
                  <a:pt x="6037801" y="1557958"/>
                </a:lnTo>
                <a:close/>
                <a:moveTo>
                  <a:pt x="9190225" y="1447133"/>
                </a:moveTo>
                <a:lnTo>
                  <a:pt x="9301050" y="1447133"/>
                </a:lnTo>
                <a:lnTo>
                  <a:pt x="9301050" y="1557958"/>
                </a:lnTo>
                <a:lnTo>
                  <a:pt x="9190225" y="1557958"/>
                </a:lnTo>
                <a:close/>
                <a:moveTo>
                  <a:pt x="8139417" y="1447133"/>
                </a:moveTo>
                <a:lnTo>
                  <a:pt x="8250242" y="1447133"/>
                </a:lnTo>
                <a:lnTo>
                  <a:pt x="8250242" y="1557958"/>
                </a:lnTo>
                <a:lnTo>
                  <a:pt x="8139417" y="1557958"/>
                </a:lnTo>
                <a:close/>
                <a:moveTo>
                  <a:pt x="7088609" y="1447133"/>
                </a:moveTo>
                <a:lnTo>
                  <a:pt x="7199434" y="1447133"/>
                </a:lnTo>
                <a:lnTo>
                  <a:pt x="7199434" y="1557958"/>
                </a:lnTo>
                <a:lnTo>
                  <a:pt x="7088609" y="1557958"/>
                </a:lnTo>
                <a:close/>
                <a:moveTo>
                  <a:pt x="10241033" y="1447133"/>
                </a:moveTo>
                <a:lnTo>
                  <a:pt x="10351858" y="1447133"/>
                </a:lnTo>
                <a:lnTo>
                  <a:pt x="10351858" y="1557957"/>
                </a:lnTo>
                <a:lnTo>
                  <a:pt x="10241033" y="1557957"/>
                </a:lnTo>
                <a:close/>
                <a:moveTo>
                  <a:pt x="11291841" y="1447133"/>
                </a:moveTo>
                <a:lnTo>
                  <a:pt x="11402666" y="1447133"/>
                </a:lnTo>
                <a:lnTo>
                  <a:pt x="11402666" y="1557957"/>
                </a:lnTo>
                <a:lnTo>
                  <a:pt x="11291841" y="1557957"/>
                </a:lnTo>
                <a:close/>
                <a:moveTo>
                  <a:pt x="2942310" y="1006607"/>
                </a:moveTo>
                <a:lnTo>
                  <a:pt x="2470820" y="1478100"/>
                </a:lnTo>
                <a:lnTo>
                  <a:pt x="2470820" y="1533556"/>
                </a:lnTo>
                <a:lnTo>
                  <a:pt x="2942310" y="2005047"/>
                </a:lnTo>
                <a:lnTo>
                  <a:pt x="3410804" y="1536556"/>
                </a:lnTo>
                <a:lnTo>
                  <a:pt x="3410804" y="1475099"/>
                </a:lnTo>
                <a:close/>
                <a:moveTo>
                  <a:pt x="1891623" y="1006607"/>
                </a:moveTo>
                <a:lnTo>
                  <a:pt x="1420008" y="1478224"/>
                </a:lnTo>
                <a:lnTo>
                  <a:pt x="1420008" y="1533431"/>
                </a:lnTo>
                <a:lnTo>
                  <a:pt x="1891623" y="2005047"/>
                </a:lnTo>
                <a:lnTo>
                  <a:pt x="2359996" y="1536681"/>
                </a:lnTo>
                <a:lnTo>
                  <a:pt x="2359996" y="1474975"/>
                </a:lnTo>
                <a:close/>
                <a:moveTo>
                  <a:pt x="840943" y="1006607"/>
                </a:moveTo>
                <a:lnTo>
                  <a:pt x="369202" y="1478351"/>
                </a:lnTo>
                <a:lnTo>
                  <a:pt x="369202" y="1533303"/>
                </a:lnTo>
                <a:lnTo>
                  <a:pt x="840944" y="2005046"/>
                </a:lnTo>
                <a:lnTo>
                  <a:pt x="1309184" y="1536806"/>
                </a:lnTo>
                <a:lnTo>
                  <a:pt x="1309184" y="1474850"/>
                </a:lnTo>
                <a:close/>
                <a:moveTo>
                  <a:pt x="3992987" y="1006606"/>
                </a:moveTo>
                <a:lnTo>
                  <a:pt x="3521631" y="1477974"/>
                </a:lnTo>
                <a:lnTo>
                  <a:pt x="3521631" y="1533680"/>
                </a:lnTo>
                <a:lnTo>
                  <a:pt x="3992986" y="2005046"/>
                </a:lnTo>
                <a:lnTo>
                  <a:pt x="4461598" y="1536423"/>
                </a:lnTo>
                <a:lnTo>
                  <a:pt x="4461598" y="1475230"/>
                </a:lnTo>
                <a:close/>
                <a:moveTo>
                  <a:pt x="6094326" y="1006605"/>
                </a:moveTo>
                <a:lnTo>
                  <a:pt x="5623230" y="1477714"/>
                </a:lnTo>
                <a:lnTo>
                  <a:pt x="5623230" y="1533934"/>
                </a:lnTo>
                <a:lnTo>
                  <a:pt x="6094328" y="2005044"/>
                </a:lnTo>
                <a:lnTo>
                  <a:pt x="6563205" y="1536166"/>
                </a:lnTo>
                <a:lnTo>
                  <a:pt x="6563205" y="1475487"/>
                </a:lnTo>
                <a:close/>
                <a:moveTo>
                  <a:pt x="9246371" y="1006604"/>
                </a:moveTo>
                <a:lnTo>
                  <a:pt x="8775646" y="1477332"/>
                </a:lnTo>
                <a:lnTo>
                  <a:pt x="8775646" y="1534319"/>
                </a:lnTo>
                <a:lnTo>
                  <a:pt x="9246371" y="2005045"/>
                </a:lnTo>
                <a:lnTo>
                  <a:pt x="9715629" y="1535786"/>
                </a:lnTo>
                <a:lnTo>
                  <a:pt x="9715629" y="1475864"/>
                </a:lnTo>
                <a:close/>
                <a:moveTo>
                  <a:pt x="5043669" y="1006604"/>
                </a:moveTo>
                <a:lnTo>
                  <a:pt x="4572422" y="1477843"/>
                </a:lnTo>
                <a:lnTo>
                  <a:pt x="4572422" y="1533811"/>
                </a:lnTo>
                <a:lnTo>
                  <a:pt x="5043664" y="2005045"/>
                </a:lnTo>
                <a:lnTo>
                  <a:pt x="5512407" y="1536296"/>
                </a:lnTo>
                <a:lnTo>
                  <a:pt x="5512407" y="1475351"/>
                </a:lnTo>
                <a:close/>
                <a:moveTo>
                  <a:pt x="11347735" y="1006604"/>
                </a:moveTo>
                <a:lnTo>
                  <a:pt x="10877262" y="1477079"/>
                </a:lnTo>
                <a:lnTo>
                  <a:pt x="10877262" y="1534567"/>
                </a:lnTo>
                <a:lnTo>
                  <a:pt x="11347736" y="2005041"/>
                </a:lnTo>
                <a:lnTo>
                  <a:pt x="11817249" y="1535528"/>
                </a:lnTo>
                <a:lnTo>
                  <a:pt x="11817249" y="1476120"/>
                </a:lnTo>
                <a:close/>
                <a:moveTo>
                  <a:pt x="8195690" y="1006604"/>
                </a:moveTo>
                <a:lnTo>
                  <a:pt x="7724838" y="1477458"/>
                </a:lnTo>
                <a:lnTo>
                  <a:pt x="7724838" y="1534191"/>
                </a:lnTo>
                <a:lnTo>
                  <a:pt x="8195691" y="2005044"/>
                </a:lnTo>
                <a:lnTo>
                  <a:pt x="8664821" y="1535914"/>
                </a:lnTo>
                <a:lnTo>
                  <a:pt x="8664821" y="1475736"/>
                </a:lnTo>
                <a:close/>
                <a:moveTo>
                  <a:pt x="7145009" y="1006604"/>
                </a:moveTo>
                <a:lnTo>
                  <a:pt x="6674030" y="1477584"/>
                </a:lnTo>
                <a:lnTo>
                  <a:pt x="6674030" y="1534069"/>
                </a:lnTo>
                <a:lnTo>
                  <a:pt x="7145007" y="2005046"/>
                </a:lnTo>
                <a:lnTo>
                  <a:pt x="7614013" y="1536039"/>
                </a:lnTo>
                <a:lnTo>
                  <a:pt x="7614013" y="1475610"/>
                </a:lnTo>
                <a:close/>
                <a:moveTo>
                  <a:pt x="10297056" y="1006603"/>
                </a:moveTo>
                <a:lnTo>
                  <a:pt x="9826454" y="1477207"/>
                </a:lnTo>
                <a:lnTo>
                  <a:pt x="9826454" y="1534445"/>
                </a:lnTo>
                <a:lnTo>
                  <a:pt x="10297053" y="2005045"/>
                </a:lnTo>
                <a:lnTo>
                  <a:pt x="10766437" y="1535660"/>
                </a:lnTo>
                <a:lnTo>
                  <a:pt x="10766437" y="1475986"/>
                </a:lnTo>
                <a:close/>
                <a:moveTo>
                  <a:pt x="258361" y="922634"/>
                </a:moveTo>
                <a:lnTo>
                  <a:pt x="369186" y="922634"/>
                </a:lnTo>
                <a:lnTo>
                  <a:pt x="369186" y="1033459"/>
                </a:lnTo>
                <a:lnTo>
                  <a:pt x="258361" y="1033459"/>
                </a:lnTo>
                <a:close/>
                <a:moveTo>
                  <a:pt x="2359977" y="922633"/>
                </a:moveTo>
                <a:lnTo>
                  <a:pt x="2470802" y="922633"/>
                </a:lnTo>
                <a:lnTo>
                  <a:pt x="2470802" y="1033458"/>
                </a:lnTo>
                <a:lnTo>
                  <a:pt x="2359977" y="1033458"/>
                </a:lnTo>
                <a:close/>
                <a:moveTo>
                  <a:pt x="1309169" y="922633"/>
                </a:moveTo>
                <a:lnTo>
                  <a:pt x="1419993" y="922633"/>
                </a:lnTo>
                <a:lnTo>
                  <a:pt x="1419993" y="1033458"/>
                </a:lnTo>
                <a:lnTo>
                  <a:pt x="1309169" y="1033458"/>
                </a:lnTo>
                <a:close/>
                <a:moveTo>
                  <a:pt x="5512398" y="922633"/>
                </a:moveTo>
                <a:lnTo>
                  <a:pt x="5623223" y="922633"/>
                </a:lnTo>
                <a:lnTo>
                  <a:pt x="5623223" y="1033458"/>
                </a:lnTo>
                <a:lnTo>
                  <a:pt x="5512398" y="1033458"/>
                </a:lnTo>
                <a:close/>
                <a:moveTo>
                  <a:pt x="4461591" y="922633"/>
                </a:moveTo>
                <a:lnTo>
                  <a:pt x="4572415" y="922633"/>
                </a:lnTo>
                <a:lnTo>
                  <a:pt x="4572415" y="1033458"/>
                </a:lnTo>
                <a:lnTo>
                  <a:pt x="4461591" y="1033458"/>
                </a:lnTo>
                <a:close/>
                <a:moveTo>
                  <a:pt x="3410785" y="922633"/>
                </a:moveTo>
                <a:lnTo>
                  <a:pt x="3521610" y="922633"/>
                </a:lnTo>
                <a:lnTo>
                  <a:pt x="3521610" y="1033458"/>
                </a:lnTo>
                <a:lnTo>
                  <a:pt x="3410785" y="1033458"/>
                </a:lnTo>
                <a:close/>
                <a:moveTo>
                  <a:pt x="7614013" y="922633"/>
                </a:moveTo>
                <a:lnTo>
                  <a:pt x="7724838" y="922633"/>
                </a:lnTo>
                <a:lnTo>
                  <a:pt x="7724838" y="1033458"/>
                </a:lnTo>
                <a:lnTo>
                  <a:pt x="7614013" y="1033458"/>
                </a:lnTo>
                <a:close/>
                <a:moveTo>
                  <a:pt x="6563205" y="922633"/>
                </a:moveTo>
                <a:lnTo>
                  <a:pt x="6674030" y="922633"/>
                </a:lnTo>
                <a:lnTo>
                  <a:pt x="6674030" y="1033458"/>
                </a:lnTo>
                <a:lnTo>
                  <a:pt x="6563205" y="1033458"/>
                </a:lnTo>
                <a:close/>
                <a:moveTo>
                  <a:pt x="10766437" y="922633"/>
                </a:moveTo>
                <a:lnTo>
                  <a:pt x="10877262" y="922633"/>
                </a:lnTo>
                <a:lnTo>
                  <a:pt x="10877262" y="1033458"/>
                </a:lnTo>
                <a:lnTo>
                  <a:pt x="10766437" y="1033458"/>
                </a:lnTo>
                <a:close/>
                <a:moveTo>
                  <a:pt x="9715629" y="922633"/>
                </a:moveTo>
                <a:lnTo>
                  <a:pt x="9826454" y="922633"/>
                </a:lnTo>
                <a:lnTo>
                  <a:pt x="9826454" y="1033458"/>
                </a:lnTo>
                <a:lnTo>
                  <a:pt x="9715629" y="1033458"/>
                </a:lnTo>
                <a:close/>
                <a:moveTo>
                  <a:pt x="8664821" y="922633"/>
                </a:moveTo>
                <a:lnTo>
                  <a:pt x="8775646" y="922633"/>
                </a:lnTo>
                <a:lnTo>
                  <a:pt x="8775646" y="1033458"/>
                </a:lnTo>
                <a:lnTo>
                  <a:pt x="8664821" y="1033458"/>
                </a:lnTo>
                <a:close/>
                <a:moveTo>
                  <a:pt x="11817249" y="922633"/>
                </a:moveTo>
                <a:lnTo>
                  <a:pt x="11928074" y="922633"/>
                </a:lnTo>
                <a:lnTo>
                  <a:pt x="11928074" y="1033458"/>
                </a:lnTo>
                <a:lnTo>
                  <a:pt x="11817249" y="1033458"/>
                </a:lnTo>
                <a:close/>
                <a:moveTo>
                  <a:pt x="1337485" y="510062"/>
                </a:moveTo>
                <a:lnTo>
                  <a:pt x="867065" y="980486"/>
                </a:lnTo>
                <a:lnTo>
                  <a:pt x="1333712" y="1447134"/>
                </a:lnTo>
                <a:lnTo>
                  <a:pt x="1398855" y="1447134"/>
                </a:lnTo>
                <a:lnTo>
                  <a:pt x="1865501" y="980486"/>
                </a:lnTo>
                <a:lnTo>
                  <a:pt x="1395081" y="510062"/>
                </a:lnTo>
                <a:close/>
                <a:moveTo>
                  <a:pt x="2388173" y="510062"/>
                </a:moveTo>
                <a:lnTo>
                  <a:pt x="1917745" y="980486"/>
                </a:lnTo>
                <a:lnTo>
                  <a:pt x="2384399" y="1447134"/>
                </a:lnTo>
                <a:lnTo>
                  <a:pt x="2449542" y="1447134"/>
                </a:lnTo>
                <a:lnTo>
                  <a:pt x="2916189" y="980486"/>
                </a:lnTo>
                <a:lnTo>
                  <a:pt x="2445767" y="510062"/>
                </a:lnTo>
                <a:close/>
                <a:moveTo>
                  <a:pt x="3438856" y="510062"/>
                </a:moveTo>
                <a:lnTo>
                  <a:pt x="2968432" y="980486"/>
                </a:lnTo>
                <a:lnTo>
                  <a:pt x="3435083" y="1447134"/>
                </a:lnTo>
                <a:lnTo>
                  <a:pt x="3500228" y="1447134"/>
                </a:lnTo>
                <a:lnTo>
                  <a:pt x="3966865" y="980485"/>
                </a:lnTo>
                <a:lnTo>
                  <a:pt x="3496454" y="510062"/>
                </a:lnTo>
                <a:close/>
                <a:moveTo>
                  <a:pt x="4489518" y="510062"/>
                </a:moveTo>
                <a:lnTo>
                  <a:pt x="4019109" y="980485"/>
                </a:lnTo>
                <a:lnTo>
                  <a:pt x="4485744" y="1447134"/>
                </a:lnTo>
                <a:lnTo>
                  <a:pt x="4550887" y="1447134"/>
                </a:lnTo>
                <a:lnTo>
                  <a:pt x="5017543" y="980483"/>
                </a:lnTo>
                <a:lnTo>
                  <a:pt x="4547118" y="510062"/>
                </a:lnTo>
                <a:close/>
                <a:moveTo>
                  <a:pt x="5540201" y="510062"/>
                </a:moveTo>
                <a:lnTo>
                  <a:pt x="5069792" y="980483"/>
                </a:lnTo>
                <a:lnTo>
                  <a:pt x="5536431" y="1447134"/>
                </a:lnTo>
                <a:lnTo>
                  <a:pt x="5601567" y="1447134"/>
                </a:lnTo>
                <a:lnTo>
                  <a:pt x="6068204" y="980484"/>
                </a:lnTo>
                <a:lnTo>
                  <a:pt x="5597797" y="510062"/>
                </a:lnTo>
                <a:close/>
                <a:moveTo>
                  <a:pt x="6590867" y="510062"/>
                </a:moveTo>
                <a:lnTo>
                  <a:pt x="6120447" y="980484"/>
                </a:lnTo>
                <a:lnTo>
                  <a:pt x="6587095" y="1447133"/>
                </a:lnTo>
                <a:lnTo>
                  <a:pt x="6652238" y="1447133"/>
                </a:lnTo>
                <a:lnTo>
                  <a:pt x="7118887" y="980483"/>
                </a:lnTo>
                <a:lnTo>
                  <a:pt x="6648468" y="510062"/>
                </a:lnTo>
                <a:close/>
                <a:moveTo>
                  <a:pt x="7641550" y="510061"/>
                </a:moveTo>
                <a:lnTo>
                  <a:pt x="7171131" y="980482"/>
                </a:lnTo>
                <a:lnTo>
                  <a:pt x="7637780" y="1447133"/>
                </a:lnTo>
                <a:lnTo>
                  <a:pt x="7702919" y="1447133"/>
                </a:lnTo>
                <a:lnTo>
                  <a:pt x="8169568" y="980483"/>
                </a:lnTo>
                <a:lnTo>
                  <a:pt x="7699149" y="510061"/>
                </a:lnTo>
                <a:close/>
                <a:moveTo>
                  <a:pt x="8692232" y="510061"/>
                </a:moveTo>
                <a:lnTo>
                  <a:pt x="8221811" y="980484"/>
                </a:lnTo>
                <a:lnTo>
                  <a:pt x="8688459" y="1447133"/>
                </a:lnTo>
                <a:lnTo>
                  <a:pt x="8753603" y="1447133"/>
                </a:lnTo>
                <a:lnTo>
                  <a:pt x="9220250" y="980484"/>
                </a:lnTo>
                <a:lnTo>
                  <a:pt x="8749829" y="510061"/>
                </a:lnTo>
                <a:close/>
                <a:moveTo>
                  <a:pt x="10793597" y="510061"/>
                </a:moveTo>
                <a:lnTo>
                  <a:pt x="10323178" y="980482"/>
                </a:lnTo>
                <a:lnTo>
                  <a:pt x="10789828" y="1447133"/>
                </a:lnTo>
                <a:lnTo>
                  <a:pt x="10854964" y="1447133"/>
                </a:lnTo>
                <a:lnTo>
                  <a:pt x="11321613" y="980483"/>
                </a:lnTo>
                <a:lnTo>
                  <a:pt x="10851193" y="510061"/>
                </a:lnTo>
                <a:close/>
                <a:moveTo>
                  <a:pt x="9742913" y="510061"/>
                </a:moveTo>
                <a:lnTo>
                  <a:pt x="9272493" y="980483"/>
                </a:lnTo>
                <a:lnTo>
                  <a:pt x="9739141" y="1447133"/>
                </a:lnTo>
                <a:lnTo>
                  <a:pt x="9804283" y="1447133"/>
                </a:lnTo>
                <a:lnTo>
                  <a:pt x="10270933" y="980481"/>
                </a:lnTo>
                <a:lnTo>
                  <a:pt x="9800515" y="510061"/>
                </a:lnTo>
                <a:close/>
                <a:moveTo>
                  <a:pt x="783785" y="399238"/>
                </a:moveTo>
                <a:lnTo>
                  <a:pt x="894609" y="399238"/>
                </a:lnTo>
                <a:lnTo>
                  <a:pt x="894609" y="510062"/>
                </a:lnTo>
                <a:lnTo>
                  <a:pt x="783785" y="510062"/>
                </a:lnTo>
                <a:close/>
                <a:moveTo>
                  <a:pt x="2885401" y="399237"/>
                </a:moveTo>
                <a:lnTo>
                  <a:pt x="2996227" y="399237"/>
                </a:lnTo>
                <a:lnTo>
                  <a:pt x="2996227" y="510062"/>
                </a:lnTo>
                <a:lnTo>
                  <a:pt x="2885401" y="510062"/>
                </a:lnTo>
                <a:close/>
                <a:moveTo>
                  <a:pt x="1834590" y="399237"/>
                </a:moveTo>
                <a:lnTo>
                  <a:pt x="1945415" y="399237"/>
                </a:lnTo>
                <a:lnTo>
                  <a:pt x="1945415" y="510062"/>
                </a:lnTo>
                <a:lnTo>
                  <a:pt x="1834590" y="510062"/>
                </a:lnTo>
                <a:close/>
                <a:moveTo>
                  <a:pt x="3936208" y="399237"/>
                </a:moveTo>
                <a:lnTo>
                  <a:pt x="4047032" y="399237"/>
                </a:lnTo>
                <a:lnTo>
                  <a:pt x="4047032" y="510062"/>
                </a:lnTo>
                <a:lnTo>
                  <a:pt x="3936208" y="510062"/>
                </a:lnTo>
                <a:close/>
                <a:moveTo>
                  <a:pt x="4987004" y="399237"/>
                </a:moveTo>
                <a:lnTo>
                  <a:pt x="5097834" y="399237"/>
                </a:lnTo>
                <a:lnTo>
                  <a:pt x="5097834" y="510062"/>
                </a:lnTo>
                <a:lnTo>
                  <a:pt x="4987004" y="510062"/>
                </a:lnTo>
                <a:close/>
                <a:moveTo>
                  <a:pt x="6037802" y="399237"/>
                </a:moveTo>
                <a:lnTo>
                  <a:pt x="6148626" y="399237"/>
                </a:lnTo>
                <a:lnTo>
                  <a:pt x="6148626" y="510062"/>
                </a:lnTo>
                <a:lnTo>
                  <a:pt x="6037802" y="510062"/>
                </a:lnTo>
                <a:close/>
                <a:moveTo>
                  <a:pt x="7088609" y="399237"/>
                </a:moveTo>
                <a:lnTo>
                  <a:pt x="7199434" y="399237"/>
                </a:lnTo>
                <a:lnTo>
                  <a:pt x="7199434" y="510061"/>
                </a:lnTo>
                <a:lnTo>
                  <a:pt x="7088609" y="510061"/>
                </a:lnTo>
                <a:close/>
                <a:moveTo>
                  <a:pt x="8139417" y="399237"/>
                </a:moveTo>
                <a:lnTo>
                  <a:pt x="8250242" y="399237"/>
                </a:lnTo>
                <a:lnTo>
                  <a:pt x="8250242" y="510061"/>
                </a:lnTo>
                <a:lnTo>
                  <a:pt x="8139417" y="510061"/>
                </a:lnTo>
                <a:close/>
                <a:moveTo>
                  <a:pt x="9190225" y="399236"/>
                </a:moveTo>
                <a:lnTo>
                  <a:pt x="9301050" y="399236"/>
                </a:lnTo>
                <a:lnTo>
                  <a:pt x="9301050" y="510061"/>
                </a:lnTo>
                <a:lnTo>
                  <a:pt x="9190225" y="510061"/>
                </a:lnTo>
                <a:close/>
                <a:moveTo>
                  <a:pt x="10241033" y="399236"/>
                </a:moveTo>
                <a:lnTo>
                  <a:pt x="10351858" y="399236"/>
                </a:lnTo>
                <a:lnTo>
                  <a:pt x="10351858" y="510061"/>
                </a:lnTo>
                <a:lnTo>
                  <a:pt x="10241033" y="510061"/>
                </a:lnTo>
                <a:close/>
                <a:moveTo>
                  <a:pt x="11291841" y="399236"/>
                </a:moveTo>
                <a:lnTo>
                  <a:pt x="11402666" y="399236"/>
                </a:lnTo>
                <a:lnTo>
                  <a:pt x="11402666" y="510061"/>
                </a:lnTo>
                <a:lnTo>
                  <a:pt x="11291841" y="510061"/>
                </a:lnTo>
                <a:close/>
                <a:moveTo>
                  <a:pt x="6138405" y="0"/>
                </a:moveTo>
                <a:lnTo>
                  <a:pt x="6190649" y="0"/>
                </a:lnTo>
                <a:lnTo>
                  <a:pt x="6589887" y="399237"/>
                </a:lnTo>
                <a:lnTo>
                  <a:pt x="6649449" y="399237"/>
                </a:lnTo>
                <a:lnTo>
                  <a:pt x="7048684" y="2"/>
                </a:lnTo>
                <a:lnTo>
                  <a:pt x="7100928" y="2"/>
                </a:lnTo>
                <a:lnTo>
                  <a:pt x="6674030" y="426899"/>
                </a:lnTo>
                <a:lnTo>
                  <a:pt x="6674030" y="483379"/>
                </a:lnTo>
                <a:lnTo>
                  <a:pt x="7145009" y="954361"/>
                </a:lnTo>
                <a:lnTo>
                  <a:pt x="7614013" y="485355"/>
                </a:lnTo>
                <a:lnTo>
                  <a:pt x="7614013" y="424926"/>
                </a:lnTo>
                <a:lnTo>
                  <a:pt x="7189086" y="0"/>
                </a:lnTo>
                <a:lnTo>
                  <a:pt x="7241329" y="0"/>
                </a:lnTo>
                <a:lnTo>
                  <a:pt x="7640566" y="399237"/>
                </a:lnTo>
                <a:lnTo>
                  <a:pt x="7700131" y="399237"/>
                </a:lnTo>
                <a:lnTo>
                  <a:pt x="8099367" y="1"/>
                </a:lnTo>
                <a:lnTo>
                  <a:pt x="8151611" y="1"/>
                </a:lnTo>
                <a:lnTo>
                  <a:pt x="7724838" y="426774"/>
                </a:lnTo>
                <a:lnTo>
                  <a:pt x="7724838" y="483508"/>
                </a:lnTo>
                <a:lnTo>
                  <a:pt x="8195689" y="954363"/>
                </a:lnTo>
                <a:lnTo>
                  <a:pt x="8664821" y="485229"/>
                </a:lnTo>
                <a:lnTo>
                  <a:pt x="8664821" y="425053"/>
                </a:lnTo>
                <a:lnTo>
                  <a:pt x="8239767" y="0"/>
                </a:lnTo>
                <a:lnTo>
                  <a:pt x="8292011" y="0"/>
                </a:lnTo>
                <a:lnTo>
                  <a:pt x="8691248" y="399236"/>
                </a:lnTo>
                <a:lnTo>
                  <a:pt x="8750812" y="399236"/>
                </a:lnTo>
                <a:lnTo>
                  <a:pt x="9150049" y="1"/>
                </a:lnTo>
                <a:lnTo>
                  <a:pt x="9202293" y="1"/>
                </a:lnTo>
                <a:lnTo>
                  <a:pt x="8775646" y="426647"/>
                </a:lnTo>
                <a:lnTo>
                  <a:pt x="8775646" y="483635"/>
                </a:lnTo>
                <a:lnTo>
                  <a:pt x="9246372" y="954363"/>
                </a:lnTo>
                <a:lnTo>
                  <a:pt x="9715629" y="485103"/>
                </a:lnTo>
                <a:lnTo>
                  <a:pt x="9715629" y="425175"/>
                </a:lnTo>
                <a:lnTo>
                  <a:pt x="9290453" y="0"/>
                </a:lnTo>
                <a:lnTo>
                  <a:pt x="9342696" y="0"/>
                </a:lnTo>
                <a:lnTo>
                  <a:pt x="9741934" y="399236"/>
                </a:lnTo>
                <a:lnTo>
                  <a:pt x="9801496" y="399236"/>
                </a:lnTo>
                <a:lnTo>
                  <a:pt x="10200732" y="1"/>
                </a:lnTo>
                <a:lnTo>
                  <a:pt x="10252974" y="1"/>
                </a:lnTo>
                <a:lnTo>
                  <a:pt x="9826454" y="426520"/>
                </a:lnTo>
                <a:lnTo>
                  <a:pt x="9826454" y="483756"/>
                </a:lnTo>
                <a:lnTo>
                  <a:pt x="10297055" y="954360"/>
                </a:lnTo>
                <a:lnTo>
                  <a:pt x="10766437" y="484975"/>
                </a:lnTo>
                <a:lnTo>
                  <a:pt x="10766437" y="425305"/>
                </a:lnTo>
                <a:lnTo>
                  <a:pt x="10341131" y="0"/>
                </a:lnTo>
                <a:lnTo>
                  <a:pt x="10393375" y="0"/>
                </a:lnTo>
                <a:lnTo>
                  <a:pt x="10792612" y="399236"/>
                </a:lnTo>
                <a:lnTo>
                  <a:pt x="10852176" y="399236"/>
                </a:lnTo>
                <a:lnTo>
                  <a:pt x="11251411" y="3"/>
                </a:lnTo>
                <a:lnTo>
                  <a:pt x="11303657" y="3"/>
                </a:lnTo>
                <a:lnTo>
                  <a:pt x="10877262" y="426397"/>
                </a:lnTo>
                <a:lnTo>
                  <a:pt x="10877262" y="483887"/>
                </a:lnTo>
                <a:lnTo>
                  <a:pt x="11347735" y="954362"/>
                </a:lnTo>
                <a:lnTo>
                  <a:pt x="11817249" y="484846"/>
                </a:lnTo>
                <a:lnTo>
                  <a:pt x="11817249" y="425436"/>
                </a:lnTo>
                <a:lnTo>
                  <a:pt x="11391812" y="0"/>
                </a:lnTo>
                <a:lnTo>
                  <a:pt x="11444056" y="0"/>
                </a:lnTo>
                <a:lnTo>
                  <a:pt x="11843293" y="399236"/>
                </a:lnTo>
                <a:lnTo>
                  <a:pt x="11902859" y="399236"/>
                </a:lnTo>
                <a:lnTo>
                  <a:pt x="12191973" y="110123"/>
                </a:lnTo>
                <a:lnTo>
                  <a:pt x="12191973" y="162366"/>
                </a:lnTo>
                <a:lnTo>
                  <a:pt x="11928074" y="426265"/>
                </a:lnTo>
                <a:lnTo>
                  <a:pt x="11928074" y="484017"/>
                </a:lnTo>
                <a:lnTo>
                  <a:pt x="12191974" y="747926"/>
                </a:lnTo>
                <a:lnTo>
                  <a:pt x="12191974" y="800166"/>
                </a:lnTo>
                <a:lnTo>
                  <a:pt x="11901874" y="510061"/>
                </a:lnTo>
                <a:lnTo>
                  <a:pt x="11844278" y="510061"/>
                </a:lnTo>
                <a:lnTo>
                  <a:pt x="11373857" y="980483"/>
                </a:lnTo>
                <a:lnTo>
                  <a:pt x="11840505" y="1447132"/>
                </a:lnTo>
                <a:lnTo>
                  <a:pt x="11905645" y="1447132"/>
                </a:lnTo>
                <a:lnTo>
                  <a:pt x="12191976" y="1160803"/>
                </a:lnTo>
                <a:lnTo>
                  <a:pt x="12191976" y="1213046"/>
                </a:lnTo>
                <a:lnTo>
                  <a:pt x="11928074" y="1476947"/>
                </a:lnTo>
                <a:lnTo>
                  <a:pt x="11928074" y="1534702"/>
                </a:lnTo>
                <a:lnTo>
                  <a:pt x="12191975" y="1798604"/>
                </a:lnTo>
                <a:lnTo>
                  <a:pt x="12191975" y="1850847"/>
                </a:lnTo>
                <a:lnTo>
                  <a:pt x="11899087" y="1557957"/>
                </a:lnTo>
                <a:lnTo>
                  <a:pt x="11847063" y="1557957"/>
                </a:lnTo>
                <a:lnTo>
                  <a:pt x="11373858" y="2031163"/>
                </a:lnTo>
                <a:lnTo>
                  <a:pt x="11842778" y="2500070"/>
                </a:lnTo>
                <a:lnTo>
                  <a:pt x="11903378" y="2500070"/>
                </a:lnTo>
                <a:lnTo>
                  <a:pt x="12191975" y="2211473"/>
                </a:lnTo>
                <a:lnTo>
                  <a:pt x="12191974" y="2263716"/>
                </a:lnTo>
                <a:lnTo>
                  <a:pt x="11928074" y="2527616"/>
                </a:lnTo>
                <a:lnTo>
                  <a:pt x="11928074" y="2585366"/>
                </a:lnTo>
                <a:lnTo>
                  <a:pt x="12191978" y="2849270"/>
                </a:lnTo>
                <a:lnTo>
                  <a:pt x="12191977" y="2901515"/>
                </a:lnTo>
                <a:lnTo>
                  <a:pt x="11901357" y="2610895"/>
                </a:lnTo>
                <a:lnTo>
                  <a:pt x="11844795" y="2610895"/>
                </a:lnTo>
                <a:lnTo>
                  <a:pt x="11373856" y="3081835"/>
                </a:lnTo>
                <a:lnTo>
                  <a:pt x="11843230" y="3551209"/>
                </a:lnTo>
                <a:lnTo>
                  <a:pt x="11902922" y="3551209"/>
                </a:lnTo>
                <a:lnTo>
                  <a:pt x="12191974" y="3262156"/>
                </a:lnTo>
                <a:lnTo>
                  <a:pt x="12191974" y="3314400"/>
                </a:lnTo>
                <a:lnTo>
                  <a:pt x="11928074" y="3578299"/>
                </a:lnTo>
                <a:lnTo>
                  <a:pt x="11928074" y="3636053"/>
                </a:lnTo>
                <a:lnTo>
                  <a:pt x="12191975" y="3899954"/>
                </a:lnTo>
                <a:lnTo>
                  <a:pt x="12191975" y="3952198"/>
                </a:lnTo>
                <a:lnTo>
                  <a:pt x="11901811" y="3662034"/>
                </a:lnTo>
                <a:lnTo>
                  <a:pt x="11844339" y="3662034"/>
                </a:lnTo>
                <a:lnTo>
                  <a:pt x="11373856" y="4132518"/>
                </a:lnTo>
                <a:lnTo>
                  <a:pt x="11813331" y="4571992"/>
                </a:lnTo>
                <a:lnTo>
                  <a:pt x="11761089" y="4571991"/>
                </a:lnTo>
                <a:lnTo>
                  <a:pt x="11347736" y="4158638"/>
                </a:lnTo>
                <a:lnTo>
                  <a:pt x="10934382" y="4571992"/>
                </a:lnTo>
                <a:lnTo>
                  <a:pt x="10882138" y="4571992"/>
                </a:lnTo>
                <a:lnTo>
                  <a:pt x="11321614" y="4132516"/>
                </a:lnTo>
                <a:lnTo>
                  <a:pt x="10851132" y="3662034"/>
                </a:lnTo>
                <a:lnTo>
                  <a:pt x="10793656" y="3662034"/>
                </a:lnTo>
                <a:lnTo>
                  <a:pt x="10323175" y="4132515"/>
                </a:lnTo>
                <a:lnTo>
                  <a:pt x="10762651" y="4571991"/>
                </a:lnTo>
                <a:lnTo>
                  <a:pt x="10710406" y="4571992"/>
                </a:lnTo>
                <a:lnTo>
                  <a:pt x="10297052" y="4158638"/>
                </a:lnTo>
                <a:lnTo>
                  <a:pt x="9883699" y="4571992"/>
                </a:lnTo>
                <a:lnTo>
                  <a:pt x="9831456" y="4571992"/>
                </a:lnTo>
                <a:lnTo>
                  <a:pt x="10270931" y="4132517"/>
                </a:lnTo>
                <a:lnTo>
                  <a:pt x="9800448" y="3662034"/>
                </a:lnTo>
                <a:lnTo>
                  <a:pt x="9742974" y="3662034"/>
                </a:lnTo>
                <a:lnTo>
                  <a:pt x="9272491" y="4132517"/>
                </a:lnTo>
                <a:lnTo>
                  <a:pt x="9711968" y="4571993"/>
                </a:lnTo>
                <a:lnTo>
                  <a:pt x="9659723" y="4571993"/>
                </a:lnTo>
                <a:lnTo>
                  <a:pt x="9246369" y="4158639"/>
                </a:lnTo>
                <a:lnTo>
                  <a:pt x="8833016" y="4571992"/>
                </a:lnTo>
                <a:lnTo>
                  <a:pt x="8780772" y="4571992"/>
                </a:lnTo>
                <a:lnTo>
                  <a:pt x="9220247" y="4132517"/>
                </a:lnTo>
                <a:lnTo>
                  <a:pt x="8749764" y="3662034"/>
                </a:lnTo>
                <a:lnTo>
                  <a:pt x="8692294" y="3662034"/>
                </a:lnTo>
                <a:lnTo>
                  <a:pt x="8221812" y="4132516"/>
                </a:lnTo>
                <a:lnTo>
                  <a:pt x="8661288" y="4571992"/>
                </a:lnTo>
                <a:lnTo>
                  <a:pt x="8609042" y="4571992"/>
                </a:lnTo>
                <a:lnTo>
                  <a:pt x="8195689" y="4158639"/>
                </a:lnTo>
                <a:lnTo>
                  <a:pt x="7782334" y="4571994"/>
                </a:lnTo>
                <a:lnTo>
                  <a:pt x="7730092" y="4571994"/>
                </a:lnTo>
                <a:lnTo>
                  <a:pt x="8169568" y="4132518"/>
                </a:lnTo>
                <a:lnTo>
                  <a:pt x="7699085" y="3662034"/>
                </a:lnTo>
                <a:lnTo>
                  <a:pt x="7641614" y="3662034"/>
                </a:lnTo>
                <a:lnTo>
                  <a:pt x="7171129" y="4132518"/>
                </a:lnTo>
                <a:lnTo>
                  <a:pt x="7610604" y="4571993"/>
                </a:lnTo>
                <a:lnTo>
                  <a:pt x="7558360" y="4571993"/>
                </a:lnTo>
                <a:lnTo>
                  <a:pt x="7145007" y="4158640"/>
                </a:lnTo>
                <a:lnTo>
                  <a:pt x="6731655" y="4571993"/>
                </a:lnTo>
                <a:lnTo>
                  <a:pt x="6679410" y="4571993"/>
                </a:lnTo>
                <a:lnTo>
                  <a:pt x="7118885" y="4132518"/>
                </a:lnTo>
                <a:lnTo>
                  <a:pt x="6648402" y="3662034"/>
                </a:lnTo>
                <a:lnTo>
                  <a:pt x="6590932" y="3662034"/>
                </a:lnTo>
                <a:lnTo>
                  <a:pt x="6120448" y="4132519"/>
                </a:lnTo>
                <a:lnTo>
                  <a:pt x="6559922" y="4571993"/>
                </a:lnTo>
                <a:lnTo>
                  <a:pt x="6507678" y="4571993"/>
                </a:lnTo>
                <a:lnTo>
                  <a:pt x="6094326" y="4158641"/>
                </a:lnTo>
                <a:lnTo>
                  <a:pt x="5680985" y="4571992"/>
                </a:lnTo>
                <a:lnTo>
                  <a:pt x="5628744" y="4571992"/>
                </a:lnTo>
                <a:lnTo>
                  <a:pt x="6068205" y="4132519"/>
                </a:lnTo>
                <a:lnTo>
                  <a:pt x="5597731" y="3662034"/>
                </a:lnTo>
                <a:lnTo>
                  <a:pt x="5540263" y="3662034"/>
                </a:lnTo>
                <a:lnTo>
                  <a:pt x="5069789" y="4132518"/>
                </a:lnTo>
                <a:lnTo>
                  <a:pt x="5509253" y="4571993"/>
                </a:lnTo>
                <a:lnTo>
                  <a:pt x="5457012" y="4571993"/>
                </a:lnTo>
                <a:lnTo>
                  <a:pt x="5043664" y="4158640"/>
                </a:lnTo>
                <a:lnTo>
                  <a:pt x="4630303" y="4571992"/>
                </a:lnTo>
                <a:lnTo>
                  <a:pt x="4578059" y="4571992"/>
                </a:lnTo>
                <a:lnTo>
                  <a:pt x="5017539" y="4132518"/>
                </a:lnTo>
                <a:lnTo>
                  <a:pt x="4547049" y="3662034"/>
                </a:lnTo>
                <a:lnTo>
                  <a:pt x="4489581" y="3662034"/>
                </a:lnTo>
                <a:lnTo>
                  <a:pt x="4019108" y="4132519"/>
                </a:lnTo>
                <a:lnTo>
                  <a:pt x="4458568" y="4571993"/>
                </a:lnTo>
                <a:lnTo>
                  <a:pt x="4406323" y="4571993"/>
                </a:lnTo>
                <a:lnTo>
                  <a:pt x="3992985" y="4158641"/>
                </a:lnTo>
                <a:lnTo>
                  <a:pt x="3579645" y="4571992"/>
                </a:lnTo>
                <a:lnTo>
                  <a:pt x="3527403" y="4571992"/>
                </a:lnTo>
                <a:lnTo>
                  <a:pt x="3966864" y="4132520"/>
                </a:lnTo>
                <a:lnTo>
                  <a:pt x="3496388" y="3662034"/>
                </a:lnTo>
                <a:lnTo>
                  <a:pt x="3438920" y="3662034"/>
                </a:lnTo>
                <a:lnTo>
                  <a:pt x="2968432" y="4132519"/>
                </a:lnTo>
                <a:lnTo>
                  <a:pt x="3407908" y="4571992"/>
                </a:lnTo>
                <a:lnTo>
                  <a:pt x="3355663" y="4571992"/>
                </a:lnTo>
                <a:lnTo>
                  <a:pt x="2942311" y="4158641"/>
                </a:lnTo>
                <a:lnTo>
                  <a:pt x="2528961" y="4571991"/>
                </a:lnTo>
                <a:lnTo>
                  <a:pt x="2476717" y="4571991"/>
                </a:lnTo>
                <a:lnTo>
                  <a:pt x="2916189" y="4132519"/>
                </a:lnTo>
                <a:lnTo>
                  <a:pt x="2445706" y="3662034"/>
                </a:lnTo>
                <a:lnTo>
                  <a:pt x="2388237" y="3662034"/>
                </a:lnTo>
                <a:lnTo>
                  <a:pt x="1917745" y="4132520"/>
                </a:lnTo>
                <a:lnTo>
                  <a:pt x="2357225" y="4571992"/>
                </a:lnTo>
                <a:lnTo>
                  <a:pt x="2304981" y="4571993"/>
                </a:lnTo>
                <a:lnTo>
                  <a:pt x="1891623" y="4158642"/>
                </a:lnTo>
                <a:lnTo>
                  <a:pt x="1478275" y="4571991"/>
                </a:lnTo>
                <a:lnTo>
                  <a:pt x="1426031" y="4571991"/>
                </a:lnTo>
                <a:lnTo>
                  <a:pt x="1865501" y="4132520"/>
                </a:lnTo>
                <a:lnTo>
                  <a:pt x="1395017" y="3662034"/>
                </a:lnTo>
                <a:lnTo>
                  <a:pt x="1337551" y="3662034"/>
                </a:lnTo>
                <a:lnTo>
                  <a:pt x="867066" y="4132521"/>
                </a:lnTo>
                <a:lnTo>
                  <a:pt x="1306536" y="4571992"/>
                </a:lnTo>
                <a:lnTo>
                  <a:pt x="1254292" y="4571992"/>
                </a:lnTo>
                <a:lnTo>
                  <a:pt x="840944" y="4158643"/>
                </a:lnTo>
                <a:lnTo>
                  <a:pt x="427595" y="4571993"/>
                </a:lnTo>
                <a:lnTo>
                  <a:pt x="375351" y="4571993"/>
                </a:lnTo>
                <a:lnTo>
                  <a:pt x="814822" y="4132521"/>
                </a:lnTo>
                <a:lnTo>
                  <a:pt x="344336" y="3662034"/>
                </a:lnTo>
                <a:lnTo>
                  <a:pt x="286870" y="3662034"/>
                </a:lnTo>
                <a:lnTo>
                  <a:pt x="5" y="3948900"/>
                </a:lnTo>
                <a:lnTo>
                  <a:pt x="5" y="3896656"/>
                </a:lnTo>
                <a:lnTo>
                  <a:pt x="258369" y="3638291"/>
                </a:lnTo>
                <a:lnTo>
                  <a:pt x="258369" y="3576066"/>
                </a:lnTo>
                <a:lnTo>
                  <a:pt x="1" y="3317698"/>
                </a:lnTo>
                <a:lnTo>
                  <a:pt x="1" y="3265454"/>
                </a:lnTo>
                <a:lnTo>
                  <a:pt x="285756" y="3551209"/>
                </a:lnTo>
                <a:lnTo>
                  <a:pt x="345451" y="3551209"/>
                </a:lnTo>
                <a:lnTo>
                  <a:pt x="814822" y="3081838"/>
                </a:lnTo>
                <a:lnTo>
                  <a:pt x="343880" y="2610895"/>
                </a:lnTo>
                <a:lnTo>
                  <a:pt x="287328" y="2610895"/>
                </a:lnTo>
                <a:lnTo>
                  <a:pt x="6" y="2898217"/>
                </a:lnTo>
                <a:lnTo>
                  <a:pt x="6" y="2845973"/>
                </a:lnTo>
                <a:lnTo>
                  <a:pt x="258373" y="2587605"/>
                </a:lnTo>
                <a:lnTo>
                  <a:pt x="258373" y="2525388"/>
                </a:lnTo>
                <a:lnTo>
                  <a:pt x="1" y="2267015"/>
                </a:lnTo>
                <a:lnTo>
                  <a:pt x="0" y="2214770"/>
                </a:lnTo>
                <a:lnTo>
                  <a:pt x="285299" y="2500070"/>
                </a:lnTo>
                <a:lnTo>
                  <a:pt x="345909" y="2500070"/>
                </a:lnTo>
                <a:lnTo>
                  <a:pt x="814822" y="2031167"/>
                </a:lnTo>
                <a:lnTo>
                  <a:pt x="341616" y="1557959"/>
                </a:lnTo>
                <a:lnTo>
                  <a:pt x="289593" y="1557959"/>
                </a:lnTo>
                <a:lnTo>
                  <a:pt x="4" y="1847551"/>
                </a:lnTo>
                <a:lnTo>
                  <a:pt x="4" y="1795307"/>
                </a:lnTo>
                <a:lnTo>
                  <a:pt x="258377" y="1536932"/>
                </a:lnTo>
                <a:lnTo>
                  <a:pt x="258377" y="1474721"/>
                </a:lnTo>
                <a:lnTo>
                  <a:pt x="2" y="1216345"/>
                </a:lnTo>
                <a:lnTo>
                  <a:pt x="2" y="1164102"/>
                </a:lnTo>
                <a:lnTo>
                  <a:pt x="283034" y="1447135"/>
                </a:lnTo>
                <a:lnTo>
                  <a:pt x="348175" y="1447135"/>
                </a:lnTo>
                <a:lnTo>
                  <a:pt x="814821" y="980486"/>
                </a:lnTo>
                <a:lnTo>
                  <a:pt x="344401" y="510062"/>
                </a:lnTo>
                <a:lnTo>
                  <a:pt x="286805" y="510062"/>
                </a:lnTo>
                <a:lnTo>
                  <a:pt x="5" y="796868"/>
                </a:lnTo>
                <a:lnTo>
                  <a:pt x="5" y="744628"/>
                </a:lnTo>
                <a:lnTo>
                  <a:pt x="258382" y="486242"/>
                </a:lnTo>
                <a:lnTo>
                  <a:pt x="258382" y="424043"/>
                </a:lnTo>
                <a:lnTo>
                  <a:pt x="3" y="165664"/>
                </a:lnTo>
                <a:lnTo>
                  <a:pt x="3" y="113420"/>
                </a:lnTo>
                <a:lnTo>
                  <a:pt x="285820" y="399237"/>
                </a:lnTo>
                <a:lnTo>
                  <a:pt x="345386" y="399237"/>
                </a:lnTo>
                <a:lnTo>
                  <a:pt x="744622" y="2"/>
                </a:lnTo>
                <a:lnTo>
                  <a:pt x="796865" y="2"/>
                </a:lnTo>
                <a:lnTo>
                  <a:pt x="369206" y="427661"/>
                </a:lnTo>
                <a:lnTo>
                  <a:pt x="369206" y="482624"/>
                </a:lnTo>
                <a:lnTo>
                  <a:pt x="840943" y="954364"/>
                </a:lnTo>
                <a:lnTo>
                  <a:pt x="1309187" y="486116"/>
                </a:lnTo>
                <a:lnTo>
                  <a:pt x="1309187" y="424169"/>
                </a:lnTo>
                <a:lnTo>
                  <a:pt x="885019" y="0"/>
                </a:lnTo>
                <a:lnTo>
                  <a:pt x="937262" y="0"/>
                </a:lnTo>
                <a:lnTo>
                  <a:pt x="1336499" y="399237"/>
                </a:lnTo>
                <a:lnTo>
                  <a:pt x="1396066" y="399237"/>
                </a:lnTo>
                <a:lnTo>
                  <a:pt x="1795300" y="3"/>
                </a:lnTo>
                <a:lnTo>
                  <a:pt x="1847544" y="3"/>
                </a:lnTo>
                <a:lnTo>
                  <a:pt x="1420012" y="427535"/>
                </a:lnTo>
                <a:lnTo>
                  <a:pt x="1420012" y="482750"/>
                </a:lnTo>
                <a:lnTo>
                  <a:pt x="1891623" y="954365"/>
                </a:lnTo>
                <a:lnTo>
                  <a:pt x="2360001" y="485992"/>
                </a:lnTo>
                <a:lnTo>
                  <a:pt x="2360001" y="424295"/>
                </a:lnTo>
                <a:lnTo>
                  <a:pt x="1935698" y="0"/>
                </a:lnTo>
                <a:lnTo>
                  <a:pt x="1987943" y="0"/>
                </a:lnTo>
                <a:lnTo>
                  <a:pt x="2387187" y="399237"/>
                </a:lnTo>
                <a:lnTo>
                  <a:pt x="2446755" y="399237"/>
                </a:lnTo>
                <a:lnTo>
                  <a:pt x="2845991" y="2"/>
                </a:lnTo>
                <a:lnTo>
                  <a:pt x="2898236" y="2"/>
                </a:lnTo>
                <a:lnTo>
                  <a:pt x="2470825" y="427411"/>
                </a:lnTo>
                <a:lnTo>
                  <a:pt x="2470825" y="482875"/>
                </a:lnTo>
                <a:lnTo>
                  <a:pt x="2942310" y="954365"/>
                </a:lnTo>
                <a:lnTo>
                  <a:pt x="3410809" y="485866"/>
                </a:lnTo>
                <a:lnTo>
                  <a:pt x="3410809" y="424419"/>
                </a:lnTo>
                <a:lnTo>
                  <a:pt x="2986386" y="0"/>
                </a:lnTo>
                <a:lnTo>
                  <a:pt x="3038626" y="0"/>
                </a:lnTo>
                <a:lnTo>
                  <a:pt x="3437870" y="399237"/>
                </a:lnTo>
                <a:lnTo>
                  <a:pt x="3497441" y="399237"/>
                </a:lnTo>
                <a:lnTo>
                  <a:pt x="3896667" y="2"/>
                </a:lnTo>
                <a:lnTo>
                  <a:pt x="3948913" y="2"/>
                </a:lnTo>
                <a:lnTo>
                  <a:pt x="3521637" y="427285"/>
                </a:lnTo>
                <a:lnTo>
                  <a:pt x="3521637" y="483001"/>
                </a:lnTo>
                <a:lnTo>
                  <a:pt x="3992987" y="954364"/>
                </a:lnTo>
                <a:lnTo>
                  <a:pt x="4461599" y="485738"/>
                </a:lnTo>
                <a:lnTo>
                  <a:pt x="4461599" y="424543"/>
                </a:lnTo>
                <a:lnTo>
                  <a:pt x="4037068" y="1"/>
                </a:lnTo>
                <a:lnTo>
                  <a:pt x="4089312" y="1"/>
                </a:lnTo>
                <a:lnTo>
                  <a:pt x="4488534" y="399237"/>
                </a:lnTo>
                <a:lnTo>
                  <a:pt x="4548100" y="399237"/>
                </a:lnTo>
                <a:lnTo>
                  <a:pt x="4947332" y="4"/>
                </a:lnTo>
                <a:lnTo>
                  <a:pt x="4999581" y="4"/>
                </a:lnTo>
                <a:lnTo>
                  <a:pt x="4572422" y="427156"/>
                </a:lnTo>
                <a:lnTo>
                  <a:pt x="4572422" y="483126"/>
                </a:lnTo>
                <a:lnTo>
                  <a:pt x="5043667" y="954362"/>
                </a:lnTo>
                <a:lnTo>
                  <a:pt x="5512409" y="485609"/>
                </a:lnTo>
                <a:lnTo>
                  <a:pt x="5512409" y="424674"/>
                </a:lnTo>
                <a:lnTo>
                  <a:pt x="5087742" y="1"/>
                </a:lnTo>
                <a:lnTo>
                  <a:pt x="5139977" y="1"/>
                </a:lnTo>
                <a:lnTo>
                  <a:pt x="5539215" y="399237"/>
                </a:lnTo>
                <a:lnTo>
                  <a:pt x="5598781" y="399237"/>
                </a:lnTo>
                <a:lnTo>
                  <a:pt x="5998007" y="2"/>
                </a:lnTo>
                <a:lnTo>
                  <a:pt x="6050249" y="2"/>
                </a:lnTo>
                <a:lnTo>
                  <a:pt x="5623232" y="427030"/>
                </a:lnTo>
                <a:lnTo>
                  <a:pt x="5623232" y="483255"/>
                </a:lnTo>
                <a:lnTo>
                  <a:pt x="6094326" y="954363"/>
                </a:lnTo>
                <a:lnTo>
                  <a:pt x="6563205" y="485481"/>
                </a:lnTo>
                <a:lnTo>
                  <a:pt x="6563205" y="42479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879FA31A-512E-4245-9DFD-3B6BE7D63AE9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E6D3-5DA8-420D-961E-84E341E47D49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7451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FA31A-512E-4245-9DFD-3B6BE7D63AE9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E6D3-5DA8-420D-961E-84E341E47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7125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24" y="8"/>
            <a:ext cx="12191978" cy="4571994"/>
          </a:xfrm>
          <a:custGeom>
            <a:avLst/>
            <a:gdLst/>
            <a:ahLst/>
            <a:cxnLst/>
            <a:rect l="l" t="t" r="r" b="b"/>
            <a:pathLst>
              <a:path w="12191978" h="4571994">
                <a:moveTo>
                  <a:pt x="1" y="4316129"/>
                </a:moveTo>
                <a:lnTo>
                  <a:pt x="255863" y="4571991"/>
                </a:lnTo>
                <a:lnTo>
                  <a:pt x="203619" y="4571991"/>
                </a:lnTo>
                <a:lnTo>
                  <a:pt x="1" y="4368373"/>
                </a:lnTo>
                <a:close/>
                <a:moveTo>
                  <a:pt x="12191973" y="4312831"/>
                </a:moveTo>
                <a:lnTo>
                  <a:pt x="12191972" y="4365076"/>
                </a:lnTo>
                <a:lnTo>
                  <a:pt x="11985055" y="4571992"/>
                </a:lnTo>
                <a:lnTo>
                  <a:pt x="11932811" y="4571993"/>
                </a:lnTo>
                <a:close/>
                <a:moveTo>
                  <a:pt x="11817249" y="4076816"/>
                </a:moveTo>
                <a:lnTo>
                  <a:pt x="11928074" y="4076816"/>
                </a:lnTo>
                <a:lnTo>
                  <a:pt x="11928074" y="4187641"/>
                </a:lnTo>
                <a:lnTo>
                  <a:pt x="11817249" y="4187641"/>
                </a:lnTo>
                <a:close/>
                <a:moveTo>
                  <a:pt x="10766437" y="4076816"/>
                </a:moveTo>
                <a:lnTo>
                  <a:pt x="10877262" y="4076816"/>
                </a:lnTo>
                <a:lnTo>
                  <a:pt x="10877262" y="4187641"/>
                </a:lnTo>
                <a:lnTo>
                  <a:pt x="10766437" y="4187641"/>
                </a:lnTo>
                <a:close/>
                <a:moveTo>
                  <a:pt x="9715629" y="4076816"/>
                </a:moveTo>
                <a:lnTo>
                  <a:pt x="9826454" y="4076816"/>
                </a:lnTo>
                <a:lnTo>
                  <a:pt x="9826454" y="4187641"/>
                </a:lnTo>
                <a:lnTo>
                  <a:pt x="9715629" y="4187641"/>
                </a:lnTo>
                <a:close/>
                <a:moveTo>
                  <a:pt x="8664821" y="4076816"/>
                </a:moveTo>
                <a:lnTo>
                  <a:pt x="8775646" y="4076816"/>
                </a:lnTo>
                <a:lnTo>
                  <a:pt x="8775646" y="4187641"/>
                </a:lnTo>
                <a:lnTo>
                  <a:pt x="8664821" y="4187641"/>
                </a:lnTo>
                <a:close/>
                <a:moveTo>
                  <a:pt x="7614013" y="4076816"/>
                </a:moveTo>
                <a:lnTo>
                  <a:pt x="7724838" y="4076816"/>
                </a:lnTo>
                <a:lnTo>
                  <a:pt x="7724838" y="4187641"/>
                </a:lnTo>
                <a:lnTo>
                  <a:pt x="7614013" y="4187641"/>
                </a:lnTo>
                <a:close/>
                <a:moveTo>
                  <a:pt x="6563205" y="4076816"/>
                </a:moveTo>
                <a:lnTo>
                  <a:pt x="6674030" y="4076816"/>
                </a:lnTo>
                <a:lnTo>
                  <a:pt x="6674030" y="4187641"/>
                </a:lnTo>
                <a:lnTo>
                  <a:pt x="6563205" y="4187641"/>
                </a:lnTo>
                <a:close/>
                <a:moveTo>
                  <a:pt x="5512397" y="4076816"/>
                </a:moveTo>
                <a:lnTo>
                  <a:pt x="5623222" y="4076816"/>
                </a:lnTo>
                <a:lnTo>
                  <a:pt x="5623222" y="4187641"/>
                </a:lnTo>
                <a:lnTo>
                  <a:pt x="5512397" y="4187641"/>
                </a:lnTo>
                <a:close/>
                <a:moveTo>
                  <a:pt x="4461589" y="4076816"/>
                </a:moveTo>
                <a:lnTo>
                  <a:pt x="4572414" y="4076816"/>
                </a:lnTo>
                <a:lnTo>
                  <a:pt x="4572414" y="4187641"/>
                </a:lnTo>
                <a:lnTo>
                  <a:pt x="4461589" y="4187641"/>
                </a:lnTo>
                <a:close/>
                <a:moveTo>
                  <a:pt x="3410782" y="4076816"/>
                </a:moveTo>
                <a:lnTo>
                  <a:pt x="3521608" y="4076816"/>
                </a:lnTo>
                <a:lnTo>
                  <a:pt x="3521608" y="4187641"/>
                </a:lnTo>
                <a:lnTo>
                  <a:pt x="3410782" y="4187641"/>
                </a:lnTo>
                <a:close/>
                <a:moveTo>
                  <a:pt x="2359975" y="4076816"/>
                </a:moveTo>
                <a:lnTo>
                  <a:pt x="2470800" y="4076816"/>
                </a:lnTo>
                <a:lnTo>
                  <a:pt x="2470800" y="4187641"/>
                </a:lnTo>
                <a:lnTo>
                  <a:pt x="2359975" y="4187641"/>
                </a:lnTo>
                <a:close/>
                <a:moveTo>
                  <a:pt x="1309167" y="4076816"/>
                </a:moveTo>
                <a:lnTo>
                  <a:pt x="1419992" y="4076816"/>
                </a:lnTo>
                <a:lnTo>
                  <a:pt x="1419992" y="4187641"/>
                </a:lnTo>
                <a:lnTo>
                  <a:pt x="1309167" y="4187641"/>
                </a:lnTo>
                <a:close/>
                <a:moveTo>
                  <a:pt x="258359" y="4076816"/>
                </a:moveTo>
                <a:lnTo>
                  <a:pt x="369184" y="4076816"/>
                </a:lnTo>
                <a:lnTo>
                  <a:pt x="369184" y="4187641"/>
                </a:lnTo>
                <a:lnTo>
                  <a:pt x="258359" y="4187641"/>
                </a:lnTo>
                <a:close/>
                <a:moveTo>
                  <a:pt x="11291841" y="3551209"/>
                </a:moveTo>
                <a:lnTo>
                  <a:pt x="11402666" y="3551209"/>
                </a:lnTo>
                <a:lnTo>
                  <a:pt x="11402666" y="3662034"/>
                </a:lnTo>
                <a:lnTo>
                  <a:pt x="11291841" y="3662034"/>
                </a:lnTo>
                <a:close/>
                <a:moveTo>
                  <a:pt x="10241033" y="3551209"/>
                </a:moveTo>
                <a:lnTo>
                  <a:pt x="10351858" y="3551209"/>
                </a:lnTo>
                <a:lnTo>
                  <a:pt x="10351858" y="3662034"/>
                </a:lnTo>
                <a:lnTo>
                  <a:pt x="10241033" y="3662034"/>
                </a:lnTo>
                <a:close/>
                <a:moveTo>
                  <a:pt x="9190225" y="3551209"/>
                </a:moveTo>
                <a:lnTo>
                  <a:pt x="9301050" y="3551209"/>
                </a:lnTo>
                <a:lnTo>
                  <a:pt x="9301050" y="3662034"/>
                </a:lnTo>
                <a:lnTo>
                  <a:pt x="9190225" y="3662034"/>
                </a:lnTo>
                <a:close/>
                <a:moveTo>
                  <a:pt x="8139417" y="3551209"/>
                </a:moveTo>
                <a:lnTo>
                  <a:pt x="8250242" y="3551209"/>
                </a:lnTo>
                <a:lnTo>
                  <a:pt x="8250242" y="3662034"/>
                </a:lnTo>
                <a:lnTo>
                  <a:pt x="8139417" y="3662034"/>
                </a:lnTo>
                <a:close/>
                <a:moveTo>
                  <a:pt x="7088609" y="3551209"/>
                </a:moveTo>
                <a:lnTo>
                  <a:pt x="7199434" y="3551209"/>
                </a:lnTo>
                <a:lnTo>
                  <a:pt x="7199434" y="3662034"/>
                </a:lnTo>
                <a:lnTo>
                  <a:pt x="7088609" y="3662034"/>
                </a:lnTo>
                <a:close/>
                <a:moveTo>
                  <a:pt x="6037801" y="3551209"/>
                </a:moveTo>
                <a:lnTo>
                  <a:pt x="6148626" y="3551209"/>
                </a:lnTo>
                <a:lnTo>
                  <a:pt x="6148626" y="3662034"/>
                </a:lnTo>
                <a:lnTo>
                  <a:pt x="6037801" y="3662034"/>
                </a:lnTo>
                <a:close/>
                <a:moveTo>
                  <a:pt x="4986998" y="3551209"/>
                </a:moveTo>
                <a:lnTo>
                  <a:pt x="5097826" y="3551209"/>
                </a:lnTo>
                <a:lnTo>
                  <a:pt x="5097826" y="3662034"/>
                </a:lnTo>
                <a:lnTo>
                  <a:pt x="4986998" y="3662034"/>
                </a:lnTo>
                <a:close/>
                <a:moveTo>
                  <a:pt x="3936196" y="3551209"/>
                </a:moveTo>
                <a:lnTo>
                  <a:pt x="4047020" y="3551209"/>
                </a:lnTo>
                <a:lnTo>
                  <a:pt x="4047020" y="3662034"/>
                </a:lnTo>
                <a:lnTo>
                  <a:pt x="3936196" y="3662034"/>
                </a:lnTo>
                <a:close/>
                <a:moveTo>
                  <a:pt x="2885389" y="3551209"/>
                </a:moveTo>
                <a:lnTo>
                  <a:pt x="2996214" y="3551209"/>
                </a:lnTo>
                <a:lnTo>
                  <a:pt x="2996214" y="3662034"/>
                </a:lnTo>
                <a:lnTo>
                  <a:pt x="2885389" y="3662034"/>
                </a:lnTo>
                <a:close/>
                <a:moveTo>
                  <a:pt x="1834579" y="3551209"/>
                </a:moveTo>
                <a:lnTo>
                  <a:pt x="1945404" y="3551209"/>
                </a:lnTo>
                <a:lnTo>
                  <a:pt x="1945404" y="3662034"/>
                </a:lnTo>
                <a:lnTo>
                  <a:pt x="1834579" y="3662034"/>
                </a:lnTo>
                <a:close/>
                <a:moveTo>
                  <a:pt x="783773" y="3551209"/>
                </a:moveTo>
                <a:lnTo>
                  <a:pt x="894598" y="3551209"/>
                </a:lnTo>
                <a:lnTo>
                  <a:pt x="894598" y="3662034"/>
                </a:lnTo>
                <a:lnTo>
                  <a:pt x="783773" y="3662034"/>
                </a:lnTo>
                <a:close/>
                <a:moveTo>
                  <a:pt x="2942310" y="3107960"/>
                </a:moveTo>
                <a:lnTo>
                  <a:pt x="2470811" y="3579460"/>
                </a:lnTo>
                <a:lnTo>
                  <a:pt x="2470811" y="3634896"/>
                </a:lnTo>
                <a:lnTo>
                  <a:pt x="2942311" y="4106397"/>
                </a:lnTo>
                <a:lnTo>
                  <a:pt x="3410794" y="3637915"/>
                </a:lnTo>
                <a:lnTo>
                  <a:pt x="3410794" y="3576442"/>
                </a:lnTo>
                <a:close/>
                <a:moveTo>
                  <a:pt x="840944" y="3107960"/>
                </a:moveTo>
                <a:lnTo>
                  <a:pt x="369194" y="3579710"/>
                </a:lnTo>
                <a:lnTo>
                  <a:pt x="369194" y="3634648"/>
                </a:lnTo>
                <a:lnTo>
                  <a:pt x="840944" y="4106399"/>
                </a:lnTo>
                <a:lnTo>
                  <a:pt x="1309176" y="3638165"/>
                </a:lnTo>
                <a:lnTo>
                  <a:pt x="1309176" y="3576193"/>
                </a:lnTo>
                <a:close/>
                <a:moveTo>
                  <a:pt x="3992986" y="3107959"/>
                </a:moveTo>
                <a:lnTo>
                  <a:pt x="3521621" y="3579335"/>
                </a:lnTo>
                <a:lnTo>
                  <a:pt x="3521621" y="3635021"/>
                </a:lnTo>
                <a:lnTo>
                  <a:pt x="3992986" y="4106398"/>
                </a:lnTo>
                <a:lnTo>
                  <a:pt x="4461593" y="3637778"/>
                </a:lnTo>
                <a:lnTo>
                  <a:pt x="4461593" y="3576578"/>
                </a:lnTo>
                <a:close/>
                <a:moveTo>
                  <a:pt x="1891624" y="3107959"/>
                </a:moveTo>
                <a:lnTo>
                  <a:pt x="1420001" y="3579584"/>
                </a:lnTo>
                <a:lnTo>
                  <a:pt x="1420001" y="3634774"/>
                </a:lnTo>
                <a:lnTo>
                  <a:pt x="1891623" y="4106397"/>
                </a:lnTo>
                <a:lnTo>
                  <a:pt x="2359987" y="3638040"/>
                </a:lnTo>
                <a:lnTo>
                  <a:pt x="2359987" y="3576315"/>
                </a:lnTo>
                <a:close/>
                <a:moveTo>
                  <a:pt x="8195689" y="3107959"/>
                </a:moveTo>
                <a:lnTo>
                  <a:pt x="7724838" y="3578810"/>
                </a:lnTo>
                <a:lnTo>
                  <a:pt x="7724838" y="3635541"/>
                </a:lnTo>
                <a:lnTo>
                  <a:pt x="8195691" y="4106395"/>
                </a:lnTo>
                <a:lnTo>
                  <a:pt x="8664821" y="3637265"/>
                </a:lnTo>
                <a:lnTo>
                  <a:pt x="8664821" y="3577091"/>
                </a:lnTo>
                <a:close/>
                <a:moveTo>
                  <a:pt x="5043664" y="3107959"/>
                </a:moveTo>
                <a:lnTo>
                  <a:pt x="4572419" y="3579197"/>
                </a:lnTo>
                <a:lnTo>
                  <a:pt x="4572419" y="3635159"/>
                </a:lnTo>
                <a:lnTo>
                  <a:pt x="5043662" y="4106396"/>
                </a:lnTo>
                <a:lnTo>
                  <a:pt x="5512402" y="3637650"/>
                </a:lnTo>
                <a:lnTo>
                  <a:pt x="5512402" y="3576704"/>
                </a:lnTo>
                <a:close/>
                <a:moveTo>
                  <a:pt x="6094326" y="3107958"/>
                </a:moveTo>
                <a:lnTo>
                  <a:pt x="5623226" y="3579070"/>
                </a:lnTo>
                <a:lnTo>
                  <a:pt x="5623226" y="3635285"/>
                </a:lnTo>
                <a:lnTo>
                  <a:pt x="6094326" y="4106397"/>
                </a:lnTo>
                <a:lnTo>
                  <a:pt x="6563205" y="3637518"/>
                </a:lnTo>
                <a:lnTo>
                  <a:pt x="6563205" y="3576837"/>
                </a:lnTo>
                <a:close/>
                <a:moveTo>
                  <a:pt x="9246372" y="3107957"/>
                </a:moveTo>
                <a:lnTo>
                  <a:pt x="8775646" y="3578683"/>
                </a:lnTo>
                <a:lnTo>
                  <a:pt x="8775646" y="3635671"/>
                </a:lnTo>
                <a:lnTo>
                  <a:pt x="9246369" y="4106395"/>
                </a:lnTo>
                <a:lnTo>
                  <a:pt x="9715629" y="3637135"/>
                </a:lnTo>
                <a:lnTo>
                  <a:pt x="9715629" y="3577215"/>
                </a:lnTo>
                <a:close/>
                <a:moveTo>
                  <a:pt x="7145009" y="3107957"/>
                </a:moveTo>
                <a:lnTo>
                  <a:pt x="6674030" y="3578936"/>
                </a:lnTo>
                <a:lnTo>
                  <a:pt x="6674030" y="3635418"/>
                </a:lnTo>
                <a:lnTo>
                  <a:pt x="7145007" y="4106396"/>
                </a:lnTo>
                <a:lnTo>
                  <a:pt x="7614013" y="3637390"/>
                </a:lnTo>
                <a:lnTo>
                  <a:pt x="7614013" y="3576961"/>
                </a:lnTo>
                <a:close/>
                <a:moveTo>
                  <a:pt x="11347734" y="3107957"/>
                </a:moveTo>
                <a:lnTo>
                  <a:pt x="10877262" y="3578428"/>
                </a:lnTo>
                <a:lnTo>
                  <a:pt x="10877262" y="3635922"/>
                </a:lnTo>
                <a:lnTo>
                  <a:pt x="11347735" y="4106396"/>
                </a:lnTo>
                <a:lnTo>
                  <a:pt x="11817249" y="3636882"/>
                </a:lnTo>
                <a:lnTo>
                  <a:pt x="11817249" y="3577472"/>
                </a:lnTo>
                <a:close/>
                <a:moveTo>
                  <a:pt x="10297053" y="3107955"/>
                </a:moveTo>
                <a:lnTo>
                  <a:pt x="9826454" y="3578554"/>
                </a:lnTo>
                <a:lnTo>
                  <a:pt x="9826454" y="3635794"/>
                </a:lnTo>
                <a:lnTo>
                  <a:pt x="10297054" y="4106394"/>
                </a:lnTo>
                <a:lnTo>
                  <a:pt x="10766437" y="3637011"/>
                </a:lnTo>
                <a:lnTo>
                  <a:pt x="10766437" y="3577339"/>
                </a:lnTo>
                <a:close/>
                <a:moveTo>
                  <a:pt x="11817249" y="3027334"/>
                </a:moveTo>
                <a:lnTo>
                  <a:pt x="11928074" y="3027334"/>
                </a:lnTo>
                <a:lnTo>
                  <a:pt x="11928074" y="3138159"/>
                </a:lnTo>
                <a:lnTo>
                  <a:pt x="11817249" y="3138159"/>
                </a:lnTo>
                <a:close/>
                <a:moveTo>
                  <a:pt x="10766437" y="3027334"/>
                </a:moveTo>
                <a:lnTo>
                  <a:pt x="10877262" y="3027334"/>
                </a:lnTo>
                <a:lnTo>
                  <a:pt x="10877262" y="3138159"/>
                </a:lnTo>
                <a:lnTo>
                  <a:pt x="10766437" y="3138159"/>
                </a:lnTo>
                <a:close/>
                <a:moveTo>
                  <a:pt x="9715629" y="3027334"/>
                </a:moveTo>
                <a:lnTo>
                  <a:pt x="9826454" y="3027334"/>
                </a:lnTo>
                <a:lnTo>
                  <a:pt x="9826454" y="3138159"/>
                </a:lnTo>
                <a:lnTo>
                  <a:pt x="9715629" y="3138159"/>
                </a:lnTo>
                <a:close/>
                <a:moveTo>
                  <a:pt x="8664821" y="3027334"/>
                </a:moveTo>
                <a:lnTo>
                  <a:pt x="8775646" y="3027334"/>
                </a:lnTo>
                <a:lnTo>
                  <a:pt x="8775646" y="3138159"/>
                </a:lnTo>
                <a:lnTo>
                  <a:pt x="8664821" y="3138159"/>
                </a:lnTo>
                <a:close/>
                <a:moveTo>
                  <a:pt x="7614013" y="3027334"/>
                </a:moveTo>
                <a:lnTo>
                  <a:pt x="7724838" y="3027334"/>
                </a:lnTo>
                <a:lnTo>
                  <a:pt x="7724838" y="3138159"/>
                </a:lnTo>
                <a:lnTo>
                  <a:pt x="7614013" y="3138159"/>
                </a:lnTo>
                <a:close/>
                <a:moveTo>
                  <a:pt x="6563205" y="3027334"/>
                </a:moveTo>
                <a:lnTo>
                  <a:pt x="6674030" y="3027334"/>
                </a:lnTo>
                <a:lnTo>
                  <a:pt x="6674030" y="3138159"/>
                </a:lnTo>
                <a:lnTo>
                  <a:pt x="6563205" y="3138159"/>
                </a:lnTo>
                <a:close/>
                <a:moveTo>
                  <a:pt x="5512400" y="3027334"/>
                </a:moveTo>
                <a:lnTo>
                  <a:pt x="5623225" y="3027334"/>
                </a:lnTo>
                <a:lnTo>
                  <a:pt x="5623225" y="3138159"/>
                </a:lnTo>
                <a:lnTo>
                  <a:pt x="5512400" y="3138159"/>
                </a:lnTo>
                <a:close/>
                <a:moveTo>
                  <a:pt x="4461592" y="3027334"/>
                </a:moveTo>
                <a:lnTo>
                  <a:pt x="4572417" y="3027334"/>
                </a:lnTo>
                <a:lnTo>
                  <a:pt x="4572417" y="3138159"/>
                </a:lnTo>
                <a:lnTo>
                  <a:pt x="4461592" y="3138159"/>
                </a:lnTo>
                <a:close/>
                <a:moveTo>
                  <a:pt x="3410790" y="3027334"/>
                </a:moveTo>
                <a:lnTo>
                  <a:pt x="3521616" y="3027334"/>
                </a:lnTo>
                <a:lnTo>
                  <a:pt x="3521616" y="3138159"/>
                </a:lnTo>
                <a:lnTo>
                  <a:pt x="3410790" y="3138159"/>
                </a:lnTo>
                <a:close/>
                <a:moveTo>
                  <a:pt x="2359982" y="3027334"/>
                </a:moveTo>
                <a:lnTo>
                  <a:pt x="2470807" y="3027334"/>
                </a:lnTo>
                <a:lnTo>
                  <a:pt x="2470807" y="3138159"/>
                </a:lnTo>
                <a:lnTo>
                  <a:pt x="2359982" y="3138159"/>
                </a:lnTo>
                <a:close/>
                <a:moveTo>
                  <a:pt x="1309173" y="3027334"/>
                </a:moveTo>
                <a:lnTo>
                  <a:pt x="1419997" y="3027334"/>
                </a:lnTo>
                <a:lnTo>
                  <a:pt x="1419997" y="3138159"/>
                </a:lnTo>
                <a:lnTo>
                  <a:pt x="1309173" y="3138159"/>
                </a:lnTo>
                <a:close/>
                <a:moveTo>
                  <a:pt x="258365" y="3027334"/>
                </a:moveTo>
                <a:lnTo>
                  <a:pt x="369190" y="3027334"/>
                </a:lnTo>
                <a:lnTo>
                  <a:pt x="369190" y="3138159"/>
                </a:lnTo>
                <a:lnTo>
                  <a:pt x="258365" y="3138159"/>
                </a:lnTo>
                <a:close/>
                <a:moveTo>
                  <a:pt x="10794114" y="2610895"/>
                </a:moveTo>
                <a:lnTo>
                  <a:pt x="10323174" y="3081834"/>
                </a:lnTo>
                <a:lnTo>
                  <a:pt x="10792548" y="3551209"/>
                </a:lnTo>
                <a:lnTo>
                  <a:pt x="10852239" y="3551209"/>
                </a:lnTo>
                <a:lnTo>
                  <a:pt x="11321612" y="3081835"/>
                </a:lnTo>
                <a:lnTo>
                  <a:pt x="10850672" y="2610895"/>
                </a:lnTo>
                <a:close/>
                <a:moveTo>
                  <a:pt x="9743434" y="2610895"/>
                </a:moveTo>
                <a:lnTo>
                  <a:pt x="9272494" y="3081834"/>
                </a:lnTo>
                <a:lnTo>
                  <a:pt x="9741869" y="3551209"/>
                </a:lnTo>
                <a:lnTo>
                  <a:pt x="9801555" y="3551209"/>
                </a:lnTo>
                <a:lnTo>
                  <a:pt x="10270931" y="3081833"/>
                </a:lnTo>
                <a:lnTo>
                  <a:pt x="9799992" y="2610895"/>
                </a:lnTo>
                <a:close/>
                <a:moveTo>
                  <a:pt x="8692754" y="2610895"/>
                </a:moveTo>
                <a:lnTo>
                  <a:pt x="8221811" y="3081837"/>
                </a:lnTo>
                <a:lnTo>
                  <a:pt x="8691183" y="3551209"/>
                </a:lnTo>
                <a:lnTo>
                  <a:pt x="8750876" y="3551209"/>
                </a:lnTo>
                <a:lnTo>
                  <a:pt x="9220250" y="3081835"/>
                </a:lnTo>
                <a:lnTo>
                  <a:pt x="8749310" y="2610895"/>
                </a:lnTo>
                <a:close/>
                <a:moveTo>
                  <a:pt x="7642070" y="2610895"/>
                </a:moveTo>
                <a:lnTo>
                  <a:pt x="7171131" y="3081835"/>
                </a:lnTo>
                <a:lnTo>
                  <a:pt x="7640505" y="3551209"/>
                </a:lnTo>
                <a:lnTo>
                  <a:pt x="7700194" y="3551209"/>
                </a:lnTo>
                <a:lnTo>
                  <a:pt x="8169567" y="3081836"/>
                </a:lnTo>
                <a:lnTo>
                  <a:pt x="7698625" y="2610895"/>
                </a:lnTo>
                <a:close/>
                <a:moveTo>
                  <a:pt x="6591389" y="2610895"/>
                </a:moveTo>
                <a:lnTo>
                  <a:pt x="6120448" y="3081836"/>
                </a:lnTo>
                <a:lnTo>
                  <a:pt x="6589820" y="3551209"/>
                </a:lnTo>
                <a:lnTo>
                  <a:pt x="6649514" y="3551209"/>
                </a:lnTo>
                <a:lnTo>
                  <a:pt x="7118887" y="3081836"/>
                </a:lnTo>
                <a:lnTo>
                  <a:pt x="6647947" y="2610895"/>
                </a:lnTo>
                <a:close/>
                <a:moveTo>
                  <a:pt x="5540722" y="2610895"/>
                </a:moveTo>
                <a:lnTo>
                  <a:pt x="5069790" y="3081837"/>
                </a:lnTo>
                <a:lnTo>
                  <a:pt x="5539152" y="3551209"/>
                </a:lnTo>
                <a:lnTo>
                  <a:pt x="5598843" y="3551209"/>
                </a:lnTo>
                <a:lnTo>
                  <a:pt x="6068204" y="3081836"/>
                </a:lnTo>
                <a:lnTo>
                  <a:pt x="5597274" y="2610895"/>
                </a:lnTo>
                <a:close/>
                <a:moveTo>
                  <a:pt x="4490039" y="2610895"/>
                </a:moveTo>
                <a:lnTo>
                  <a:pt x="4019108" y="3081837"/>
                </a:lnTo>
                <a:lnTo>
                  <a:pt x="4488467" y="3551209"/>
                </a:lnTo>
                <a:lnTo>
                  <a:pt x="4548162" y="3551209"/>
                </a:lnTo>
                <a:lnTo>
                  <a:pt x="5017539" y="3081837"/>
                </a:lnTo>
                <a:lnTo>
                  <a:pt x="4546591" y="2610895"/>
                </a:lnTo>
                <a:close/>
                <a:moveTo>
                  <a:pt x="3439377" y="2610895"/>
                </a:moveTo>
                <a:lnTo>
                  <a:pt x="2968431" y="3081838"/>
                </a:lnTo>
                <a:lnTo>
                  <a:pt x="3437805" y="3551209"/>
                </a:lnTo>
                <a:lnTo>
                  <a:pt x="3497502" y="3551209"/>
                </a:lnTo>
                <a:lnTo>
                  <a:pt x="3966864" y="3081837"/>
                </a:lnTo>
                <a:lnTo>
                  <a:pt x="3495931" y="2610895"/>
                </a:lnTo>
                <a:close/>
                <a:moveTo>
                  <a:pt x="2388695" y="2610895"/>
                </a:moveTo>
                <a:lnTo>
                  <a:pt x="1917746" y="3081837"/>
                </a:lnTo>
                <a:lnTo>
                  <a:pt x="2387125" y="3551209"/>
                </a:lnTo>
                <a:lnTo>
                  <a:pt x="2446819" y="3551209"/>
                </a:lnTo>
                <a:lnTo>
                  <a:pt x="2916188" y="3081838"/>
                </a:lnTo>
                <a:lnTo>
                  <a:pt x="2445246" y="2610895"/>
                </a:lnTo>
                <a:close/>
                <a:moveTo>
                  <a:pt x="1338007" y="2610895"/>
                </a:moveTo>
                <a:lnTo>
                  <a:pt x="867066" y="3081838"/>
                </a:lnTo>
                <a:lnTo>
                  <a:pt x="1336436" y="3551209"/>
                </a:lnTo>
                <a:lnTo>
                  <a:pt x="1396132" y="3551209"/>
                </a:lnTo>
                <a:lnTo>
                  <a:pt x="1865502" y="3081837"/>
                </a:lnTo>
                <a:lnTo>
                  <a:pt x="1394561" y="2610895"/>
                </a:lnTo>
                <a:close/>
                <a:moveTo>
                  <a:pt x="11291841" y="2500070"/>
                </a:moveTo>
                <a:lnTo>
                  <a:pt x="11402666" y="2500070"/>
                </a:lnTo>
                <a:lnTo>
                  <a:pt x="11402666" y="2610895"/>
                </a:lnTo>
                <a:lnTo>
                  <a:pt x="11291841" y="2610895"/>
                </a:lnTo>
                <a:close/>
                <a:moveTo>
                  <a:pt x="10241033" y="2500070"/>
                </a:moveTo>
                <a:lnTo>
                  <a:pt x="10351858" y="2500070"/>
                </a:lnTo>
                <a:lnTo>
                  <a:pt x="10351858" y="2610895"/>
                </a:lnTo>
                <a:lnTo>
                  <a:pt x="10241033" y="2610895"/>
                </a:lnTo>
                <a:close/>
                <a:moveTo>
                  <a:pt x="9190225" y="2500070"/>
                </a:moveTo>
                <a:lnTo>
                  <a:pt x="9301050" y="2500070"/>
                </a:lnTo>
                <a:lnTo>
                  <a:pt x="9301050" y="2610895"/>
                </a:lnTo>
                <a:lnTo>
                  <a:pt x="9190225" y="2610895"/>
                </a:lnTo>
                <a:close/>
                <a:moveTo>
                  <a:pt x="8139417" y="2500070"/>
                </a:moveTo>
                <a:lnTo>
                  <a:pt x="8250242" y="2500070"/>
                </a:lnTo>
                <a:lnTo>
                  <a:pt x="8250242" y="2610895"/>
                </a:lnTo>
                <a:lnTo>
                  <a:pt x="8139417" y="2610895"/>
                </a:lnTo>
                <a:close/>
                <a:moveTo>
                  <a:pt x="7088609" y="2500070"/>
                </a:moveTo>
                <a:lnTo>
                  <a:pt x="7199434" y="2500070"/>
                </a:lnTo>
                <a:lnTo>
                  <a:pt x="7199434" y="2610895"/>
                </a:lnTo>
                <a:lnTo>
                  <a:pt x="7088609" y="2610895"/>
                </a:lnTo>
                <a:close/>
                <a:moveTo>
                  <a:pt x="6037801" y="2500070"/>
                </a:moveTo>
                <a:lnTo>
                  <a:pt x="6148626" y="2500070"/>
                </a:lnTo>
                <a:lnTo>
                  <a:pt x="6148626" y="2610895"/>
                </a:lnTo>
                <a:lnTo>
                  <a:pt x="6037801" y="2610895"/>
                </a:lnTo>
                <a:close/>
                <a:moveTo>
                  <a:pt x="4987000" y="2500070"/>
                </a:moveTo>
                <a:lnTo>
                  <a:pt x="5097829" y="2500070"/>
                </a:lnTo>
                <a:lnTo>
                  <a:pt x="5097829" y="2610895"/>
                </a:lnTo>
                <a:lnTo>
                  <a:pt x="4987000" y="2610895"/>
                </a:lnTo>
                <a:close/>
                <a:moveTo>
                  <a:pt x="3936200" y="2500070"/>
                </a:moveTo>
                <a:lnTo>
                  <a:pt x="4047024" y="2500070"/>
                </a:lnTo>
                <a:lnTo>
                  <a:pt x="4047024" y="2610895"/>
                </a:lnTo>
                <a:lnTo>
                  <a:pt x="3936200" y="2610895"/>
                </a:lnTo>
                <a:close/>
                <a:moveTo>
                  <a:pt x="2885393" y="2500070"/>
                </a:moveTo>
                <a:lnTo>
                  <a:pt x="2996218" y="2500070"/>
                </a:lnTo>
                <a:lnTo>
                  <a:pt x="2996218" y="2610895"/>
                </a:lnTo>
                <a:lnTo>
                  <a:pt x="2885393" y="2610895"/>
                </a:lnTo>
                <a:close/>
                <a:moveTo>
                  <a:pt x="1834583" y="2500070"/>
                </a:moveTo>
                <a:lnTo>
                  <a:pt x="1945408" y="2500070"/>
                </a:lnTo>
                <a:lnTo>
                  <a:pt x="1945408" y="2610895"/>
                </a:lnTo>
                <a:lnTo>
                  <a:pt x="1834583" y="2610895"/>
                </a:lnTo>
                <a:close/>
                <a:moveTo>
                  <a:pt x="783777" y="2500070"/>
                </a:moveTo>
                <a:lnTo>
                  <a:pt x="894602" y="2500070"/>
                </a:lnTo>
                <a:lnTo>
                  <a:pt x="894602" y="2610895"/>
                </a:lnTo>
                <a:lnTo>
                  <a:pt x="783777" y="2610895"/>
                </a:lnTo>
                <a:close/>
                <a:moveTo>
                  <a:pt x="1891623" y="2057291"/>
                </a:moveTo>
                <a:lnTo>
                  <a:pt x="1420005" y="2528898"/>
                </a:lnTo>
                <a:lnTo>
                  <a:pt x="1420005" y="2584095"/>
                </a:lnTo>
                <a:lnTo>
                  <a:pt x="1891624" y="3055715"/>
                </a:lnTo>
                <a:lnTo>
                  <a:pt x="2359991" y="2587356"/>
                </a:lnTo>
                <a:lnTo>
                  <a:pt x="2359991" y="2525640"/>
                </a:lnTo>
                <a:close/>
                <a:moveTo>
                  <a:pt x="2942310" y="2057291"/>
                </a:moveTo>
                <a:lnTo>
                  <a:pt x="2470816" y="2528774"/>
                </a:lnTo>
                <a:lnTo>
                  <a:pt x="2470816" y="2584221"/>
                </a:lnTo>
                <a:lnTo>
                  <a:pt x="2942310" y="3055716"/>
                </a:lnTo>
                <a:lnTo>
                  <a:pt x="3410799" y="2587229"/>
                </a:lnTo>
                <a:lnTo>
                  <a:pt x="3410799" y="2525765"/>
                </a:lnTo>
                <a:close/>
                <a:moveTo>
                  <a:pt x="3992986" y="2057290"/>
                </a:moveTo>
                <a:lnTo>
                  <a:pt x="3521627" y="2528649"/>
                </a:lnTo>
                <a:lnTo>
                  <a:pt x="3521627" y="2584345"/>
                </a:lnTo>
                <a:lnTo>
                  <a:pt x="3992986" y="3055715"/>
                </a:lnTo>
                <a:lnTo>
                  <a:pt x="4461596" y="2587094"/>
                </a:lnTo>
                <a:lnTo>
                  <a:pt x="4461596" y="2525899"/>
                </a:lnTo>
                <a:close/>
                <a:moveTo>
                  <a:pt x="840944" y="2057289"/>
                </a:moveTo>
                <a:lnTo>
                  <a:pt x="369198" y="2529024"/>
                </a:lnTo>
                <a:lnTo>
                  <a:pt x="369198" y="2583969"/>
                </a:lnTo>
                <a:lnTo>
                  <a:pt x="840944" y="3055716"/>
                </a:lnTo>
                <a:lnTo>
                  <a:pt x="1309180" y="2587479"/>
                </a:lnTo>
                <a:lnTo>
                  <a:pt x="1309180" y="2525514"/>
                </a:lnTo>
                <a:close/>
                <a:moveTo>
                  <a:pt x="7145007" y="2057289"/>
                </a:moveTo>
                <a:lnTo>
                  <a:pt x="6674030" y="2528255"/>
                </a:lnTo>
                <a:lnTo>
                  <a:pt x="6674030" y="2584733"/>
                </a:lnTo>
                <a:lnTo>
                  <a:pt x="7145010" y="3055713"/>
                </a:lnTo>
                <a:lnTo>
                  <a:pt x="7614013" y="2586710"/>
                </a:lnTo>
                <a:lnTo>
                  <a:pt x="7614013" y="2526283"/>
                </a:lnTo>
                <a:close/>
                <a:moveTo>
                  <a:pt x="5043664" y="2057289"/>
                </a:moveTo>
                <a:lnTo>
                  <a:pt x="4572421" y="2528513"/>
                </a:lnTo>
                <a:lnTo>
                  <a:pt x="4572421" y="2584480"/>
                </a:lnTo>
                <a:lnTo>
                  <a:pt x="5043664" y="3055715"/>
                </a:lnTo>
                <a:lnTo>
                  <a:pt x="5512404" y="2586968"/>
                </a:lnTo>
                <a:lnTo>
                  <a:pt x="5512404" y="2526024"/>
                </a:lnTo>
                <a:close/>
                <a:moveTo>
                  <a:pt x="10297053" y="2057288"/>
                </a:moveTo>
                <a:lnTo>
                  <a:pt x="9826454" y="2527875"/>
                </a:lnTo>
                <a:lnTo>
                  <a:pt x="9826454" y="2585115"/>
                </a:lnTo>
                <a:lnTo>
                  <a:pt x="10297052" y="3055713"/>
                </a:lnTo>
                <a:lnTo>
                  <a:pt x="10766437" y="2586328"/>
                </a:lnTo>
                <a:lnTo>
                  <a:pt x="10766437" y="2526660"/>
                </a:lnTo>
                <a:close/>
                <a:moveTo>
                  <a:pt x="9246373" y="2057288"/>
                </a:moveTo>
                <a:lnTo>
                  <a:pt x="8775646" y="2528002"/>
                </a:lnTo>
                <a:lnTo>
                  <a:pt x="8775646" y="2584986"/>
                </a:lnTo>
                <a:lnTo>
                  <a:pt x="9246373" y="3055713"/>
                </a:lnTo>
                <a:lnTo>
                  <a:pt x="9715629" y="2586457"/>
                </a:lnTo>
                <a:lnTo>
                  <a:pt x="9715629" y="2526532"/>
                </a:lnTo>
                <a:close/>
                <a:moveTo>
                  <a:pt x="8195690" y="2057288"/>
                </a:moveTo>
                <a:lnTo>
                  <a:pt x="7724838" y="2528128"/>
                </a:lnTo>
                <a:lnTo>
                  <a:pt x="7724838" y="2584864"/>
                </a:lnTo>
                <a:lnTo>
                  <a:pt x="8195689" y="3055714"/>
                </a:lnTo>
                <a:lnTo>
                  <a:pt x="8664821" y="2586582"/>
                </a:lnTo>
                <a:lnTo>
                  <a:pt x="8664821" y="2526406"/>
                </a:lnTo>
                <a:close/>
                <a:moveTo>
                  <a:pt x="6094328" y="2057287"/>
                </a:moveTo>
                <a:lnTo>
                  <a:pt x="5623228" y="2528386"/>
                </a:lnTo>
                <a:lnTo>
                  <a:pt x="5623228" y="2584606"/>
                </a:lnTo>
                <a:lnTo>
                  <a:pt x="6094325" y="3055714"/>
                </a:lnTo>
                <a:lnTo>
                  <a:pt x="6563205" y="2586835"/>
                </a:lnTo>
                <a:lnTo>
                  <a:pt x="6563205" y="2526153"/>
                </a:lnTo>
                <a:close/>
                <a:moveTo>
                  <a:pt x="11347736" y="2057286"/>
                </a:moveTo>
                <a:lnTo>
                  <a:pt x="10877262" y="2527747"/>
                </a:lnTo>
                <a:lnTo>
                  <a:pt x="10877262" y="2585241"/>
                </a:lnTo>
                <a:lnTo>
                  <a:pt x="11347734" y="3055713"/>
                </a:lnTo>
                <a:lnTo>
                  <a:pt x="11817249" y="2586199"/>
                </a:lnTo>
                <a:lnTo>
                  <a:pt x="11817249" y="2526787"/>
                </a:lnTo>
                <a:close/>
                <a:moveTo>
                  <a:pt x="258363" y="1973449"/>
                </a:moveTo>
                <a:lnTo>
                  <a:pt x="369188" y="1973449"/>
                </a:lnTo>
                <a:lnTo>
                  <a:pt x="369188" y="2084274"/>
                </a:lnTo>
                <a:lnTo>
                  <a:pt x="258363" y="2084274"/>
                </a:lnTo>
                <a:close/>
                <a:moveTo>
                  <a:pt x="2359980" y="1973449"/>
                </a:moveTo>
                <a:lnTo>
                  <a:pt x="2470805" y="1973449"/>
                </a:lnTo>
                <a:lnTo>
                  <a:pt x="2470805" y="2084274"/>
                </a:lnTo>
                <a:lnTo>
                  <a:pt x="2359980" y="2084274"/>
                </a:lnTo>
                <a:close/>
                <a:moveTo>
                  <a:pt x="1309171" y="1973449"/>
                </a:moveTo>
                <a:lnTo>
                  <a:pt x="1419995" y="1973449"/>
                </a:lnTo>
                <a:lnTo>
                  <a:pt x="1419995" y="2084274"/>
                </a:lnTo>
                <a:lnTo>
                  <a:pt x="1309171" y="2084274"/>
                </a:lnTo>
                <a:close/>
                <a:moveTo>
                  <a:pt x="4461591" y="1973448"/>
                </a:moveTo>
                <a:lnTo>
                  <a:pt x="4572416" y="1973448"/>
                </a:lnTo>
                <a:lnTo>
                  <a:pt x="4572416" y="2084273"/>
                </a:lnTo>
                <a:lnTo>
                  <a:pt x="4461591" y="2084273"/>
                </a:lnTo>
                <a:close/>
                <a:moveTo>
                  <a:pt x="3410788" y="1973448"/>
                </a:moveTo>
                <a:lnTo>
                  <a:pt x="3521614" y="1973448"/>
                </a:lnTo>
                <a:lnTo>
                  <a:pt x="3521614" y="2084273"/>
                </a:lnTo>
                <a:lnTo>
                  <a:pt x="3410788" y="2084273"/>
                </a:lnTo>
                <a:close/>
                <a:moveTo>
                  <a:pt x="6563205" y="1973448"/>
                </a:moveTo>
                <a:lnTo>
                  <a:pt x="6674030" y="1973448"/>
                </a:lnTo>
                <a:lnTo>
                  <a:pt x="6674030" y="2084273"/>
                </a:lnTo>
                <a:lnTo>
                  <a:pt x="6563205" y="2084273"/>
                </a:lnTo>
                <a:close/>
                <a:moveTo>
                  <a:pt x="5512399" y="1973448"/>
                </a:moveTo>
                <a:lnTo>
                  <a:pt x="5623224" y="1973448"/>
                </a:lnTo>
                <a:lnTo>
                  <a:pt x="5623224" y="2084273"/>
                </a:lnTo>
                <a:lnTo>
                  <a:pt x="5512399" y="2084273"/>
                </a:lnTo>
                <a:close/>
                <a:moveTo>
                  <a:pt x="7614013" y="1973448"/>
                </a:moveTo>
                <a:lnTo>
                  <a:pt x="7724838" y="1973448"/>
                </a:lnTo>
                <a:lnTo>
                  <a:pt x="7724838" y="2084273"/>
                </a:lnTo>
                <a:lnTo>
                  <a:pt x="7614013" y="2084273"/>
                </a:lnTo>
                <a:close/>
                <a:moveTo>
                  <a:pt x="9715629" y="1973448"/>
                </a:moveTo>
                <a:lnTo>
                  <a:pt x="9826454" y="1973448"/>
                </a:lnTo>
                <a:lnTo>
                  <a:pt x="9826454" y="2084273"/>
                </a:lnTo>
                <a:lnTo>
                  <a:pt x="9715629" y="2084273"/>
                </a:lnTo>
                <a:close/>
                <a:moveTo>
                  <a:pt x="8664821" y="1973448"/>
                </a:moveTo>
                <a:lnTo>
                  <a:pt x="8775646" y="1973448"/>
                </a:lnTo>
                <a:lnTo>
                  <a:pt x="8775646" y="2084273"/>
                </a:lnTo>
                <a:lnTo>
                  <a:pt x="8664821" y="2084273"/>
                </a:lnTo>
                <a:close/>
                <a:moveTo>
                  <a:pt x="11817249" y="1973448"/>
                </a:moveTo>
                <a:lnTo>
                  <a:pt x="11928074" y="1973448"/>
                </a:lnTo>
                <a:lnTo>
                  <a:pt x="11928074" y="2084273"/>
                </a:lnTo>
                <a:lnTo>
                  <a:pt x="11817249" y="2084273"/>
                </a:lnTo>
                <a:close/>
                <a:moveTo>
                  <a:pt x="10766437" y="1973448"/>
                </a:moveTo>
                <a:lnTo>
                  <a:pt x="10877262" y="1973448"/>
                </a:lnTo>
                <a:lnTo>
                  <a:pt x="10877262" y="2084273"/>
                </a:lnTo>
                <a:lnTo>
                  <a:pt x="10766437" y="2084273"/>
                </a:lnTo>
                <a:close/>
                <a:moveTo>
                  <a:pt x="3441643" y="1557959"/>
                </a:moveTo>
                <a:lnTo>
                  <a:pt x="2968431" y="2031169"/>
                </a:lnTo>
                <a:lnTo>
                  <a:pt x="3437348" y="2500070"/>
                </a:lnTo>
                <a:lnTo>
                  <a:pt x="3497959" y="2500070"/>
                </a:lnTo>
                <a:lnTo>
                  <a:pt x="3966865" y="2031168"/>
                </a:lnTo>
                <a:lnTo>
                  <a:pt x="3493665" y="1557959"/>
                </a:lnTo>
                <a:close/>
                <a:moveTo>
                  <a:pt x="2390961" y="1557959"/>
                </a:moveTo>
                <a:lnTo>
                  <a:pt x="1917745" y="2031169"/>
                </a:lnTo>
                <a:lnTo>
                  <a:pt x="2386665" y="2500070"/>
                </a:lnTo>
                <a:lnTo>
                  <a:pt x="2447277" y="2500070"/>
                </a:lnTo>
                <a:lnTo>
                  <a:pt x="2916189" y="2031169"/>
                </a:lnTo>
                <a:lnTo>
                  <a:pt x="2442980" y="1557959"/>
                </a:lnTo>
                <a:close/>
                <a:moveTo>
                  <a:pt x="1340273" y="1557959"/>
                </a:moveTo>
                <a:lnTo>
                  <a:pt x="867066" y="2031167"/>
                </a:lnTo>
                <a:lnTo>
                  <a:pt x="1335980" y="2500070"/>
                </a:lnTo>
                <a:lnTo>
                  <a:pt x="1396589" y="2500070"/>
                </a:lnTo>
                <a:lnTo>
                  <a:pt x="1865501" y="2031169"/>
                </a:lnTo>
                <a:lnTo>
                  <a:pt x="1392293" y="1557959"/>
                </a:lnTo>
                <a:close/>
                <a:moveTo>
                  <a:pt x="5542986" y="1557958"/>
                </a:moveTo>
                <a:lnTo>
                  <a:pt x="5069790" y="2031167"/>
                </a:lnTo>
                <a:lnTo>
                  <a:pt x="5538694" y="2500070"/>
                </a:lnTo>
                <a:lnTo>
                  <a:pt x="5599302" y="2500070"/>
                </a:lnTo>
                <a:lnTo>
                  <a:pt x="6068206" y="2031166"/>
                </a:lnTo>
                <a:lnTo>
                  <a:pt x="5595011" y="1557958"/>
                </a:lnTo>
                <a:close/>
                <a:moveTo>
                  <a:pt x="4492305" y="1557958"/>
                </a:moveTo>
                <a:lnTo>
                  <a:pt x="4019109" y="2031168"/>
                </a:lnTo>
                <a:lnTo>
                  <a:pt x="4488010" y="2500070"/>
                </a:lnTo>
                <a:lnTo>
                  <a:pt x="4548620" y="2500070"/>
                </a:lnTo>
                <a:lnTo>
                  <a:pt x="5017539" y="2031167"/>
                </a:lnTo>
                <a:lnTo>
                  <a:pt x="4544326" y="1557958"/>
                </a:lnTo>
                <a:close/>
                <a:moveTo>
                  <a:pt x="7644337" y="1557958"/>
                </a:moveTo>
                <a:lnTo>
                  <a:pt x="7171129" y="2031167"/>
                </a:lnTo>
                <a:lnTo>
                  <a:pt x="7640044" y="2500070"/>
                </a:lnTo>
                <a:lnTo>
                  <a:pt x="7700653" y="2500070"/>
                </a:lnTo>
                <a:lnTo>
                  <a:pt x="8169569" y="2031167"/>
                </a:lnTo>
                <a:lnTo>
                  <a:pt x="7696361" y="1557958"/>
                </a:lnTo>
                <a:close/>
                <a:moveTo>
                  <a:pt x="6593656" y="1557958"/>
                </a:moveTo>
                <a:lnTo>
                  <a:pt x="6120450" y="2031165"/>
                </a:lnTo>
                <a:lnTo>
                  <a:pt x="6589366" y="2500070"/>
                </a:lnTo>
                <a:lnTo>
                  <a:pt x="6649970" y="2500070"/>
                </a:lnTo>
                <a:lnTo>
                  <a:pt x="7118885" y="2031167"/>
                </a:lnTo>
                <a:lnTo>
                  <a:pt x="6645676" y="1557958"/>
                </a:lnTo>
                <a:close/>
                <a:moveTo>
                  <a:pt x="9745703" y="1557958"/>
                </a:moveTo>
                <a:lnTo>
                  <a:pt x="9272494" y="2031167"/>
                </a:lnTo>
                <a:lnTo>
                  <a:pt x="9741408" y="2500070"/>
                </a:lnTo>
                <a:lnTo>
                  <a:pt x="9802016" y="2500070"/>
                </a:lnTo>
                <a:lnTo>
                  <a:pt x="10270931" y="2031167"/>
                </a:lnTo>
                <a:lnTo>
                  <a:pt x="9797723" y="1557958"/>
                </a:lnTo>
                <a:close/>
                <a:moveTo>
                  <a:pt x="8695019" y="1557958"/>
                </a:moveTo>
                <a:lnTo>
                  <a:pt x="8221812" y="2031166"/>
                </a:lnTo>
                <a:lnTo>
                  <a:pt x="8690730" y="2500070"/>
                </a:lnTo>
                <a:lnTo>
                  <a:pt x="8751334" y="2500070"/>
                </a:lnTo>
                <a:lnTo>
                  <a:pt x="9220250" y="2031166"/>
                </a:lnTo>
                <a:lnTo>
                  <a:pt x="8747043" y="1557958"/>
                </a:lnTo>
                <a:close/>
                <a:moveTo>
                  <a:pt x="10796383" y="1557958"/>
                </a:moveTo>
                <a:lnTo>
                  <a:pt x="10323175" y="2031166"/>
                </a:lnTo>
                <a:lnTo>
                  <a:pt x="10792091" y="2500070"/>
                </a:lnTo>
                <a:lnTo>
                  <a:pt x="10852696" y="2500070"/>
                </a:lnTo>
                <a:lnTo>
                  <a:pt x="11321614" y="2031164"/>
                </a:lnTo>
                <a:lnTo>
                  <a:pt x="10848409" y="1557958"/>
                </a:lnTo>
                <a:close/>
                <a:moveTo>
                  <a:pt x="783781" y="1447135"/>
                </a:moveTo>
                <a:lnTo>
                  <a:pt x="894606" y="1447135"/>
                </a:lnTo>
                <a:lnTo>
                  <a:pt x="894606" y="1557959"/>
                </a:lnTo>
                <a:lnTo>
                  <a:pt x="783781" y="1557959"/>
                </a:lnTo>
                <a:close/>
                <a:moveTo>
                  <a:pt x="1834586" y="1447134"/>
                </a:moveTo>
                <a:lnTo>
                  <a:pt x="1945411" y="1447134"/>
                </a:lnTo>
                <a:lnTo>
                  <a:pt x="1945411" y="1557959"/>
                </a:lnTo>
                <a:lnTo>
                  <a:pt x="1834586" y="1557959"/>
                </a:lnTo>
                <a:close/>
                <a:moveTo>
                  <a:pt x="4987002" y="1447134"/>
                </a:moveTo>
                <a:lnTo>
                  <a:pt x="5097832" y="1447134"/>
                </a:lnTo>
                <a:lnTo>
                  <a:pt x="5097832" y="1557958"/>
                </a:lnTo>
                <a:lnTo>
                  <a:pt x="4987002" y="1557958"/>
                </a:lnTo>
                <a:close/>
                <a:moveTo>
                  <a:pt x="3936204" y="1447134"/>
                </a:moveTo>
                <a:lnTo>
                  <a:pt x="4047028" y="1447134"/>
                </a:lnTo>
                <a:lnTo>
                  <a:pt x="4047028" y="1557959"/>
                </a:lnTo>
                <a:lnTo>
                  <a:pt x="3936204" y="1557959"/>
                </a:lnTo>
                <a:close/>
                <a:moveTo>
                  <a:pt x="2885398" y="1447134"/>
                </a:moveTo>
                <a:lnTo>
                  <a:pt x="2996224" y="1447134"/>
                </a:lnTo>
                <a:lnTo>
                  <a:pt x="2996224" y="1557959"/>
                </a:lnTo>
                <a:lnTo>
                  <a:pt x="2885398" y="1557959"/>
                </a:lnTo>
                <a:close/>
                <a:moveTo>
                  <a:pt x="6037801" y="1447133"/>
                </a:moveTo>
                <a:lnTo>
                  <a:pt x="6148626" y="1447133"/>
                </a:lnTo>
                <a:lnTo>
                  <a:pt x="6148626" y="1557958"/>
                </a:lnTo>
                <a:lnTo>
                  <a:pt x="6037801" y="1557958"/>
                </a:lnTo>
                <a:close/>
                <a:moveTo>
                  <a:pt x="9190225" y="1447133"/>
                </a:moveTo>
                <a:lnTo>
                  <a:pt x="9301050" y="1447133"/>
                </a:lnTo>
                <a:lnTo>
                  <a:pt x="9301050" y="1557958"/>
                </a:lnTo>
                <a:lnTo>
                  <a:pt x="9190225" y="1557958"/>
                </a:lnTo>
                <a:close/>
                <a:moveTo>
                  <a:pt x="8139417" y="1447133"/>
                </a:moveTo>
                <a:lnTo>
                  <a:pt x="8250242" y="1447133"/>
                </a:lnTo>
                <a:lnTo>
                  <a:pt x="8250242" y="1557958"/>
                </a:lnTo>
                <a:lnTo>
                  <a:pt x="8139417" y="1557958"/>
                </a:lnTo>
                <a:close/>
                <a:moveTo>
                  <a:pt x="7088609" y="1447133"/>
                </a:moveTo>
                <a:lnTo>
                  <a:pt x="7199434" y="1447133"/>
                </a:lnTo>
                <a:lnTo>
                  <a:pt x="7199434" y="1557958"/>
                </a:lnTo>
                <a:lnTo>
                  <a:pt x="7088609" y="1557958"/>
                </a:lnTo>
                <a:close/>
                <a:moveTo>
                  <a:pt x="10241033" y="1447133"/>
                </a:moveTo>
                <a:lnTo>
                  <a:pt x="10351858" y="1447133"/>
                </a:lnTo>
                <a:lnTo>
                  <a:pt x="10351858" y="1557957"/>
                </a:lnTo>
                <a:lnTo>
                  <a:pt x="10241033" y="1557957"/>
                </a:lnTo>
                <a:close/>
                <a:moveTo>
                  <a:pt x="11291841" y="1447133"/>
                </a:moveTo>
                <a:lnTo>
                  <a:pt x="11402666" y="1447133"/>
                </a:lnTo>
                <a:lnTo>
                  <a:pt x="11402666" y="1557957"/>
                </a:lnTo>
                <a:lnTo>
                  <a:pt x="11291841" y="1557957"/>
                </a:lnTo>
                <a:close/>
                <a:moveTo>
                  <a:pt x="2942310" y="1006607"/>
                </a:moveTo>
                <a:lnTo>
                  <a:pt x="2470820" y="1478100"/>
                </a:lnTo>
                <a:lnTo>
                  <a:pt x="2470820" y="1533556"/>
                </a:lnTo>
                <a:lnTo>
                  <a:pt x="2942310" y="2005047"/>
                </a:lnTo>
                <a:lnTo>
                  <a:pt x="3410804" y="1536556"/>
                </a:lnTo>
                <a:lnTo>
                  <a:pt x="3410804" y="1475099"/>
                </a:lnTo>
                <a:close/>
                <a:moveTo>
                  <a:pt x="1891623" y="1006607"/>
                </a:moveTo>
                <a:lnTo>
                  <a:pt x="1420008" y="1478224"/>
                </a:lnTo>
                <a:lnTo>
                  <a:pt x="1420008" y="1533431"/>
                </a:lnTo>
                <a:lnTo>
                  <a:pt x="1891623" y="2005047"/>
                </a:lnTo>
                <a:lnTo>
                  <a:pt x="2359996" y="1536681"/>
                </a:lnTo>
                <a:lnTo>
                  <a:pt x="2359996" y="1474975"/>
                </a:lnTo>
                <a:close/>
                <a:moveTo>
                  <a:pt x="840943" y="1006607"/>
                </a:moveTo>
                <a:lnTo>
                  <a:pt x="369202" y="1478351"/>
                </a:lnTo>
                <a:lnTo>
                  <a:pt x="369202" y="1533303"/>
                </a:lnTo>
                <a:lnTo>
                  <a:pt x="840944" y="2005046"/>
                </a:lnTo>
                <a:lnTo>
                  <a:pt x="1309184" y="1536806"/>
                </a:lnTo>
                <a:lnTo>
                  <a:pt x="1309184" y="1474850"/>
                </a:lnTo>
                <a:close/>
                <a:moveTo>
                  <a:pt x="3992987" y="1006606"/>
                </a:moveTo>
                <a:lnTo>
                  <a:pt x="3521631" y="1477974"/>
                </a:lnTo>
                <a:lnTo>
                  <a:pt x="3521631" y="1533680"/>
                </a:lnTo>
                <a:lnTo>
                  <a:pt x="3992986" y="2005046"/>
                </a:lnTo>
                <a:lnTo>
                  <a:pt x="4461598" y="1536423"/>
                </a:lnTo>
                <a:lnTo>
                  <a:pt x="4461598" y="1475230"/>
                </a:lnTo>
                <a:close/>
                <a:moveTo>
                  <a:pt x="6094326" y="1006605"/>
                </a:moveTo>
                <a:lnTo>
                  <a:pt x="5623230" y="1477714"/>
                </a:lnTo>
                <a:lnTo>
                  <a:pt x="5623230" y="1533934"/>
                </a:lnTo>
                <a:lnTo>
                  <a:pt x="6094328" y="2005044"/>
                </a:lnTo>
                <a:lnTo>
                  <a:pt x="6563205" y="1536166"/>
                </a:lnTo>
                <a:lnTo>
                  <a:pt x="6563205" y="1475487"/>
                </a:lnTo>
                <a:close/>
                <a:moveTo>
                  <a:pt x="9246371" y="1006604"/>
                </a:moveTo>
                <a:lnTo>
                  <a:pt x="8775646" y="1477332"/>
                </a:lnTo>
                <a:lnTo>
                  <a:pt x="8775646" y="1534319"/>
                </a:lnTo>
                <a:lnTo>
                  <a:pt x="9246371" y="2005045"/>
                </a:lnTo>
                <a:lnTo>
                  <a:pt x="9715629" y="1535786"/>
                </a:lnTo>
                <a:lnTo>
                  <a:pt x="9715629" y="1475864"/>
                </a:lnTo>
                <a:close/>
                <a:moveTo>
                  <a:pt x="5043669" y="1006604"/>
                </a:moveTo>
                <a:lnTo>
                  <a:pt x="4572422" y="1477843"/>
                </a:lnTo>
                <a:lnTo>
                  <a:pt x="4572422" y="1533811"/>
                </a:lnTo>
                <a:lnTo>
                  <a:pt x="5043664" y="2005045"/>
                </a:lnTo>
                <a:lnTo>
                  <a:pt x="5512407" y="1536296"/>
                </a:lnTo>
                <a:lnTo>
                  <a:pt x="5512407" y="1475351"/>
                </a:lnTo>
                <a:close/>
                <a:moveTo>
                  <a:pt x="11347735" y="1006604"/>
                </a:moveTo>
                <a:lnTo>
                  <a:pt x="10877262" y="1477079"/>
                </a:lnTo>
                <a:lnTo>
                  <a:pt x="10877262" y="1534567"/>
                </a:lnTo>
                <a:lnTo>
                  <a:pt x="11347736" y="2005041"/>
                </a:lnTo>
                <a:lnTo>
                  <a:pt x="11817249" y="1535528"/>
                </a:lnTo>
                <a:lnTo>
                  <a:pt x="11817249" y="1476120"/>
                </a:lnTo>
                <a:close/>
                <a:moveTo>
                  <a:pt x="8195690" y="1006604"/>
                </a:moveTo>
                <a:lnTo>
                  <a:pt x="7724838" y="1477458"/>
                </a:lnTo>
                <a:lnTo>
                  <a:pt x="7724838" y="1534191"/>
                </a:lnTo>
                <a:lnTo>
                  <a:pt x="8195691" y="2005044"/>
                </a:lnTo>
                <a:lnTo>
                  <a:pt x="8664821" y="1535914"/>
                </a:lnTo>
                <a:lnTo>
                  <a:pt x="8664821" y="1475736"/>
                </a:lnTo>
                <a:close/>
                <a:moveTo>
                  <a:pt x="7145009" y="1006604"/>
                </a:moveTo>
                <a:lnTo>
                  <a:pt x="6674030" y="1477584"/>
                </a:lnTo>
                <a:lnTo>
                  <a:pt x="6674030" y="1534069"/>
                </a:lnTo>
                <a:lnTo>
                  <a:pt x="7145007" y="2005046"/>
                </a:lnTo>
                <a:lnTo>
                  <a:pt x="7614013" y="1536039"/>
                </a:lnTo>
                <a:lnTo>
                  <a:pt x="7614013" y="1475610"/>
                </a:lnTo>
                <a:close/>
                <a:moveTo>
                  <a:pt x="10297056" y="1006603"/>
                </a:moveTo>
                <a:lnTo>
                  <a:pt x="9826454" y="1477207"/>
                </a:lnTo>
                <a:lnTo>
                  <a:pt x="9826454" y="1534445"/>
                </a:lnTo>
                <a:lnTo>
                  <a:pt x="10297053" y="2005045"/>
                </a:lnTo>
                <a:lnTo>
                  <a:pt x="10766437" y="1535660"/>
                </a:lnTo>
                <a:lnTo>
                  <a:pt x="10766437" y="1475986"/>
                </a:lnTo>
                <a:close/>
                <a:moveTo>
                  <a:pt x="258361" y="922634"/>
                </a:moveTo>
                <a:lnTo>
                  <a:pt x="369186" y="922634"/>
                </a:lnTo>
                <a:lnTo>
                  <a:pt x="369186" y="1033459"/>
                </a:lnTo>
                <a:lnTo>
                  <a:pt x="258361" y="1033459"/>
                </a:lnTo>
                <a:close/>
                <a:moveTo>
                  <a:pt x="2359977" y="922633"/>
                </a:moveTo>
                <a:lnTo>
                  <a:pt x="2470802" y="922633"/>
                </a:lnTo>
                <a:lnTo>
                  <a:pt x="2470802" y="1033458"/>
                </a:lnTo>
                <a:lnTo>
                  <a:pt x="2359977" y="1033458"/>
                </a:lnTo>
                <a:close/>
                <a:moveTo>
                  <a:pt x="1309169" y="922633"/>
                </a:moveTo>
                <a:lnTo>
                  <a:pt x="1419993" y="922633"/>
                </a:lnTo>
                <a:lnTo>
                  <a:pt x="1419993" y="1033458"/>
                </a:lnTo>
                <a:lnTo>
                  <a:pt x="1309169" y="1033458"/>
                </a:lnTo>
                <a:close/>
                <a:moveTo>
                  <a:pt x="5512398" y="922633"/>
                </a:moveTo>
                <a:lnTo>
                  <a:pt x="5623223" y="922633"/>
                </a:lnTo>
                <a:lnTo>
                  <a:pt x="5623223" y="1033458"/>
                </a:lnTo>
                <a:lnTo>
                  <a:pt x="5512398" y="1033458"/>
                </a:lnTo>
                <a:close/>
                <a:moveTo>
                  <a:pt x="4461591" y="922633"/>
                </a:moveTo>
                <a:lnTo>
                  <a:pt x="4572415" y="922633"/>
                </a:lnTo>
                <a:lnTo>
                  <a:pt x="4572415" y="1033458"/>
                </a:lnTo>
                <a:lnTo>
                  <a:pt x="4461591" y="1033458"/>
                </a:lnTo>
                <a:close/>
                <a:moveTo>
                  <a:pt x="3410785" y="922633"/>
                </a:moveTo>
                <a:lnTo>
                  <a:pt x="3521610" y="922633"/>
                </a:lnTo>
                <a:lnTo>
                  <a:pt x="3521610" y="1033458"/>
                </a:lnTo>
                <a:lnTo>
                  <a:pt x="3410785" y="1033458"/>
                </a:lnTo>
                <a:close/>
                <a:moveTo>
                  <a:pt x="7614013" y="922633"/>
                </a:moveTo>
                <a:lnTo>
                  <a:pt x="7724838" y="922633"/>
                </a:lnTo>
                <a:lnTo>
                  <a:pt x="7724838" y="1033458"/>
                </a:lnTo>
                <a:lnTo>
                  <a:pt x="7614013" y="1033458"/>
                </a:lnTo>
                <a:close/>
                <a:moveTo>
                  <a:pt x="6563205" y="922633"/>
                </a:moveTo>
                <a:lnTo>
                  <a:pt x="6674030" y="922633"/>
                </a:lnTo>
                <a:lnTo>
                  <a:pt x="6674030" y="1033458"/>
                </a:lnTo>
                <a:lnTo>
                  <a:pt x="6563205" y="1033458"/>
                </a:lnTo>
                <a:close/>
                <a:moveTo>
                  <a:pt x="10766437" y="922633"/>
                </a:moveTo>
                <a:lnTo>
                  <a:pt x="10877262" y="922633"/>
                </a:lnTo>
                <a:lnTo>
                  <a:pt x="10877262" y="1033458"/>
                </a:lnTo>
                <a:lnTo>
                  <a:pt x="10766437" y="1033458"/>
                </a:lnTo>
                <a:close/>
                <a:moveTo>
                  <a:pt x="9715629" y="922633"/>
                </a:moveTo>
                <a:lnTo>
                  <a:pt x="9826454" y="922633"/>
                </a:lnTo>
                <a:lnTo>
                  <a:pt x="9826454" y="1033458"/>
                </a:lnTo>
                <a:lnTo>
                  <a:pt x="9715629" y="1033458"/>
                </a:lnTo>
                <a:close/>
                <a:moveTo>
                  <a:pt x="8664821" y="922633"/>
                </a:moveTo>
                <a:lnTo>
                  <a:pt x="8775646" y="922633"/>
                </a:lnTo>
                <a:lnTo>
                  <a:pt x="8775646" y="1033458"/>
                </a:lnTo>
                <a:lnTo>
                  <a:pt x="8664821" y="1033458"/>
                </a:lnTo>
                <a:close/>
                <a:moveTo>
                  <a:pt x="11817249" y="922633"/>
                </a:moveTo>
                <a:lnTo>
                  <a:pt x="11928074" y="922633"/>
                </a:lnTo>
                <a:lnTo>
                  <a:pt x="11928074" y="1033458"/>
                </a:lnTo>
                <a:lnTo>
                  <a:pt x="11817249" y="1033458"/>
                </a:lnTo>
                <a:close/>
                <a:moveTo>
                  <a:pt x="1337485" y="510062"/>
                </a:moveTo>
                <a:lnTo>
                  <a:pt x="867065" y="980486"/>
                </a:lnTo>
                <a:lnTo>
                  <a:pt x="1333712" y="1447134"/>
                </a:lnTo>
                <a:lnTo>
                  <a:pt x="1398855" y="1447134"/>
                </a:lnTo>
                <a:lnTo>
                  <a:pt x="1865501" y="980486"/>
                </a:lnTo>
                <a:lnTo>
                  <a:pt x="1395081" y="510062"/>
                </a:lnTo>
                <a:close/>
                <a:moveTo>
                  <a:pt x="2388173" y="510062"/>
                </a:moveTo>
                <a:lnTo>
                  <a:pt x="1917745" y="980486"/>
                </a:lnTo>
                <a:lnTo>
                  <a:pt x="2384399" y="1447134"/>
                </a:lnTo>
                <a:lnTo>
                  <a:pt x="2449542" y="1447134"/>
                </a:lnTo>
                <a:lnTo>
                  <a:pt x="2916189" y="980486"/>
                </a:lnTo>
                <a:lnTo>
                  <a:pt x="2445767" y="510062"/>
                </a:lnTo>
                <a:close/>
                <a:moveTo>
                  <a:pt x="3438856" y="510062"/>
                </a:moveTo>
                <a:lnTo>
                  <a:pt x="2968432" y="980486"/>
                </a:lnTo>
                <a:lnTo>
                  <a:pt x="3435083" y="1447134"/>
                </a:lnTo>
                <a:lnTo>
                  <a:pt x="3500228" y="1447134"/>
                </a:lnTo>
                <a:lnTo>
                  <a:pt x="3966865" y="980485"/>
                </a:lnTo>
                <a:lnTo>
                  <a:pt x="3496454" y="510062"/>
                </a:lnTo>
                <a:close/>
                <a:moveTo>
                  <a:pt x="4489518" y="510062"/>
                </a:moveTo>
                <a:lnTo>
                  <a:pt x="4019109" y="980485"/>
                </a:lnTo>
                <a:lnTo>
                  <a:pt x="4485744" y="1447134"/>
                </a:lnTo>
                <a:lnTo>
                  <a:pt x="4550887" y="1447134"/>
                </a:lnTo>
                <a:lnTo>
                  <a:pt x="5017543" y="980483"/>
                </a:lnTo>
                <a:lnTo>
                  <a:pt x="4547118" y="510062"/>
                </a:lnTo>
                <a:close/>
                <a:moveTo>
                  <a:pt x="5540201" y="510062"/>
                </a:moveTo>
                <a:lnTo>
                  <a:pt x="5069792" y="980483"/>
                </a:lnTo>
                <a:lnTo>
                  <a:pt x="5536431" y="1447134"/>
                </a:lnTo>
                <a:lnTo>
                  <a:pt x="5601567" y="1447134"/>
                </a:lnTo>
                <a:lnTo>
                  <a:pt x="6068204" y="980484"/>
                </a:lnTo>
                <a:lnTo>
                  <a:pt x="5597797" y="510062"/>
                </a:lnTo>
                <a:close/>
                <a:moveTo>
                  <a:pt x="6590867" y="510062"/>
                </a:moveTo>
                <a:lnTo>
                  <a:pt x="6120447" y="980484"/>
                </a:lnTo>
                <a:lnTo>
                  <a:pt x="6587095" y="1447133"/>
                </a:lnTo>
                <a:lnTo>
                  <a:pt x="6652238" y="1447133"/>
                </a:lnTo>
                <a:lnTo>
                  <a:pt x="7118887" y="980483"/>
                </a:lnTo>
                <a:lnTo>
                  <a:pt x="6648468" y="510062"/>
                </a:lnTo>
                <a:close/>
                <a:moveTo>
                  <a:pt x="7641550" y="510061"/>
                </a:moveTo>
                <a:lnTo>
                  <a:pt x="7171131" y="980482"/>
                </a:lnTo>
                <a:lnTo>
                  <a:pt x="7637780" y="1447133"/>
                </a:lnTo>
                <a:lnTo>
                  <a:pt x="7702919" y="1447133"/>
                </a:lnTo>
                <a:lnTo>
                  <a:pt x="8169568" y="980483"/>
                </a:lnTo>
                <a:lnTo>
                  <a:pt x="7699149" y="510061"/>
                </a:lnTo>
                <a:close/>
                <a:moveTo>
                  <a:pt x="8692232" y="510061"/>
                </a:moveTo>
                <a:lnTo>
                  <a:pt x="8221811" y="980484"/>
                </a:lnTo>
                <a:lnTo>
                  <a:pt x="8688459" y="1447133"/>
                </a:lnTo>
                <a:lnTo>
                  <a:pt x="8753603" y="1447133"/>
                </a:lnTo>
                <a:lnTo>
                  <a:pt x="9220250" y="980484"/>
                </a:lnTo>
                <a:lnTo>
                  <a:pt x="8749829" y="510061"/>
                </a:lnTo>
                <a:close/>
                <a:moveTo>
                  <a:pt x="10793597" y="510061"/>
                </a:moveTo>
                <a:lnTo>
                  <a:pt x="10323178" y="980482"/>
                </a:lnTo>
                <a:lnTo>
                  <a:pt x="10789828" y="1447133"/>
                </a:lnTo>
                <a:lnTo>
                  <a:pt x="10854964" y="1447133"/>
                </a:lnTo>
                <a:lnTo>
                  <a:pt x="11321613" y="980483"/>
                </a:lnTo>
                <a:lnTo>
                  <a:pt x="10851193" y="510061"/>
                </a:lnTo>
                <a:close/>
                <a:moveTo>
                  <a:pt x="9742913" y="510061"/>
                </a:moveTo>
                <a:lnTo>
                  <a:pt x="9272493" y="980483"/>
                </a:lnTo>
                <a:lnTo>
                  <a:pt x="9739141" y="1447133"/>
                </a:lnTo>
                <a:lnTo>
                  <a:pt x="9804283" y="1447133"/>
                </a:lnTo>
                <a:lnTo>
                  <a:pt x="10270933" y="980481"/>
                </a:lnTo>
                <a:lnTo>
                  <a:pt x="9800515" y="510061"/>
                </a:lnTo>
                <a:close/>
                <a:moveTo>
                  <a:pt x="783785" y="399238"/>
                </a:moveTo>
                <a:lnTo>
                  <a:pt x="894609" y="399238"/>
                </a:lnTo>
                <a:lnTo>
                  <a:pt x="894609" y="510062"/>
                </a:lnTo>
                <a:lnTo>
                  <a:pt x="783785" y="510062"/>
                </a:lnTo>
                <a:close/>
                <a:moveTo>
                  <a:pt x="2885401" y="399237"/>
                </a:moveTo>
                <a:lnTo>
                  <a:pt x="2996227" y="399237"/>
                </a:lnTo>
                <a:lnTo>
                  <a:pt x="2996227" y="510062"/>
                </a:lnTo>
                <a:lnTo>
                  <a:pt x="2885401" y="510062"/>
                </a:lnTo>
                <a:close/>
                <a:moveTo>
                  <a:pt x="1834590" y="399237"/>
                </a:moveTo>
                <a:lnTo>
                  <a:pt x="1945415" y="399237"/>
                </a:lnTo>
                <a:lnTo>
                  <a:pt x="1945415" y="510062"/>
                </a:lnTo>
                <a:lnTo>
                  <a:pt x="1834590" y="510062"/>
                </a:lnTo>
                <a:close/>
                <a:moveTo>
                  <a:pt x="3936208" y="399237"/>
                </a:moveTo>
                <a:lnTo>
                  <a:pt x="4047032" y="399237"/>
                </a:lnTo>
                <a:lnTo>
                  <a:pt x="4047032" y="510062"/>
                </a:lnTo>
                <a:lnTo>
                  <a:pt x="3936208" y="510062"/>
                </a:lnTo>
                <a:close/>
                <a:moveTo>
                  <a:pt x="4987004" y="399237"/>
                </a:moveTo>
                <a:lnTo>
                  <a:pt x="5097834" y="399237"/>
                </a:lnTo>
                <a:lnTo>
                  <a:pt x="5097834" y="510062"/>
                </a:lnTo>
                <a:lnTo>
                  <a:pt x="4987004" y="510062"/>
                </a:lnTo>
                <a:close/>
                <a:moveTo>
                  <a:pt x="6037802" y="399237"/>
                </a:moveTo>
                <a:lnTo>
                  <a:pt x="6148626" y="399237"/>
                </a:lnTo>
                <a:lnTo>
                  <a:pt x="6148626" y="510062"/>
                </a:lnTo>
                <a:lnTo>
                  <a:pt x="6037802" y="510062"/>
                </a:lnTo>
                <a:close/>
                <a:moveTo>
                  <a:pt x="7088609" y="399237"/>
                </a:moveTo>
                <a:lnTo>
                  <a:pt x="7199434" y="399237"/>
                </a:lnTo>
                <a:lnTo>
                  <a:pt x="7199434" y="510061"/>
                </a:lnTo>
                <a:lnTo>
                  <a:pt x="7088609" y="510061"/>
                </a:lnTo>
                <a:close/>
                <a:moveTo>
                  <a:pt x="8139417" y="399237"/>
                </a:moveTo>
                <a:lnTo>
                  <a:pt x="8250242" y="399237"/>
                </a:lnTo>
                <a:lnTo>
                  <a:pt x="8250242" y="510061"/>
                </a:lnTo>
                <a:lnTo>
                  <a:pt x="8139417" y="510061"/>
                </a:lnTo>
                <a:close/>
                <a:moveTo>
                  <a:pt x="9190225" y="399236"/>
                </a:moveTo>
                <a:lnTo>
                  <a:pt x="9301050" y="399236"/>
                </a:lnTo>
                <a:lnTo>
                  <a:pt x="9301050" y="510061"/>
                </a:lnTo>
                <a:lnTo>
                  <a:pt x="9190225" y="510061"/>
                </a:lnTo>
                <a:close/>
                <a:moveTo>
                  <a:pt x="10241033" y="399236"/>
                </a:moveTo>
                <a:lnTo>
                  <a:pt x="10351858" y="399236"/>
                </a:lnTo>
                <a:lnTo>
                  <a:pt x="10351858" y="510061"/>
                </a:lnTo>
                <a:lnTo>
                  <a:pt x="10241033" y="510061"/>
                </a:lnTo>
                <a:close/>
                <a:moveTo>
                  <a:pt x="11291841" y="399236"/>
                </a:moveTo>
                <a:lnTo>
                  <a:pt x="11402666" y="399236"/>
                </a:lnTo>
                <a:lnTo>
                  <a:pt x="11402666" y="510061"/>
                </a:lnTo>
                <a:lnTo>
                  <a:pt x="11291841" y="510061"/>
                </a:lnTo>
                <a:close/>
                <a:moveTo>
                  <a:pt x="6138405" y="0"/>
                </a:moveTo>
                <a:lnTo>
                  <a:pt x="6190649" y="0"/>
                </a:lnTo>
                <a:lnTo>
                  <a:pt x="6589887" y="399237"/>
                </a:lnTo>
                <a:lnTo>
                  <a:pt x="6649449" y="399237"/>
                </a:lnTo>
                <a:lnTo>
                  <a:pt x="7048684" y="2"/>
                </a:lnTo>
                <a:lnTo>
                  <a:pt x="7100928" y="2"/>
                </a:lnTo>
                <a:lnTo>
                  <a:pt x="6674030" y="426899"/>
                </a:lnTo>
                <a:lnTo>
                  <a:pt x="6674030" y="483379"/>
                </a:lnTo>
                <a:lnTo>
                  <a:pt x="7145009" y="954361"/>
                </a:lnTo>
                <a:lnTo>
                  <a:pt x="7614013" y="485355"/>
                </a:lnTo>
                <a:lnTo>
                  <a:pt x="7614013" y="424926"/>
                </a:lnTo>
                <a:lnTo>
                  <a:pt x="7189086" y="0"/>
                </a:lnTo>
                <a:lnTo>
                  <a:pt x="7241329" y="0"/>
                </a:lnTo>
                <a:lnTo>
                  <a:pt x="7640566" y="399237"/>
                </a:lnTo>
                <a:lnTo>
                  <a:pt x="7700131" y="399237"/>
                </a:lnTo>
                <a:lnTo>
                  <a:pt x="8099367" y="1"/>
                </a:lnTo>
                <a:lnTo>
                  <a:pt x="8151611" y="1"/>
                </a:lnTo>
                <a:lnTo>
                  <a:pt x="7724838" y="426774"/>
                </a:lnTo>
                <a:lnTo>
                  <a:pt x="7724838" y="483508"/>
                </a:lnTo>
                <a:lnTo>
                  <a:pt x="8195689" y="954363"/>
                </a:lnTo>
                <a:lnTo>
                  <a:pt x="8664821" y="485229"/>
                </a:lnTo>
                <a:lnTo>
                  <a:pt x="8664821" y="425053"/>
                </a:lnTo>
                <a:lnTo>
                  <a:pt x="8239767" y="0"/>
                </a:lnTo>
                <a:lnTo>
                  <a:pt x="8292011" y="0"/>
                </a:lnTo>
                <a:lnTo>
                  <a:pt x="8691248" y="399236"/>
                </a:lnTo>
                <a:lnTo>
                  <a:pt x="8750812" y="399236"/>
                </a:lnTo>
                <a:lnTo>
                  <a:pt x="9150049" y="1"/>
                </a:lnTo>
                <a:lnTo>
                  <a:pt x="9202293" y="1"/>
                </a:lnTo>
                <a:lnTo>
                  <a:pt x="8775646" y="426647"/>
                </a:lnTo>
                <a:lnTo>
                  <a:pt x="8775646" y="483635"/>
                </a:lnTo>
                <a:lnTo>
                  <a:pt x="9246372" y="954363"/>
                </a:lnTo>
                <a:lnTo>
                  <a:pt x="9715629" y="485103"/>
                </a:lnTo>
                <a:lnTo>
                  <a:pt x="9715629" y="425175"/>
                </a:lnTo>
                <a:lnTo>
                  <a:pt x="9290453" y="0"/>
                </a:lnTo>
                <a:lnTo>
                  <a:pt x="9342696" y="0"/>
                </a:lnTo>
                <a:lnTo>
                  <a:pt x="9741934" y="399236"/>
                </a:lnTo>
                <a:lnTo>
                  <a:pt x="9801496" y="399236"/>
                </a:lnTo>
                <a:lnTo>
                  <a:pt x="10200732" y="1"/>
                </a:lnTo>
                <a:lnTo>
                  <a:pt x="10252974" y="1"/>
                </a:lnTo>
                <a:lnTo>
                  <a:pt x="9826454" y="426520"/>
                </a:lnTo>
                <a:lnTo>
                  <a:pt x="9826454" y="483756"/>
                </a:lnTo>
                <a:lnTo>
                  <a:pt x="10297055" y="954360"/>
                </a:lnTo>
                <a:lnTo>
                  <a:pt x="10766437" y="484975"/>
                </a:lnTo>
                <a:lnTo>
                  <a:pt x="10766437" y="425305"/>
                </a:lnTo>
                <a:lnTo>
                  <a:pt x="10341131" y="0"/>
                </a:lnTo>
                <a:lnTo>
                  <a:pt x="10393375" y="0"/>
                </a:lnTo>
                <a:lnTo>
                  <a:pt x="10792612" y="399236"/>
                </a:lnTo>
                <a:lnTo>
                  <a:pt x="10852176" y="399236"/>
                </a:lnTo>
                <a:lnTo>
                  <a:pt x="11251411" y="3"/>
                </a:lnTo>
                <a:lnTo>
                  <a:pt x="11303657" y="3"/>
                </a:lnTo>
                <a:lnTo>
                  <a:pt x="10877262" y="426397"/>
                </a:lnTo>
                <a:lnTo>
                  <a:pt x="10877262" y="483887"/>
                </a:lnTo>
                <a:lnTo>
                  <a:pt x="11347735" y="954362"/>
                </a:lnTo>
                <a:lnTo>
                  <a:pt x="11817249" y="484846"/>
                </a:lnTo>
                <a:lnTo>
                  <a:pt x="11817249" y="425436"/>
                </a:lnTo>
                <a:lnTo>
                  <a:pt x="11391812" y="0"/>
                </a:lnTo>
                <a:lnTo>
                  <a:pt x="11444056" y="0"/>
                </a:lnTo>
                <a:lnTo>
                  <a:pt x="11843293" y="399236"/>
                </a:lnTo>
                <a:lnTo>
                  <a:pt x="11902859" y="399236"/>
                </a:lnTo>
                <a:lnTo>
                  <a:pt x="12191973" y="110123"/>
                </a:lnTo>
                <a:lnTo>
                  <a:pt x="12191973" y="162366"/>
                </a:lnTo>
                <a:lnTo>
                  <a:pt x="11928074" y="426265"/>
                </a:lnTo>
                <a:lnTo>
                  <a:pt x="11928074" y="484017"/>
                </a:lnTo>
                <a:lnTo>
                  <a:pt x="12191974" y="747926"/>
                </a:lnTo>
                <a:lnTo>
                  <a:pt x="12191974" y="800166"/>
                </a:lnTo>
                <a:lnTo>
                  <a:pt x="11901874" y="510061"/>
                </a:lnTo>
                <a:lnTo>
                  <a:pt x="11844278" y="510061"/>
                </a:lnTo>
                <a:lnTo>
                  <a:pt x="11373857" y="980483"/>
                </a:lnTo>
                <a:lnTo>
                  <a:pt x="11840505" y="1447132"/>
                </a:lnTo>
                <a:lnTo>
                  <a:pt x="11905645" y="1447132"/>
                </a:lnTo>
                <a:lnTo>
                  <a:pt x="12191976" y="1160803"/>
                </a:lnTo>
                <a:lnTo>
                  <a:pt x="12191976" y="1213046"/>
                </a:lnTo>
                <a:lnTo>
                  <a:pt x="11928074" y="1476947"/>
                </a:lnTo>
                <a:lnTo>
                  <a:pt x="11928074" y="1534702"/>
                </a:lnTo>
                <a:lnTo>
                  <a:pt x="12191975" y="1798604"/>
                </a:lnTo>
                <a:lnTo>
                  <a:pt x="12191975" y="1850847"/>
                </a:lnTo>
                <a:lnTo>
                  <a:pt x="11899087" y="1557957"/>
                </a:lnTo>
                <a:lnTo>
                  <a:pt x="11847063" y="1557957"/>
                </a:lnTo>
                <a:lnTo>
                  <a:pt x="11373858" y="2031163"/>
                </a:lnTo>
                <a:lnTo>
                  <a:pt x="11842778" y="2500070"/>
                </a:lnTo>
                <a:lnTo>
                  <a:pt x="11903378" y="2500070"/>
                </a:lnTo>
                <a:lnTo>
                  <a:pt x="12191975" y="2211473"/>
                </a:lnTo>
                <a:lnTo>
                  <a:pt x="12191974" y="2263716"/>
                </a:lnTo>
                <a:lnTo>
                  <a:pt x="11928074" y="2527616"/>
                </a:lnTo>
                <a:lnTo>
                  <a:pt x="11928074" y="2585366"/>
                </a:lnTo>
                <a:lnTo>
                  <a:pt x="12191978" y="2849270"/>
                </a:lnTo>
                <a:lnTo>
                  <a:pt x="12191977" y="2901515"/>
                </a:lnTo>
                <a:lnTo>
                  <a:pt x="11901357" y="2610895"/>
                </a:lnTo>
                <a:lnTo>
                  <a:pt x="11844795" y="2610895"/>
                </a:lnTo>
                <a:lnTo>
                  <a:pt x="11373856" y="3081835"/>
                </a:lnTo>
                <a:lnTo>
                  <a:pt x="11843230" y="3551209"/>
                </a:lnTo>
                <a:lnTo>
                  <a:pt x="11902922" y="3551209"/>
                </a:lnTo>
                <a:lnTo>
                  <a:pt x="12191974" y="3262156"/>
                </a:lnTo>
                <a:lnTo>
                  <a:pt x="12191974" y="3314400"/>
                </a:lnTo>
                <a:lnTo>
                  <a:pt x="11928074" y="3578299"/>
                </a:lnTo>
                <a:lnTo>
                  <a:pt x="11928074" y="3636053"/>
                </a:lnTo>
                <a:lnTo>
                  <a:pt x="12191975" y="3899954"/>
                </a:lnTo>
                <a:lnTo>
                  <a:pt x="12191975" y="3952198"/>
                </a:lnTo>
                <a:lnTo>
                  <a:pt x="11901811" y="3662034"/>
                </a:lnTo>
                <a:lnTo>
                  <a:pt x="11844339" y="3662034"/>
                </a:lnTo>
                <a:lnTo>
                  <a:pt x="11373856" y="4132518"/>
                </a:lnTo>
                <a:lnTo>
                  <a:pt x="11813331" y="4571992"/>
                </a:lnTo>
                <a:lnTo>
                  <a:pt x="11761089" y="4571991"/>
                </a:lnTo>
                <a:lnTo>
                  <a:pt x="11347736" y="4158638"/>
                </a:lnTo>
                <a:lnTo>
                  <a:pt x="10934382" y="4571992"/>
                </a:lnTo>
                <a:lnTo>
                  <a:pt x="10882138" y="4571992"/>
                </a:lnTo>
                <a:lnTo>
                  <a:pt x="11321614" y="4132516"/>
                </a:lnTo>
                <a:lnTo>
                  <a:pt x="10851132" y="3662034"/>
                </a:lnTo>
                <a:lnTo>
                  <a:pt x="10793656" y="3662034"/>
                </a:lnTo>
                <a:lnTo>
                  <a:pt x="10323175" y="4132515"/>
                </a:lnTo>
                <a:lnTo>
                  <a:pt x="10762651" y="4571991"/>
                </a:lnTo>
                <a:lnTo>
                  <a:pt x="10710406" y="4571992"/>
                </a:lnTo>
                <a:lnTo>
                  <a:pt x="10297052" y="4158638"/>
                </a:lnTo>
                <a:lnTo>
                  <a:pt x="9883699" y="4571992"/>
                </a:lnTo>
                <a:lnTo>
                  <a:pt x="9831456" y="4571992"/>
                </a:lnTo>
                <a:lnTo>
                  <a:pt x="10270931" y="4132517"/>
                </a:lnTo>
                <a:lnTo>
                  <a:pt x="9800448" y="3662034"/>
                </a:lnTo>
                <a:lnTo>
                  <a:pt x="9742974" y="3662034"/>
                </a:lnTo>
                <a:lnTo>
                  <a:pt x="9272491" y="4132517"/>
                </a:lnTo>
                <a:lnTo>
                  <a:pt x="9711968" y="4571993"/>
                </a:lnTo>
                <a:lnTo>
                  <a:pt x="9659723" y="4571993"/>
                </a:lnTo>
                <a:lnTo>
                  <a:pt x="9246369" y="4158639"/>
                </a:lnTo>
                <a:lnTo>
                  <a:pt x="8833016" y="4571992"/>
                </a:lnTo>
                <a:lnTo>
                  <a:pt x="8780772" y="4571992"/>
                </a:lnTo>
                <a:lnTo>
                  <a:pt x="9220247" y="4132517"/>
                </a:lnTo>
                <a:lnTo>
                  <a:pt x="8749764" y="3662034"/>
                </a:lnTo>
                <a:lnTo>
                  <a:pt x="8692294" y="3662034"/>
                </a:lnTo>
                <a:lnTo>
                  <a:pt x="8221812" y="4132516"/>
                </a:lnTo>
                <a:lnTo>
                  <a:pt x="8661288" y="4571992"/>
                </a:lnTo>
                <a:lnTo>
                  <a:pt x="8609042" y="4571992"/>
                </a:lnTo>
                <a:lnTo>
                  <a:pt x="8195689" y="4158639"/>
                </a:lnTo>
                <a:lnTo>
                  <a:pt x="7782334" y="4571994"/>
                </a:lnTo>
                <a:lnTo>
                  <a:pt x="7730092" y="4571994"/>
                </a:lnTo>
                <a:lnTo>
                  <a:pt x="8169568" y="4132518"/>
                </a:lnTo>
                <a:lnTo>
                  <a:pt x="7699085" y="3662034"/>
                </a:lnTo>
                <a:lnTo>
                  <a:pt x="7641614" y="3662034"/>
                </a:lnTo>
                <a:lnTo>
                  <a:pt x="7171129" y="4132518"/>
                </a:lnTo>
                <a:lnTo>
                  <a:pt x="7610604" y="4571993"/>
                </a:lnTo>
                <a:lnTo>
                  <a:pt x="7558360" y="4571993"/>
                </a:lnTo>
                <a:lnTo>
                  <a:pt x="7145007" y="4158640"/>
                </a:lnTo>
                <a:lnTo>
                  <a:pt x="6731655" y="4571993"/>
                </a:lnTo>
                <a:lnTo>
                  <a:pt x="6679410" y="4571993"/>
                </a:lnTo>
                <a:lnTo>
                  <a:pt x="7118885" y="4132518"/>
                </a:lnTo>
                <a:lnTo>
                  <a:pt x="6648402" y="3662034"/>
                </a:lnTo>
                <a:lnTo>
                  <a:pt x="6590932" y="3662034"/>
                </a:lnTo>
                <a:lnTo>
                  <a:pt x="6120448" y="4132519"/>
                </a:lnTo>
                <a:lnTo>
                  <a:pt x="6559922" y="4571993"/>
                </a:lnTo>
                <a:lnTo>
                  <a:pt x="6507678" y="4571993"/>
                </a:lnTo>
                <a:lnTo>
                  <a:pt x="6094326" y="4158641"/>
                </a:lnTo>
                <a:lnTo>
                  <a:pt x="5680985" y="4571992"/>
                </a:lnTo>
                <a:lnTo>
                  <a:pt x="5628744" y="4571992"/>
                </a:lnTo>
                <a:lnTo>
                  <a:pt x="6068205" y="4132519"/>
                </a:lnTo>
                <a:lnTo>
                  <a:pt x="5597731" y="3662034"/>
                </a:lnTo>
                <a:lnTo>
                  <a:pt x="5540263" y="3662034"/>
                </a:lnTo>
                <a:lnTo>
                  <a:pt x="5069789" y="4132518"/>
                </a:lnTo>
                <a:lnTo>
                  <a:pt x="5509253" y="4571993"/>
                </a:lnTo>
                <a:lnTo>
                  <a:pt x="5457012" y="4571993"/>
                </a:lnTo>
                <a:lnTo>
                  <a:pt x="5043664" y="4158640"/>
                </a:lnTo>
                <a:lnTo>
                  <a:pt x="4630303" y="4571992"/>
                </a:lnTo>
                <a:lnTo>
                  <a:pt x="4578059" y="4571992"/>
                </a:lnTo>
                <a:lnTo>
                  <a:pt x="5017539" y="4132518"/>
                </a:lnTo>
                <a:lnTo>
                  <a:pt x="4547049" y="3662034"/>
                </a:lnTo>
                <a:lnTo>
                  <a:pt x="4489581" y="3662034"/>
                </a:lnTo>
                <a:lnTo>
                  <a:pt x="4019108" y="4132519"/>
                </a:lnTo>
                <a:lnTo>
                  <a:pt x="4458568" y="4571993"/>
                </a:lnTo>
                <a:lnTo>
                  <a:pt x="4406323" y="4571993"/>
                </a:lnTo>
                <a:lnTo>
                  <a:pt x="3992985" y="4158641"/>
                </a:lnTo>
                <a:lnTo>
                  <a:pt x="3579645" y="4571992"/>
                </a:lnTo>
                <a:lnTo>
                  <a:pt x="3527403" y="4571992"/>
                </a:lnTo>
                <a:lnTo>
                  <a:pt x="3966864" y="4132520"/>
                </a:lnTo>
                <a:lnTo>
                  <a:pt x="3496388" y="3662034"/>
                </a:lnTo>
                <a:lnTo>
                  <a:pt x="3438920" y="3662034"/>
                </a:lnTo>
                <a:lnTo>
                  <a:pt x="2968432" y="4132519"/>
                </a:lnTo>
                <a:lnTo>
                  <a:pt x="3407908" y="4571992"/>
                </a:lnTo>
                <a:lnTo>
                  <a:pt x="3355663" y="4571992"/>
                </a:lnTo>
                <a:lnTo>
                  <a:pt x="2942311" y="4158641"/>
                </a:lnTo>
                <a:lnTo>
                  <a:pt x="2528961" y="4571991"/>
                </a:lnTo>
                <a:lnTo>
                  <a:pt x="2476717" y="4571991"/>
                </a:lnTo>
                <a:lnTo>
                  <a:pt x="2916189" y="4132519"/>
                </a:lnTo>
                <a:lnTo>
                  <a:pt x="2445706" y="3662034"/>
                </a:lnTo>
                <a:lnTo>
                  <a:pt x="2388237" y="3662034"/>
                </a:lnTo>
                <a:lnTo>
                  <a:pt x="1917745" y="4132520"/>
                </a:lnTo>
                <a:lnTo>
                  <a:pt x="2357225" y="4571992"/>
                </a:lnTo>
                <a:lnTo>
                  <a:pt x="2304981" y="4571993"/>
                </a:lnTo>
                <a:lnTo>
                  <a:pt x="1891623" y="4158642"/>
                </a:lnTo>
                <a:lnTo>
                  <a:pt x="1478275" y="4571991"/>
                </a:lnTo>
                <a:lnTo>
                  <a:pt x="1426031" y="4571991"/>
                </a:lnTo>
                <a:lnTo>
                  <a:pt x="1865501" y="4132520"/>
                </a:lnTo>
                <a:lnTo>
                  <a:pt x="1395017" y="3662034"/>
                </a:lnTo>
                <a:lnTo>
                  <a:pt x="1337551" y="3662034"/>
                </a:lnTo>
                <a:lnTo>
                  <a:pt x="867066" y="4132521"/>
                </a:lnTo>
                <a:lnTo>
                  <a:pt x="1306536" y="4571992"/>
                </a:lnTo>
                <a:lnTo>
                  <a:pt x="1254292" y="4571992"/>
                </a:lnTo>
                <a:lnTo>
                  <a:pt x="840944" y="4158643"/>
                </a:lnTo>
                <a:lnTo>
                  <a:pt x="427595" y="4571993"/>
                </a:lnTo>
                <a:lnTo>
                  <a:pt x="375351" y="4571993"/>
                </a:lnTo>
                <a:lnTo>
                  <a:pt x="814822" y="4132521"/>
                </a:lnTo>
                <a:lnTo>
                  <a:pt x="344336" y="3662034"/>
                </a:lnTo>
                <a:lnTo>
                  <a:pt x="286870" y="3662034"/>
                </a:lnTo>
                <a:lnTo>
                  <a:pt x="5" y="3948900"/>
                </a:lnTo>
                <a:lnTo>
                  <a:pt x="5" y="3896656"/>
                </a:lnTo>
                <a:lnTo>
                  <a:pt x="258369" y="3638291"/>
                </a:lnTo>
                <a:lnTo>
                  <a:pt x="258369" y="3576066"/>
                </a:lnTo>
                <a:lnTo>
                  <a:pt x="1" y="3317698"/>
                </a:lnTo>
                <a:lnTo>
                  <a:pt x="1" y="3265454"/>
                </a:lnTo>
                <a:lnTo>
                  <a:pt x="285756" y="3551209"/>
                </a:lnTo>
                <a:lnTo>
                  <a:pt x="345451" y="3551209"/>
                </a:lnTo>
                <a:lnTo>
                  <a:pt x="814822" y="3081838"/>
                </a:lnTo>
                <a:lnTo>
                  <a:pt x="343880" y="2610895"/>
                </a:lnTo>
                <a:lnTo>
                  <a:pt x="287328" y="2610895"/>
                </a:lnTo>
                <a:lnTo>
                  <a:pt x="6" y="2898217"/>
                </a:lnTo>
                <a:lnTo>
                  <a:pt x="6" y="2845973"/>
                </a:lnTo>
                <a:lnTo>
                  <a:pt x="258373" y="2587605"/>
                </a:lnTo>
                <a:lnTo>
                  <a:pt x="258373" y="2525388"/>
                </a:lnTo>
                <a:lnTo>
                  <a:pt x="1" y="2267015"/>
                </a:lnTo>
                <a:lnTo>
                  <a:pt x="0" y="2214770"/>
                </a:lnTo>
                <a:lnTo>
                  <a:pt x="285299" y="2500070"/>
                </a:lnTo>
                <a:lnTo>
                  <a:pt x="345909" y="2500070"/>
                </a:lnTo>
                <a:lnTo>
                  <a:pt x="814822" y="2031167"/>
                </a:lnTo>
                <a:lnTo>
                  <a:pt x="341616" y="1557959"/>
                </a:lnTo>
                <a:lnTo>
                  <a:pt x="289593" y="1557959"/>
                </a:lnTo>
                <a:lnTo>
                  <a:pt x="4" y="1847551"/>
                </a:lnTo>
                <a:lnTo>
                  <a:pt x="4" y="1795307"/>
                </a:lnTo>
                <a:lnTo>
                  <a:pt x="258377" y="1536932"/>
                </a:lnTo>
                <a:lnTo>
                  <a:pt x="258377" y="1474721"/>
                </a:lnTo>
                <a:lnTo>
                  <a:pt x="2" y="1216345"/>
                </a:lnTo>
                <a:lnTo>
                  <a:pt x="2" y="1164102"/>
                </a:lnTo>
                <a:lnTo>
                  <a:pt x="283034" y="1447135"/>
                </a:lnTo>
                <a:lnTo>
                  <a:pt x="348175" y="1447135"/>
                </a:lnTo>
                <a:lnTo>
                  <a:pt x="814821" y="980486"/>
                </a:lnTo>
                <a:lnTo>
                  <a:pt x="344401" y="510062"/>
                </a:lnTo>
                <a:lnTo>
                  <a:pt x="286805" y="510062"/>
                </a:lnTo>
                <a:lnTo>
                  <a:pt x="5" y="796868"/>
                </a:lnTo>
                <a:lnTo>
                  <a:pt x="5" y="744628"/>
                </a:lnTo>
                <a:lnTo>
                  <a:pt x="258382" y="486242"/>
                </a:lnTo>
                <a:lnTo>
                  <a:pt x="258382" y="424043"/>
                </a:lnTo>
                <a:lnTo>
                  <a:pt x="3" y="165664"/>
                </a:lnTo>
                <a:lnTo>
                  <a:pt x="3" y="113420"/>
                </a:lnTo>
                <a:lnTo>
                  <a:pt x="285820" y="399237"/>
                </a:lnTo>
                <a:lnTo>
                  <a:pt x="345386" y="399237"/>
                </a:lnTo>
                <a:lnTo>
                  <a:pt x="744622" y="2"/>
                </a:lnTo>
                <a:lnTo>
                  <a:pt x="796865" y="2"/>
                </a:lnTo>
                <a:lnTo>
                  <a:pt x="369206" y="427661"/>
                </a:lnTo>
                <a:lnTo>
                  <a:pt x="369206" y="482624"/>
                </a:lnTo>
                <a:lnTo>
                  <a:pt x="840943" y="954364"/>
                </a:lnTo>
                <a:lnTo>
                  <a:pt x="1309187" y="486116"/>
                </a:lnTo>
                <a:lnTo>
                  <a:pt x="1309187" y="424169"/>
                </a:lnTo>
                <a:lnTo>
                  <a:pt x="885019" y="0"/>
                </a:lnTo>
                <a:lnTo>
                  <a:pt x="937262" y="0"/>
                </a:lnTo>
                <a:lnTo>
                  <a:pt x="1336499" y="399237"/>
                </a:lnTo>
                <a:lnTo>
                  <a:pt x="1396066" y="399237"/>
                </a:lnTo>
                <a:lnTo>
                  <a:pt x="1795300" y="3"/>
                </a:lnTo>
                <a:lnTo>
                  <a:pt x="1847544" y="3"/>
                </a:lnTo>
                <a:lnTo>
                  <a:pt x="1420012" y="427535"/>
                </a:lnTo>
                <a:lnTo>
                  <a:pt x="1420012" y="482750"/>
                </a:lnTo>
                <a:lnTo>
                  <a:pt x="1891623" y="954365"/>
                </a:lnTo>
                <a:lnTo>
                  <a:pt x="2360001" y="485992"/>
                </a:lnTo>
                <a:lnTo>
                  <a:pt x="2360001" y="424295"/>
                </a:lnTo>
                <a:lnTo>
                  <a:pt x="1935698" y="0"/>
                </a:lnTo>
                <a:lnTo>
                  <a:pt x="1987943" y="0"/>
                </a:lnTo>
                <a:lnTo>
                  <a:pt x="2387187" y="399237"/>
                </a:lnTo>
                <a:lnTo>
                  <a:pt x="2446755" y="399237"/>
                </a:lnTo>
                <a:lnTo>
                  <a:pt x="2845991" y="2"/>
                </a:lnTo>
                <a:lnTo>
                  <a:pt x="2898236" y="2"/>
                </a:lnTo>
                <a:lnTo>
                  <a:pt x="2470825" y="427411"/>
                </a:lnTo>
                <a:lnTo>
                  <a:pt x="2470825" y="482875"/>
                </a:lnTo>
                <a:lnTo>
                  <a:pt x="2942310" y="954365"/>
                </a:lnTo>
                <a:lnTo>
                  <a:pt x="3410809" y="485866"/>
                </a:lnTo>
                <a:lnTo>
                  <a:pt x="3410809" y="424419"/>
                </a:lnTo>
                <a:lnTo>
                  <a:pt x="2986386" y="0"/>
                </a:lnTo>
                <a:lnTo>
                  <a:pt x="3038626" y="0"/>
                </a:lnTo>
                <a:lnTo>
                  <a:pt x="3437870" y="399237"/>
                </a:lnTo>
                <a:lnTo>
                  <a:pt x="3497441" y="399237"/>
                </a:lnTo>
                <a:lnTo>
                  <a:pt x="3896667" y="2"/>
                </a:lnTo>
                <a:lnTo>
                  <a:pt x="3948913" y="2"/>
                </a:lnTo>
                <a:lnTo>
                  <a:pt x="3521637" y="427285"/>
                </a:lnTo>
                <a:lnTo>
                  <a:pt x="3521637" y="483001"/>
                </a:lnTo>
                <a:lnTo>
                  <a:pt x="3992987" y="954364"/>
                </a:lnTo>
                <a:lnTo>
                  <a:pt x="4461599" y="485738"/>
                </a:lnTo>
                <a:lnTo>
                  <a:pt x="4461599" y="424543"/>
                </a:lnTo>
                <a:lnTo>
                  <a:pt x="4037068" y="1"/>
                </a:lnTo>
                <a:lnTo>
                  <a:pt x="4089312" y="1"/>
                </a:lnTo>
                <a:lnTo>
                  <a:pt x="4488534" y="399237"/>
                </a:lnTo>
                <a:lnTo>
                  <a:pt x="4548100" y="399237"/>
                </a:lnTo>
                <a:lnTo>
                  <a:pt x="4947332" y="4"/>
                </a:lnTo>
                <a:lnTo>
                  <a:pt x="4999581" y="4"/>
                </a:lnTo>
                <a:lnTo>
                  <a:pt x="4572422" y="427156"/>
                </a:lnTo>
                <a:lnTo>
                  <a:pt x="4572422" y="483126"/>
                </a:lnTo>
                <a:lnTo>
                  <a:pt x="5043667" y="954362"/>
                </a:lnTo>
                <a:lnTo>
                  <a:pt x="5512409" y="485609"/>
                </a:lnTo>
                <a:lnTo>
                  <a:pt x="5512409" y="424674"/>
                </a:lnTo>
                <a:lnTo>
                  <a:pt x="5087742" y="1"/>
                </a:lnTo>
                <a:lnTo>
                  <a:pt x="5139977" y="1"/>
                </a:lnTo>
                <a:lnTo>
                  <a:pt x="5539215" y="399237"/>
                </a:lnTo>
                <a:lnTo>
                  <a:pt x="5598781" y="399237"/>
                </a:lnTo>
                <a:lnTo>
                  <a:pt x="5998007" y="2"/>
                </a:lnTo>
                <a:lnTo>
                  <a:pt x="6050249" y="2"/>
                </a:lnTo>
                <a:lnTo>
                  <a:pt x="5623232" y="427030"/>
                </a:lnTo>
                <a:lnTo>
                  <a:pt x="5623232" y="483255"/>
                </a:lnTo>
                <a:lnTo>
                  <a:pt x="6094326" y="954363"/>
                </a:lnTo>
                <a:lnTo>
                  <a:pt x="6563205" y="485481"/>
                </a:lnTo>
                <a:lnTo>
                  <a:pt x="6563205" y="42479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FA31A-512E-4245-9DFD-3B6BE7D63AE9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E6D3-5DA8-420D-961E-84E341E47D49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3914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8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FA31A-512E-4245-9DFD-3B6BE7D63AE9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E6D3-5DA8-420D-961E-84E341E47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4699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89320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89320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FA31A-512E-4245-9DFD-3B6BE7D63AE9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E6D3-5DA8-420D-961E-84E341E47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7205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FA31A-512E-4245-9DFD-3B6BE7D63AE9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E6D3-5DA8-420D-961E-84E341E47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8527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FA31A-512E-4245-9DFD-3B6BE7D63AE9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E6D3-5DA8-420D-961E-84E341E47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1136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FA31A-512E-4245-9DFD-3B6BE7D63AE9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E6D3-5DA8-420D-961E-84E341E47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702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FA31A-512E-4245-9DFD-3B6BE7D63AE9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E6D3-5DA8-420D-961E-84E341E47D49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15200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FA31A-512E-4245-9DFD-3B6BE7D63AE9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E6D3-5DA8-420D-961E-84E341E47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3184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0" y="762000"/>
            <a:ext cx="7581900" cy="5410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FA31A-512E-4245-9DFD-3B6BE7D63AE9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E6D3-5DA8-420D-961E-84E341E47D49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4236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1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8" y="6470704"/>
            <a:ext cx="2154142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879FA31A-512E-4245-9DFD-3B6BE7D63AE9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8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4" y="6470704"/>
            <a:ext cx="973666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FEE6D3-5DA8-420D-961E-84E341E47D49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5108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/>
              <a:t>Digital Forensics (</a:t>
            </a:r>
            <a:r>
              <a:rPr lang="en-US"/>
              <a:t>20CP411T</a:t>
            </a:r>
            <a:r>
              <a:rPr lang="en-IN"/>
              <a:t>)</a:t>
            </a:r>
          </a:p>
        </p:txBody>
      </p:sp>
      <p:sp>
        <p:nvSpPr>
          <p:cNvPr id="5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GB" sz="6000" dirty="0">
                <a:latin typeface="+mj-lt"/>
                <a:ea typeface="+mj-ea"/>
                <a:cs typeface="+mj-cs"/>
              </a:rPr>
              <a:t>UNIT </a:t>
            </a:r>
            <a:r>
              <a:rPr lang="en-GB" sz="6000" dirty="0" smtClean="0">
                <a:latin typeface="+mj-lt"/>
                <a:ea typeface="+mj-ea"/>
                <a:cs typeface="+mj-cs"/>
              </a:rPr>
              <a:t>2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GB" sz="6100" dirty="0" smtClean="0">
                <a:latin typeface="+mj-lt"/>
                <a:ea typeface="+mj-ea"/>
                <a:cs typeface="+mj-cs"/>
              </a:rPr>
              <a:t>DATA </a:t>
            </a:r>
            <a:r>
              <a:rPr lang="en-GB" sz="6100" dirty="0">
                <a:latin typeface="+mj-lt"/>
                <a:ea typeface="+mj-ea"/>
                <a:cs typeface="+mj-cs"/>
              </a:rPr>
              <a:t>ACQUISITION</a:t>
            </a:r>
            <a:endParaRPr lang="en-IN" sz="6100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0511540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7000"/>
              </a:lnSpc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GB" sz="3200" dirty="0" smtClean="0"/>
              <a:t>Understanding Storage Formats And Digital Evidence</a:t>
            </a:r>
          </a:p>
          <a:p>
            <a:pPr algn="just">
              <a:lnSpc>
                <a:spcPct val="107000"/>
              </a:lnSpc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GB" sz="3200" dirty="0" smtClean="0"/>
              <a:t>Determining The Best Acquisition Method</a:t>
            </a:r>
          </a:p>
          <a:p>
            <a:pPr algn="just">
              <a:lnSpc>
                <a:spcPct val="107000"/>
              </a:lnSpc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GB" sz="3200" dirty="0" smtClean="0"/>
              <a:t>Acquisition Tools</a:t>
            </a:r>
          </a:p>
          <a:p>
            <a:pPr algn="just">
              <a:lnSpc>
                <a:spcPct val="107000"/>
              </a:lnSpc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GB" sz="3200" dirty="0" smtClean="0"/>
              <a:t>Validating Data Acquisitions</a:t>
            </a:r>
          </a:p>
          <a:p>
            <a:pPr algn="just">
              <a:lnSpc>
                <a:spcPct val="107000"/>
              </a:lnSpc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GB" sz="3200" dirty="0" smtClean="0"/>
              <a:t>Remote Network Acquisition Tools</a:t>
            </a:r>
            <a:endParaRPr lang="en-IN" sz="4800" dirty="0">
              <a:latin typeface="Calibri" panose="020F0502020204030204" pitchFamily="34" charset="0"/>
              <a:ea typeface="Calibri" panose="020F0502020204030204" pitchFamily="34" charset="0"/>
              <a:cs typeface="Mangal"/>
            </a:endParaRPr>
          </a:p>
        </p:txBody>
      </p:sp>
    </p:spTree>
    <p:extLst>
      <p:ext uri="{BB962C8B-B14F-4D97-AF65-F5344CB8AC3E}">
        <p14:creationId xmlns:p14="http://schemas.microsoft.com/office/powerpoint/2010/main" val="3415373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1C2BBA4-7179-60FB-7EEE-5B8061630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/>
            </a:r>
            <a:br>
              <a:rPr lang="en-IN" dirty="0" smtClean="0"/>
            </a:br>
            <a:r>
              <a:rPr lang="en-IN" dirty="0" smtClean="0"/>
              <a:t>Digital Forensics Acquisition Tools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CF43ABA-5F8B-27A7-5572-8B9B2F3218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3000" dirty="0" smtClean="0"/>
              <a:t>Digital forensics relies on a variety of specialized acquisition tools and software to gather and preserve digital evidence.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3000" dirty="0" smtClean="0"/>
              <a:t>These tools are designed to ensure the integrity and admissibility of the evidence in legal proceedings. 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13669919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1C2BBA4-7179-60FB-7EEE-5B8061630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mtClean="0"/>
              <a:t/>
            </a:r>
            <a:br>
              <a:rPr lang="en-IN" smtClean="0"/>
            </a:br>
            <a:r>
              <a:rPr lang="en-IN" smtClean="0"/>
              <a:t>Digital Forensics Acquisition Tools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CF43ABA-5F8B-27A7-5572-8B9B2F3218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3000" dirty="0" err="1" smtClean="0"/>
              <a:t>AccessData</a:t>
            </a:r>
            <a:r>
              <a:rPr lang="en-IN" sz="3000" dirty="0" smtClean="0"/>
              <a:t> FTK (Forensic Toolkit): </a:t>
            </a:r>
          </a:p>
          <a:p>
            <a:pPr lvl="1"/>
            <a:r>
              <a:rPr lang="en-US" sz="3000" dirty="0" smtClean="0"/>
              <a:t>FTK is a comprehensive forensic tool that includes imaging, analysis, and reporting capabilities. It supports a wide range of file systems and evidence sources.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30904347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1C2BBA4-7179-60FB-7EEE-5B8061630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mtClean="0"/>
              <a:t/>
            </a:r>
            <a:br>
              <a:rPr lang="en-IN" smtClean="0"/>
            </a:br>
            <a:r>
              <a:rPr lang="en-IN" smtClean="0"/>
              <a:t>Digital Forensics Acquisition Tools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CF43ABA-5F8B-27A7-5572-8B9B2F3218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3000" dirty="0" err="1" smtClean="0"/>
              <a:t>EnCase</a:t>
            </a:r>
            <a:r>
              <a:rPr lang="en-IN" sz="3000" dirty="0" smtClean="0"/>
              <a:t>: </a:t>
            </a:r>
          </a:p>
          <a:p>
            <a:pPr lvl="1"/>
            <a:r>
              <a:rPr lang="en-US" sz="3000" dirty="0" err="1" smtClean="0"/>
              <a:t>EnCase</a:t>
            </a:r>
            <a:r>
              <a:rPr lang="en-US" sz="3000" dirty="0" smtClean="0"/>
              <a:t> is another powerful forensic tool offering imaging, analysis, and reporting features. It is known for its support of various file systems and evidence sources, including cloud data. 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24459604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1C2BBA4-7179-60FB-7EEE-5B8061630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mtClean="0"/>
              <a:t/>
            </a:r>
            <a:br>
              <a:rPr lang="en-IN" smtClean="0"/>
            </a:br>
            <a:r>
              <a:rPr lang="en-IN" smtClean="0"/>
              <a:t>Digital Forensics Acquisition Tools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CF43ABA-5F8B-27A7-5572-8B9B2F3218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3000" dirty="0" smtClean="0"/>
              <a:t>X-Ways Forensics: </a:t>
            </a:r>
          </a:p>
          <a:p>
            <a:pPr lvl="1"/>
            <a:r>
              <a:rPr lang="en-US" sz="3000" dirty="0" smtClean="0"/>
              <a:t>X-Ways Forensics is a forensic tool known for its speed and efficiency in disk imaging and analysis. It supports various file systems and offers advanced keyword searching and reporting. 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23778602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1C2BBA4-7179-60FB-7EEE-5B8061630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mtClean="0"/>
              <a:t/>
            </a:r>
            <a:br>
              <a:rPr lang="en-IN" smtClean="0"/>
            </a:br>
            <a:r>
              <a:rPr lang="en-IN" smtClean="0"/>
              <a:t>Digital Forensics Acquisition Tools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CF43ABA-5F8B-27A7-5572-8B9B2F3218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3000" dirty="0" err="1" smtClean="0"/>
              <a:t>Cellebrite</a:t>
            </a:r>
            <a:r>
              <a:rPr lang="en-IN" sz="3000" dirty="0" smtClean="0"/>
              <a:t> UFED: </a:t>
            </a:r>
          </a:p>
          <a:p>
            <a:pPr lvl="1"/>
            <a:r>
              <a:rPr lang="en-US" sz="3000" dirty="0" err="1" smtClean="0"/>
              <a:t>Cellebrite</a:t>
            </a:r>
            <a:r>
              <a:rPr lang="en-US" sz="3000" dirty="0" smtClean="0"/>
              <a:t> UFED is a mobile forensic tool that specializes in acquiring data from mobile devices, including smartphones and tablets. It supports various mobile operating systems and device types.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27083883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1C2BBA4-7179-60FB-7EEE-5B8061630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mtClean="0"/>
              <a:t/>
            </a:r>
            <a:br>
              <a:rPr lang="en-IN" smtClean="0"/>
            </a:br>
            <a:r>
              <a:rPr lang="en-IN" smtClean="0"/>
              <a:t>Digital Forensics Acquisition Tools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CF43ABA-5F8B-27A7-5572-8B9B2F3218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3000" dirty="0" smtClean="0"/>
              <a:t>Oxygen Forensic Detective: </a:t>
            </a:r>
          </a:p>
          <a:p>
            <a:pPr lvl="1"/>
            <a:r>
              <a:rPr lang="en-US" sz="3000" dirty="0" smtClean="0"/>
              <a:t>Oxygen Forensic Detective is another mobile forensic tool that offers advanced capabilities for extracting data from mobile devices, apps, and cloud services.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32296989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1C2BBA4-7179-60FB-7EEE-5B8061630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mtClean="0"/>
              <a:t/>
            </a:r>
            <a:br>
              <a:rPr lang="en-IN" smtClean="0"/>
            </a:br>
            <a:r>
              <a:rPr lang="en-IN" smtClean="0"/>
              <a:t>Digital Forensics Acquisition Tools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CF43ABA-5F8B-27A7-5572-8B9B2F3218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3000" dirty="0" err="1" smtClean="0"/>
              <a:t>AccessData</a:t>
            </a:r>
            <a:r>
              <a:rPr lang="en-IN" sz="3000" dirty="0" smtClean="0"/>
              <a:t> Registry Viewer: </a:t>
            </a:r>
          </a:p>
          <a:p>
            <a:pPr lvl="1"/>
            <a:r>
              <a:rPr lang="en-US" sz="3000" dirty="0" smtClean="0"/>
              <a:t>This tool is used for analyzing Windows registry files, which can contain valuable information about a computer's configuration and usage.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1856729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1C2BBA4-7179-60FB-7EEE-5B8061630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mtClean="0"/>
              <a:t/>
            </a:r>
            <a:br>
              <a:rPr lang="en-IN" smtClean="0"/>
            </a:br>
            <a:r>
              <a:rPr lang="en-IN" smtClean="0"/>
              <a:t>Digital Forensics Acquisition Tools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CF43ABA-5F8B-27A7-5572-8B9B2F3218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3000" dirty="0" smtClean="0"/>
              <a:t>FTK Imager: </a:t>
            </a:r>
          </a:p>
          <a:p>
            <a:pPr lvl="1"/>
            <a:r>
              <a:rPr lang="en-US" sz="3000" dirty="0" smtClean="0"/>
              <a:t>FTK Imager is a free tool from </a:t>
            </a:r>
            <a:r>
              <a:rPr lang="en-US" sz="3000" dirty="0" err="1" smtClean="0"/>
              <a:t>AccessData</a:t>
            </a:r>
            <a:r>
              <a:rPr lang="en-US" sz="3000" dirty="0" smtClean="0"/>
              <a:t> for creating forensic images and examining file systems. It's widely used for quick evidence preview and imaging tasks. 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46554725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534949"/>
      </a:dk2>
      <a:lt2>
        <a:srgbClr val="CCD1B9"/>
      </a:lt2>
      <a:accent1>
        <a:srgbClr val="C66951"/>
      </a:accent1>
      <a:accent2>
        <a:srgbClr val="BF974D"/>
      </a:accent2>
      <a:accent3>
        <a:srgbClr val="928B70"/>
      </a:accent3>
      <a:accent4>
        <a:srgbClr val="87706B"/>
      </a:accent4>
      <a:accent5>
        <a:srgbClr val="94734E"/>
      </a:accent5>
      <a:accent6>
        <a:srgbClr val="6F777D"/>
      </a:accent6>
      <a:hlink>
        <a:srgbClr val="CC9900"/>
      </a:hlink>
      <a:folHlink>
        <a:srgbClr val="C0C0C0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125000"/>
              </a:schemeClr>
              <a:schemeClr val="phClr">
                <a:tint val="92000"/>
                <a:shade val="70000"/>
                <a:satMod val="110000"/>
              </a:schemeClr>
            </a:duotone>
          </a:blip>
          <a:tile tx="0" ty="0" sx="22000" sy="22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E736489A-00C3-4E0A-AAA8-D4D3127BA5B3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C8D1DA52E0B37448E565D05614DEEF6" ma:contentTypeVersion="3" ma:contentTypeDescription="Create a new document." ma:contentTypeScope="" ma:versionID="99249173c1f251a05e5000a5bdea289a">
  <xsd:schema xmlns:xsd="http://www.w3.org/2001/XMLSchema" xmlns:xs="http://www.w3.org/2001/XMLSchema" xmlns:p="http://schemas.microsoft.com/office/2006/metadata/properties" xmlns:ns2="6a79c26d-86cc-46f3-a88a-008fb10aa6cf" targetNamespace="http://schemas.microsoft.com/office/2006/metadata/properties" ma:root="true" ma:fieldsID="1565b3d06c9c401d9760a800deeb3985" ns2:_="">
    <xsd:import namespace="6a79c26d-86cc-46f3-a88a-008fb10aa6c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a79c26d-86cc-46f3-a88a-008fb10aa6c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E13E14C-89F7-4CBC-A1BC-E49798C83CA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45EE8C7-6416-4DEB-AC02-C0449C044D31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1B648962-0FD7-4C83-B9BD-AA0CAA33FC8C}">
  <ds:schemaRefs>
    <ds:schemaRef ds:uri="6a79c26d-86cc-46f3-a88a-008fb10aa6c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17</TotalTime>
  <Words>289</Words>
  <Application>Microsoft Office PowerPoint</Application>
  <PresentationFormat>Widescreen</PresentationFormat>
  <Paragraphs>33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Calibri</vt:lpstr>
      <vt:lpstr>Mangal</vt:lpstr>
      <vt:lpstr>Tw Cen MT</vt:lpstr>
      <vt:lpstr>Tw Cen MT Condensed</vt:lpstr>
      <vt:lpstr>Wingdings</vt:lpstr>
      <vt:lpstr>Wingdings 3</vt:lpstr>
      <vt:lpstr>Integral</vt:lpstr>
      <vt:lpstr>Digital Forensics (20CP411T)</vt:lpstr>
      <vt:lpstr>Outline</vt:lpstr>
      <vt:lpstr> Digital Forensics Acquisition Tools </vt:lpstr>
      <vt:lpstr> Digital Forensics Acquisition Tools </vt:lpstr>
      <vt:lpstr> Digital Forensics Acquisition Tools </vt:lpstr>
      <vt:lpstr> Digital Forensics Acquisition Tools </vt:lpstr>
      <vt:lpstr> Digital Forensics Acquisition Tools </vt:lpstr>
      <vt:lpstr> Digital Forensics Acquisition Tools </vt:lpstr>
      <vt:lpstr> Digital Forensics Acquisition Tools </vt:lpstr>
      <vt:lpstr> Digital Forensics Acquisition Tools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Forensics (20CP411T)</dc:title>
  <dc:creator>Prarthana Mehta</dc:creator>
  <cp:lastModifiedBy>Admin</cp:lastModifiedBy>
  <cp:revision>9</cp:revision>
  <dcterms:created xsi:type="dcterms:W3CDTF">2025-07-08T07:00:19Z</dcterms:created>
  <dcterms:modified xsi:type="dcterms:W3CDTF">2025-09-03T09:25:09Z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0x0101001C8D1DA52E0B37448E565D05614DEEF6</vt:lpwstr>
  </property>
</Properties>
</file>