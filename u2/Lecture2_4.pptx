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62" r:id="rId7"/>
    <p:sldId id="279" r:id="rId8"/>
    <p:sldId id="280" r:id="rId9"/>
    <p:sldId id="281" r:id="rId10"/>
    <p:sldId id="263" r:id="rId11"/>
    <p:sldId id="282" r:id="rId12"/>
    <p:sldId id="28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3532E-8442-85A1-37C9-DA306DD61763}" v="173" dt="2025-07-20T05:45:09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rthana Mehta" userId="S::prarthana.mehta@pdpu.ac.in::2340b563-6a22-4244-bb8c-68488e18e8b5" providerId="AD" clId="Web-{FA03532E-8442-85A1-37C9-DA306DD61763}"/>
    <pc:docChg chg="addSld modSld addMainMaster delMainMaster">
      <pc:chgData name="Prarthana Mehta" userId="S::prarthana.mehta@pdpu.ac.in::2340b563-6a22-4244-bb8c-68488e18e8b5" providerId="AD" clId="Web-{FA03532E-8442-85A1-37C9-DA306DD61763}" dt="2025-07-20T05:45:09.936" v="197" actId="20577"/>
      <pc:docMkLst>
        <pc:docMk/>
      </pc:docMkLst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051154046" sldId="25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15373509" sldId="25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211033372" sldId="25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637662926" sldId="25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6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128910555" sldId="26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4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128910555" sldId="260"/>
            <ac:graphicFrameMk id="9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42485820" sldId="26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542485820" sldId="261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63538213" sldId="26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476028541" sldId="27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476028541" sldId="278"/>
            <ac:spMk id="2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476028541" sldId="278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031970178" sldId="27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93985684" sldId="28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902137148" sldId="28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811950812" sldId="28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21188619" sldId="283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156807633" sldId="284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679470239" sldId="285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86361243" sldId="28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86361243" sldId="286"/>
            <ac:spMk id="2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250273499" sldId="28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89537664" sldId="28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955496920" sldId="28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471334016" sldId="29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3" creationId="{00000000-0000-0000-0000-000000000000}"/>
          </ac:spMkLst>
        </pc:spChg>
      </pc:sldChg>
      <pc:sldChg chg="modSp new">
        <pc:chgData name="Prarthana Mehta" userId="S::prarthana.mehta@pdpu.ac.in::2340b563-6a22-4244-bb8c-68488e18e8b5" providerId="AD" clId="Web-{FA03532E-8442-85A1-37C9-DA306DD61763}" dt="2025-07-20T05:45:09.936" v="197" actId="20577"/>
        <pc:sldMkLst>
          <pc:docMk/>
          <pc:sldMk cId="3455750260" sldId="291"/>
        </pc:sldMkLst>
        <pc:spChg chg="mod">
          <ac:chgData name="Prarthana Mehta" userId="S::prarthana.mehta@pdpu.ac.in::2340b563-6a22-4244-bb8c-68488e18e8b5" providerId="AD" clId="Web-{FA03532E-8442-85A1-37C9-DA306DD61763}" dt="2025-07-20T05:37:48.155" v="11" actId="20577"/>
          <ac:spMkLst>
            <pc:docMk/>
            <pc:sldMk cId="3455750260" sldId="291"/>
            <ac:spMk id="2" creationId="{2C01F82D-436F-8D42-3B2F-3A64C36228D8}"/>
          </ac:spMkLst>
        </pc:spChg>
        <pc:spChg chg="mod">
          <ac:chgData name="Prarthana Mehta" userId="S::prarthana.mehta@pdpu.ac.in::2340b563-6a22-4244-bb8c-68488e18e8b5" providerId="AD" clId="Web-{FA03532E-8442-85A1-37C9-DA306DD61763}" dt="2025-07-20T05:45:09.936" v="197" actId="20577"/>
          <ac:spMkLst>
            <pc:docMk/>
            <pc:sldMk cId="3455750260" sldId="291"/>
            <ac:spMk id="3" creationId="{30416858-7E66-09AC-FA30-CCC097B7CE93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1:30.913" v="110"/>
        <pc:sldMkLst>
          <pc:docMk/>
          <pc:sldMk cId="3903332972" sldId="292"/>
        </pc:sldMkLst>
        <pc:spChg chg="mod">
          <ac:chgData name="Prarthana Mehta" userId="S::prarthana.mehta@pdpu.ac.in::2340b563-6a22-4244-bb8c-68488e18e8b5" providerId="AD" clId="Web-{FA03532E-8442-85A1-37C9-DA306DD61763}" dt="2025-07-20T05:41:30.913" v="110"/>
          <ac:spMkLst>
            <pc:docMk/>
            <pc:sldMk cId="3903332972" sldId="292"/>
            <ac:spMk id="3" creationId="{C606965D-2F09-13DC-D36D-56F220310F2B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2:48.478" v="149" actId="20577"/>
        <pc:sldMkLst>
          <pc:docMk/>
          <pc:sldMk cId="1627901957" sldId="293"/>
        </pc:sldMkLst>
        <pc:spChg chg="mod">
          <ac:chgData name="Prarthana Mehta" userId="S::prarthana.mehta@pdpu.ac.in::2340b563-6a22-4244-bb8c-68488e18e8b5" providerId="AD" clId="Web-{FA03532E-8442-85A1-37C9-DA306DD61763}" dt="2025-07-20T05:42:48.478" v="149" actId="20577"/>
          <ac:spMkLst>
            <pc:docMk/>
            <pc:sldMk cId="1627901957" sldId="293"/>
            <ac:spMk id="3" creationId="{6A26E870-6C97-8B27-F219-DA2BEBC6C262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4:33.263" v="191" actId="20577"/>
        <pc:sldMkLst>
          <pc:docMk/>
          <pc:sldMk cId="2798320956" sldId="294"/>
        </pc:sldMkLst>
        <pc:spChg chg="mod">
          <ac:chgData name="Prarthana Mehta" userId="S::prarthana.mehta@pdpu.ac.in::2340b563-6a22-4244-bb8c-68488e18e8b5" providerId="AD" clId="Web-{FA03532E-8442-85A1-37C9-DA306DD61763}" dt="2025-07-20T05:44:33.263" v="191" actId="20577"/>
          <ac:spMkLst>
            <pc:docMk/>
            <pc:sldMk cId="2798320956" sldId="294"/>
            <ac:spMk id="3" creationId="{19AFF0EF-D234-ABE0-3C4A-BE90D527F732}"/>
          </ac:spMkLst>
        </pc:spChg>
      </pc:sldChg>
      <pc:sldMasterChg chg="add del addSldLayout del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1319882220" sldId="2147483648"/>
        </pc:sldMasterMkLst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72802601" sldId="2147483649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165925677" sldId="2147483650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375467235" sldId="2147483651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1265094301" sldId="2147483652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613184263" sldId="2147483653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823260543" sldId="2147483654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06552245" sldId="2147483655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91625761" sldId="2147483656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574922682" sldId="2147483657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4191760227" sldId="2147483658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770095545" sldId="2147483659"/>
          </pc:sldLayoutMkLst>
        </pc:sldLayoutChg>
      </pc:sldMasterChg>
      <pc:sldMasterChg chg="add del addSldLayout delSldLayout mod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3280964278" sldId="2147483660"/>
        </pc:sldMasterMkLst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048335522" sldId="2147483661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063532086" sldId="2147483662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53768132" sldId="2147483663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885168057" sldId="2147483664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560408381" sldId="2147483665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604642638" sldId="2147483666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156729691" sldId="2147483667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960057" sldId="2147483668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084829" sldId="2147483669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044335234" sldId="2147483670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5285298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5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12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1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9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0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2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3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0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52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18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3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10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Digital Forensics (</a:t>
            </a:r>
            <a:r>
              <a:rPr lang="en-US"/>
              <a:t>20CP411T</a:t>
            </a:r>
            <a:r>
              <a:rPr lang="en-IN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000" dirty="0">
                <a:latin typeface="+mj-lt"/>
                <a:ea typeface="+mj-ea"/>
                <a:cs typeface="+mj-cs"/>
              </a:rPr>
              <a:t>UNIT </a:t>
            </a:r>
            <a:r>
              <a:rPr lang="en-GB" sz="6000" dirty="0" smtClean="0">
                <a:latin typeface="+mj-lt"/>
                <a:ea typeface="+mj-ea"/>
                <a:cs typeface="+mj-cs"/>
              </a:rPr>
              <a:t>2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100" dirty="0" smtClean="0">
                <a:latin typeface="+mj-lt"/>
                <a:ea typeface="+mj-ea"/>
                <a:cs typeface="+mj-cs"/>
              </a:rPr>
              <a:t>DATA </a:t>
            </a:r>
            <a:r>
              <a:rPr lang="en-GB" sz="6100" dirty="0">
                <a:latin typeface="+mj-lt"/>
                <a:ea typeface="+mj-ea"/>
                <a:cs typeface="+mj-cs"/>
              </a:rPr>
              <a:t>ACQUISITION</a:t>
            </a:r>
            <a:endParaRPr lang="en-IN" sz="6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Understanding Storage Formats And Digital Evidence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Determining The Best Acquisition Method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Acquisition Tools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Validating Data Acquisitions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Remote Network Acquisition Tools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1537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dirty="0" smtClean="0"/>
              <a:t>Autopsy: </a:t>
            </a:r>
          </a:p>
          <a:p>
            <a:pPr lvl="1" algn="just"/>
            <a:r>
              <a:rPr lang="en-US" sz="3000" dirty="0" smtClean="0"/>
              <a:t>Autopsy is an open-source digital forensic tool that offers both GUI and command-line interfaces. </a:t>
            </a:r>
          </a:p>
          <a:p>
            <a:pPr lvl="1" algn="just"/>
            <a:r>
              <a:rPr lang="en-US" sz="3000" dirty="0" smtClean="0"/>
              <a:t>It's known for its flexibility and support for various file systems.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8584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dirty="0" smtClean="0"/>
              <a:t>Volatility: </a:t>
            </a:r>
          </a:p>
          <a:p>
            <a:pPr lvl="1" algn="just"/>
            <a:r>
              <a:rPr lang="en-US" sz="3000" dirty="0" smtClean="0"/>
              <a:t>A popular open-source memory forensics framework used to analyze the volatile memory (RAM) of a running system. </a:t>
            </a:r>
          </a:p>
          <a:p>
            <a:pPr lvl="1" algn="just"/>
            <a:r>
              <a:rPr lang="en-US" sz="3000" dirty="0" smtClean="0"/>
              <a:t>It's valuable for uncovering information about running processes and malware.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7084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smtClean="0"/>
              <a:t>Wireshark: </a:t>
            </a:r>
          </a:p>
          <a:p>
            <a:pPr lvl="1"/>
            <a:r>
              <a:rPr lang="en-US" sz="3000" dirty="0" smtClean="0"/>
              <a:t>Wireshark is a widely used network packet analyzer that can capture and analyze network traffic. </a:t>
            </a:r>
          </a:p>
          <a:p>
            <a:pPr lvl="1"/>
            <a:r>
              <a:rPr lang="en-US" sz="3000" dirty="0" smtClean="0"/>
              <a:t>It's essential for network forensic analysis.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38994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3000" dirty="0" smtClean="0"/>
              <a:t>dd (Linux/Unix Command): </a:t>
            </a:r>
          </a:p>
          <a:p>
            <a:pPr lvl="1" algn="just"/>
            <a:r>
              <a:rPr lang="en-US" sz="3000" dirty="0" smtClean="0"/>
              <a:t>The </a:t>
            </a:r>
            <a:r>
              <a:rPr lang="en-US" sz="3000" dirty="0" err="1" smtClean="0"/>
              <a:t>dd</a:t>
            </a:r>
            <a:r>
              <a:rPr lang="en-US" sz="3000" dirty="0" smtClean="0"/>
              <a:t> command is a command-line tool available in Unix-based systems for creating disk images and copying data. </a:t>
            </a:r>
          </a:p>
          <a:p>
            <a:pPr lvl="1" algn="just"/>
            <a:r>
              <a:rPr lang="en-US" sz="3000" dirty="0" smtClean="0"/>
              <a:t>It's often used in basic disk imaging tasks. </a:t>
            </a:r>
          </a:p>
        </p:txBody>
      </p:sp>
    </p:spTree>
    <p:extLst>
      <p:ext uri="{BB962C8B-B14F-4D97-AF65-F5344CB8AC3E}">
        <p14:creationId xmlns:p14="http://schemas.microsoft.com/office/powerpoint/2010/main" val="187717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dirty="0" err="1" smtClean="0"/>
              <a:t>ddrescue</a:t>
            </a:r>
            <a:r>
              <a:rPr lang="en-IN" sz="3000" dirty="0" smtClean="0"/>
              <a:t>: </a:t>
            </a:r>
          </a:p>
          <a:p>
            <a:pPr lvl="1" algn="just"/>
            <a:r>
              <a:rPr lang="en-US" sz="3000" dirty="0" err="1" smtClean="0"/>
              <a:t>ddrescue</a:t>
            </a:r>
            <a:r>
              <a:rPr lang="en-US" sz="3000" dirty="0" smtClean="0"/>
              <a:t> is a data recovery tool that can be used to create disk images to handle damaged or failed storage media.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50830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dirty="0" smtClean="0"/>
              <a:t>dc3dd: </a:t>
            </a:r>
          </a:p>
          <a:p>
            <a:pPr lvl="1" algn="just"/>
            <a:r>
              <a:rPr lang="en-US" sz="3000" dirty="0" smtClean="0"/>
              <a:t>dc3dd is an enhanced version of the </a:t>
            </a:r>
            <a:r>
              <a:rPr lang="en-US" sz="3000" dirty="0" err="1" smtClean="0"/>
              <a:t>dd</a:t>
            </a:r>
            <a:r>
              <a:rPr lang="en-US" sz="3000" dirty="0" smtClean="0"/>
              <a:t> command that includes features like hashing and progress reporting, making it suitable for forensic imaging.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48322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326943"/>
            <a:ext cx="9720071" cy="4023360"/>
          </a:xfrm>
        </p:spPr>
        <p:txBody>
          <a:bodyPr>
            <a:normAutofit/>
          </a:bodyPr>
          <a:lstStyle/>
          <a:p>
            <a:pPr algn="just"/>
            <a:r>
              <a:rPr lang="en-IN" sz="3000" dirty="0" smtClean="0"/>
              <a:t>FTK Imager </a:t>
            </a:r>
            <a:r>
              <a:rPr lang="en-IN" sz="3000" dirty="0" err="1" smtClean="0"/>
              <a:t>Lite</a:t>
            </a:r>
            <a:r>
              <a:rPr lang="en-IN" sz="3000" dirty="0" smtClean="0"/>
              <a:t> for Mac: </a:t>
            </a:r>
          </a:p>
          <a:p>
            <a:pPr lvl="1" algn="just"/>
            <a:r>
              <a:rPr lang="en-US" sz="3000" dirty="0" smtClean="0"/>
              <a:t>This is a </a:t>
            </a:r>
            <a:r>
              <a:rPr lang="en-US" sz="3000" dirty="0" err="1" smtClean="0"/>
              <a:t>macOS</a:t>
            </a:r>
            <a:r>
              <a:rPr lang="en-US" sz="3000" dirty="0" smtClean="0"/>
              <a:t> version of FTK Imager, allowing forensic professionals to work with Mac-based systems.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2901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dirty="0" smtClean="0"/>
              <a:t>PALADIN: </a:t>
            </a:r>
          </a:p>
          <a:p>
            <a:pPr lvl="1" algn="just"/>
            <a:r>
              <a:rPr lang="en-US" sz="3000" dirty="0" smtClean="0"/>
              <a:t>PALADIN is a free, pre-configured Linux distribution designed for digital forensics and incident response. </a:t>
            </a:r>
          </a:p>
          <a:p>
            <a:pPr lvl="1" algn="just"/>
            <a:r>
              <a:rPr lang="en-US" sz="3000" dirty="0" smtClean="0"/>
              <a:t>It includes various forensic tools and utilities.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910590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D1DA52E0B37448E565D05614DEEF6" ma:contentTypeVersion="3" ma:contentTypeDescription="Create a new document." ma:contentTypeScope="" ma:versionID="99249173c1f251a05e5000a5bdea289a">
  <xsd:schema xmlns:xsd="http://www.w3.org/2001/XMLSchema" xmlns:xs="http://www.w3.org/2001/XMLSchema" xmlns:p="http://schemas.microsoft.com/office/2006/metadata/properties" xmlns:ns2="6a79c26d-86cc-46f3-a88a-008fb10aa6cf" targetNamespace="http://schemas.microsoft.com/office/2006/metadata/properties" ma:root="true" ma:fieldsID="1565b3d06c9c401d9760a800deeb3985" ns2:_="">
    <xsd:import namespace="6a79c26d-86cc-46f3-a88a-008fb10aa6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9c26d-86cc-46f3-a88a-008fb10aa6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648962-0FD7-4C83-B9BD-AA0CAA33FC8C}">
  <ds:schemaRefs>
    <ds:schemaRef ds:uri="6a79c26d-86cc-46f3-a88a-008fb10aa6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5EE8C7-6416-4DEB-AC02-C0449C044D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E13E14C-89F7-4CBC-A1BC-E49798C83C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71</TotalTime>
  <Words>251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Mangal</vt:lpstr>
      <vt:lpstr>Tw Cen MT</vt:lpstr>
      <vt:lpstr>Tw Cen MT Condensed</vt:lpstr>
      <vt:lpstr>Wingdings</vt:lpstr>
      <vt:lpstr>Wingdings 3</vt:lpstr>
      <vt:lpstr>Integral</vt:lpstr>
      <vt:lpstr>Digital Forensics (20CP411T)</vt:lpstr>
      <vt:lpstr>Outline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Admin</cp:lastModifiedBy>
  <cp:revision>15</cp:revision>
  <dcterms:created xsi:type="dcterms:W3CDTF">2025-07-08T07:00:19Z</dcterms:created>
  <dcterms:modified xsi:type="dcterms:W3CDTF">2025-09-03T09:25:28Z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0x0101001C8D1DA52E0B37448E565D05614DEEF6</vt:lpwstr>
  </property>
</Properties>
</file>