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93" r:id="rId7"/>
    <p:sldId id="29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3532E-8442-85A1-37C9-DA306DD61763}" v="173" dt="2025-07-20T05:45:09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rthana Mehta" userId="S::prarthana.mehta@pdpu.ac.in::2340b563-6a22-4244-bb8c-68488e18e8b5" providerId="AD" clId="Web-{FA03532E-8442-85A1-37C9-DA306DD61763}"/>
    <pc:docChg chg="addSld modSld addMainMaster delMainMaster">
      <pc:chgData name="Prarthana Mehta" userId="S::prarthana.mehta@pdpu.ac.in::2340b563-6a22-4244-bb8c-68488e18e8b5" providerId="AD" clId="Web-{FA03532E-8442-85A1-37C9-DA306DD61763}" dt="2025-07-20T05:45:09.936" v="197" actId="20577"/>
      <pc:docMkLst>
        <pc:docMk/>
      </pc:docMkLst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051154046" sldId="25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15373509" sldId="25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211033372" sldId="25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637662926" sldId="25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6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128910555" sldId="26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4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128910555" sldId="260"/>
            <ac:graphicFrameMk id="9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42485820" sldId="26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542485820" sldId="261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63538213" sldId="26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476028541" sldId="27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476028541" sldId="278"/>
            <ac:spMk id="2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476028541" sldId="278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031970178" sldId="27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93985684" sldId="28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902137148" sldId="28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811950812" sldId="28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21188619" sldId="283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156807633" sldId="284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679470239" sldId="285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86361243" sldId="28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86361243" sldId="286"/>
            <ac:spMk id="2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250273499" sldId="28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89537664" sldId="28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955496920" sldId="28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471334016" sldId="29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3" creationId="{00000000-0000-0000-0000-000000000000}"/>
          </ac:spMkLst>
        </pc:spChg>
      </pc:sldChg>
      <pc:sldChg chg="modSp new">
        <pc:chgData name="Prarthana Mehta" userId="S::prarthana.mehta@pdpu.ac.in::2340b563-6a22-4244-bb8c-68488e18e8b5" providerId="AD" clId="Web-{FA03532E-8442-85A1-37C9-DA306DD61763}" dt="2025-07-20T05:45:09.936" v="197" actId="20577"/>
        <pc:sldMkLst>
          <pc:docMk/>
          <pc:sldMk cId="3455750260" sldId="291"/>
        </pc:sldMkLst>
        <pc:spChg chg="mod">
          <ac:chgData name="Prarthana Mehta" userId="S::prarthana.mehta@pdpu.ac.in::2340b563-6a22-4244-bb8c-68488e18e8b5" providerId="AD" clId="Web-{FA03532E-8442-85A1-37C9-DA306DD61763}" dt="2025-07-20T05:37:48.155" v="11" actId="20577"/>
          <ac:spMkLst>
            <pc:docMk/>
            <pc:sldMk cId="3455750260" sldId="291"/>
            <ac:spMk id="2" creationId="{2C01F82D-436F-8D42-3B2F-3A64C36228D8}"/>
          </ac:spMkLst>
        </pc:spChg>
        <pc:spChg chg="mod">
          <ac:chgData name="Prarthana Mehta" userId="S::prarthana.mehta@pdpu.ac.in::2340b563-6a22-4244-bb8c-68488e18e8b5" providerId="AD" clId="Web-{FA03532E-8442-85A1-37C9-DA306DD61763}" dt="2025-07-20T05:45:09.936" v="197" actId="20577"/>
          <ac:spMkLst>
            <pc:docMk/>
            <pc:sldMk cId="3455750260" sldId="291"/>
            <ac:spMk id="3" creationId="{30416858-7E66-09AC-FA30-CCC097B7CE93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1:30.913" v="110"/>
        <pc:sldMkLst>
          <pc:docMk/>
          <pc:sldMk cId="3903332972" sldId="292"/>
        </pc:sldMkLst>
        <pc:spChg chg="mod">
          <ac:chgData name="Prarthana Mehta" userId="S::prarthana.mehta@pdpu.ac.in::2340b563-6a22-4244-bb8c-68488e18e8b5" providerId="AD" clId="Web-{FA03532E-8442-85A1-37C9-DA306DD61763}" dt="2025-07-20T05:41:30.913" v="110"/>
          <ac:spMkLst>
            <pc:docMk/>
            <pc:sldMk cId="3903332972" sldId="292"/>
            <ac:spMk id="3" creationId="{C606965D-2F09-13DC-D36D-56F220310F2B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2:48.478" v="149" actId="20577"/>
        <pc:sldMkLst>
          <pc:docMk/>
          <pc:sldMk cId="1627901957" sldId="293"/>
        </pc:sldMkLst>
        <pc:spChg chg="mod">
          <ac:chgData name="Prarthana Mehta" userId="S::prarthana.mehta@pdpu.ac.in::2340b563-6a22-4244-bb8c-68488e18e8b5" providerId="AD" clId="Web-{FA03532E-8442-85A1-37C9-DA306DD61763}" dt="2025-07-20T05:42:48.478" v="149" actId="20577"/>
          <ac:spMkLst>
            <pc:docMk/>
            <pc:sldMk cId="1627901957" sldId="293"/>
            <ac:spMk id="3" creationId="{6A26E870-6C97-8B27-F219-DA2BEBC6C262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4:33.263" v="191" actId="20577"/>
        <pc:sldMkLst>
          <pc:docMk/>
          <pc:sldMk cId="2798320956" sldId="294"/>
        </pc:sldMkLst>
        <pc:spChg chg="mod">
          <ac:chgData name="Prarthana Mehta" userId="S::prarthana.mehta@pdpu.ac.in::2340b563-6a22-4244-bb8c-68488e18e8b5" providerId="AD" clId="Web-{FA03532E-8442-85A1-37C9-DA306DD61763}" dt="2025-07-20T05:44:33.263" v="191" actId="20577"/>
          <ac:spMkLst>
            <pc:docMk/>
            <pc:sldMk cId="2798320956" sldId="294"/>
            <ac:spMk id="3" creationId="{19AFF0EF-D234-ABE0-3C4A-BE90D527F732}"/>
          </ac:spMkLst>
        </pc:spChg>
      </pc:sldChg>
      <pc:sldMasterChg chg="add del addSldLayout del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1319882220" sldId="2147483648"/>
        </pc:sldMasterMkLst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72802601" sldId="2147483649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165925677" sldId="2147483650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375467235" sldId="2147483651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1265094301" sldId="2147483652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613184263" sldId="2147483653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823260543" sldId="2147483654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06552245" sldId="2147483655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91625761" sldId="2147483656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574922682" sldId="2147483657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4191760227" sldId="2147483658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770095545" sldId="2147483659"/>
          </pc:sldLayoutMkLst>
        </pc:sldLayoutChg>
      </pc:sldMasterChg>
      <pc:sldMasterChg chg="add del addSldLayout delSldLayout mod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3280964278" sldId="2147483660"/>
        </pc:sldMasterMkLst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048335522" sldId="2147483661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063532086" sldId="2147483662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53768132" sldId="2147483663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885168057" sldId="2147483664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560408381" sldId="2147483665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604642638" sldId="2147483666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156729691" sldId="2147483667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960057" sldId="2147483668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084829" sldId="2147483669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044335234" sldId="2147483670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52852981" sldId="214748367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35BD3C-667A-4ECD-B85D-3C358F6B66F1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8103E123-C76D-4D54-9F9A-0E42D4154EF8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1: </a:t>
          </a:r>
          <a:r>
            <a:rPr lang="en-US" sz="2400" b="0" i="0" baseline="0" dirty="0" smtClean="0"/>
            <a:t>Physically connect the storage media to the forensic workstation. </a:t>
          </a:r>
          <a:endParaRPr lang="en-IN" sz="2400" dirty="0"/>
        </a:p>
      </dgm:t>
    </dgm:pt>
    <dgm:pt modelId="{4476B00F-44CE-45DF-B15A-D5DE2A48251D}" type="parTrans" cxnId="{B4340DDF-0B5B-4A29-B0E1-C750762F255B}">
      <dgm:prSet/>
      <dgm:spPr/>
      <dgm:t>
        <a:bodyPr/>
        <a:lstStyle/>
        <a:p>
          <a:endParaRPr lang="en-IN" sz="2400"/>
        </a:p>
      </dgm:t>
    </dgm:pt>
    <dgm:pt modelId="{D943B833-395E-4040-B0ED-FE164A6B05D3}" type="sibTrans" cxnId="{B4340DDF-0B5B-4A29-B0E1-C750762F255B}">
      <dgm:prSet custT="1"/>
      <dgm:spPr/>
      <dgm:t>
        <a:bodyPr/>
        <a:lstStyle/>
        <a:p>
          <a:endParaRPr lang="en-IN" sz="2400"/>
        </a:p>
      </dgm:t>
    </dgm:pt>
    <dgm:pt modelId="{DDA3B18C-8A96-45F0-B46A-A036A28581C9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2: </a:t>
          </a:r>
          <a:r>
            <a:rPr lang="en-US" sz="2400" b="0" i="0" baseline="0" dirty="0" smtClean="0"/>
            <a:t>Ensure the use of a write-blocking device or hardware write-blocker to prevent any modifications to the evidence during the acquisition process. </a:t>
          </a:r>
          <a:endParaRPr lang="en-IN" sz="2400" dirty="0"/>
        </a:p>
      </dgm:t>
    </dgm:pt>
    <dgm:pt modelId="{B221F543-FA94-4681-9669-5CF79A824360}" type="parTrans" cxnId="{B1ED4ECB-4C18-4AB5-A8FF-25BC5A1610EF}">
      <dgm:prSet/>
      <dgm:spPr/>
      <dgm:t>
        <a:bodyPr/>
        <a:lstStyle/>
        <a:p>
          <a:endParaRPr lang="en-IN" sz="2400"/>
        </a:p>
      </dgm:t>
    </dgm:pt>
    <dgm:pt modelId="{8630DAA1-21B1-4D0F-A0A3-97454488431C}" type="sibTrans" cxnId="{B1ED4ECB-4C18-4AB5-A8FF-25BC5A1610EF}">
      <dgm:prSet custT="1"/>
      <dgm:spPr/>
      <dgm:t>
        <a:bodyPr/>
        <a:lstStyle/>
        <a:p>
          <a:endParaRPr lang="en-IN" sz="2400"/>
        </a:p>
      </dgm:t>
    </dgm:pt>
    <dgm:pt modelId="{817AABDC-D957-43AF-A5CA-FDAB384B852D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3: </a:t>
          </a:r>
          <a:r>
            <a:rPr lang="en-US" sz="2400" b="0" i="0" baseline="0" dirty="0" smtClean="0"/>
            <a:t>Use forensic software (e.g., FTK Imager, </a:t>
          </a:r>
          <a:r>
            <a:rPr lang="en-US" sz="2400" b="0" i="0" baseline="0" dirty="0" err="1" smtClean="0"/>
            <a:t>dd</a:t>
          </a:r>
          <a:r>
            <a:rPr lang="en-US" sz="2400" b="0" i="0" baseline="0" dirty="0" smtClean="0"/>
            <a:t> command) to create a forensic image of the storage media. </a:t>
          </a:r>
          <a:endParaRPr lang="en-IN" sz="2400" dirty="0"/>
        </a:p>
      </dgm:t>
    </dgm:pt>
    <dgm:pt modelId="{DCFB54FF-2C55-48BB-B872-7BE015B73649}" type="parTrans" cxnId="{65900EC1-6465-41F1-9352-4EE3E140433E}">
      <dgm:prSet/>
      <dgm:spPr/>
      <dgm:t>
        <a:bodyPr/>
        <a:lstStyle/>
        <a:p>
          <a:endParaRPr lang="en-IN" sz="2400"/>
        </a:p>
      </dgm:t>
    </dgm:pt>
    <dgm:pt modelId="{8F3E755B-44CA-4D30-9B99-D576E4F9BA8A}" type="sibTrans" cxnId="{65900EC1-6465-41F1-9352-4EE3E140433E}">
      <dgm:prSet custT="1"/>
      <dgm:spPr/>
      <dgm:t>
        <a:bodyPr/>
        <a:lstStyle/>
        <a:p>
          <a:endParaRPr lang="en-IN" sz="2400"/>
        </a:p>
      </dgm:t>
    </dgm:pt>
    <dgm:pt modelId="{6FC8DF8B-DE36-4276-8EC6-9FDE40A0E13C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4: </a:t>
          </a:r>
          <a:r>
            <a:rPr lang="en-US" sz="2400" b="0" i="0" baseline="0" dirty="0" smtClean="0"/>
            <a:t>Verify the integrity of the image by calculating and comparing hash values (MD5, SHA-256) before and after acquisition. </a:t>
          </a:r>
          <a:endParaRPr lang="en-IN" sz="2400" dirty="0"/>
        </a:p>
      </dgm:t>
    </dgm:pt>
    <dgm:pt modelId="{E8DABF3F-F8D1-4CA4-90AB-0AD422FCE020}" type="parTrans" cxnId="{8B89A6E8-4CEE-49F2-9828-AA1D5BA438B8}">
      <dgm:prSet/>
      <dgm:spPr/>
      <dgm:t>
        <a:bodyPr/>
        <a:lstStyle/>
        <a:p>
          <a:endParaRPr lang="en-IN" sz="2400"/>
        </a:p>
      </dgm:t>
    </dgm:pt>
    <dgm:pt modelId="{E1F295C1-A209-491D-96E7-A2743A483162}" type="sibTrans" cxnId="{8B89A6E8-4CEE-49F2-9828-AA1D5BA438B8}">
      <dgm:prSet custT="1"/>
      <dgm:spPr/>
      <dgm:t>
        <a:bodyPr/>
        <a:lstStyle/>
        <a:p>
          <a:endParaRPr lang="en-IN" sz="2400"/>
        </a:p>
      </dgm:t>
    </dgm:pt>
    <dgm:pt modelId="{35A77BBD-67A4-4FFF-8579-7C9BADD501BE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5: </a:t>
          </a:r>
          <a:r>
            <a:rPr lang="en-US" sz="2400" dirty="0" smtClean="0"/>
            <a:t>Securely store the acquired image on a dedicated, forensically clean storage device. </a:t>
          </a:r>
          <a:endParaRPr lang="en-IN" sz="2400" dirty="0"/>
        </a:p>
      </dgm:t>
    </dgm:pt>
    <dgm:pt modelId="{A9E86D88-6153-49BC-9BCE-B30588A76568}" type="parTrans" cxnId="{CA8A5884-8DFE-44F6-9097-3FC708217226}">
      <dgm:prSet/>
      <dgm:spPr/>
      <dgm:t>
        <a:bodyPr/>
        <a:lstStyle/>
        <a:p>
          <a:endParaRPr lang="en-IN" sz="2400"/>
        </a:p>
      </dgm:t>
    </dgm:pt>
    <dgm:pt modelId="{BF2F94AC-8C97-44F3-A67F-6D2CEB693392}" type="sibTrans" cxnId="{CA8A5884-8DFE-44F6-9097-3FC708217226}">
      <dgm:prSet/>
      <dgm:spPr/>
      <dgm:t>
        <a:bodyPr/>
        <a:lstStyle/>
        <a:p>
          <a:endParaRPr lang="en-IN" sz="2400"/>
        </a:p>
      </dgm:t>
    </dgm:pt>
    <dgm:pt modelId="{0DDCA266-B687-4D2B-B299-02E37AE77F38}" type="pres">
      <dgm:prSet presAssocID="{8835BD3C-667A-4ECD-B85D-3C358F6B66F1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86FF664-4626-4D2F-94D1-6F6DF9274E33}" type="pres">
      <dgm:prSet presAssocID="{8835BD3C-667A-4ECD-B85D-3C358F6B66F1}" presName="dummyMaxCanvas" presStyleCnt="0">
        <dgm:presLayoutVars/>
      </dgm:prSet>
      <dgm:spPr/>
    </dgm:pt>
    <dgm:pt modelId="{9C281BF5-EB6A-416F-AE4F-B67884FFB878}" type="pres">
      <dgm:prSet presAssocID="{8835BD3C-667A-4ECD-B85D-3C358F6B66F1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3B292D-3213-4A54-BE18-60D36B461EC4}" type="pres">
      <dgm:prSet presAssocID="{8835BD3C-667A-4ECD-B85D-3C358F6B66F1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AE99F72-0D23-450C-B410-EF76B427C261}" type="pres">
      <dgm:prSet presAssocID="{8835BD3C-667A-4ECD-B85D-3C358F6B66F1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F052AC1-727A-4B12-B960-873404A6CFCB}" type="pres">
      <dgm:prSet presAssocID="{8835BD3C-667A-4ECD-B85D-3C358F6B66F1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7414315-7CCB-4D18-A08C-654BE2B6E04E}" type="pres">
      <dgm:prSet presAssocID="{8835BD3C-667A-4ECD-B85D-3C358F6B66F1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764179F-AB4D-4C15-9F43-1FC154A6368F}" type="pres">
      <dgm:prSet presAssocID="{8835BD3C-667A-4ECD-B85D-3C358F6B66F1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65228F7-8168-48E1-A318-BCB6218B6101}" type="pres">
      <dgm:prSet presAssocID="{8835BD3C-667A-4ECD-B85D-3C358F6B66F1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9C720F-2E48-478F-9F5F-A80655A30501}" type="pres">
      <dgm:prSet presAssocID="{8835BD3C-667A-4ECD-B85D-3C358F6B66F1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1A7B825-8A3F-449B-A39E-C25A0FD77F3F}" type="pres">
      <dgm:prSet presAssocID="{8835BD3C-667A-4ECD-B85D-3C358F6B66F1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C7552DD-64F4-4759-AC27-5E3FA99F4B6D}" type="pres">
      <dgm:prSet presAssocID="{8835BD3C-667A-4ECD-B85D-3C358F6B66F1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1B5BB37-BA02-4C6E-B3EF-814EF5D61203}" type="pres">
      <dgm:prSet presAssocID="{8835BD3C-667A-4ECD-B85D-3C358F6B66F1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8CB3294-A955-49FD-8023-58803CE025AD}" type="pres">
      <dgm:prSet presAssocID="{8835BD3C-667A-4ECD-B85D-3C358F6B66F1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B6447D-ADB8-4904-B75A-BE2E48FAF08B}" type="pres">
      <dgm:prSet presAssocID="{8835BD3C-667A-4ECD-B85D-3C358F6B66F1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7E7AB21-B0D6-4232-8AD6-B0FE7058BE20}" type="pres">
      <dgm:prSet presAssocID="{8835BD3C-667A-4ECD-B85D-3C358F6B66F1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DB9F494-C510-471B-9606-D95B9441E378}" type="presOf" srcId="{817AABDC-D957-43AF-A5CA-FDAB384B852D}" destId="{5AE99F72-0D23-450C-B410-EF76B427C261}" srcOrd="0" destOrd="0" presId="urn:microsoft.com/office/officeart/2005/8/layout/vProcess5"/>
    <dgm:cxn modelId="{F102B4AE-CDA6-4D5C-8A77-F0564F1D10E5}" type="presOf" srcId="{6FC8DF8B-DE36-4276-8EC6-9FDE40A0E13C}" destId="{86B6447D-ADB8-4904-B75A-BE2E48FAF08B}" srcOrd="1" destOrd="0" presId="urn:microsoft.com/office/officeart/2005/8/layout/vProcess5"/>
    <dgm:cxn modelId="{0733D00D-5202-4F18-8AA5-4CCA3A53668C}" type="presOf" srcId="{8F3E755B-44CA-4D30-9B99-D576E4F9BA8A}" destId="{BF9C720F-2E48-478F-9F5F-A80655A30501}" srcOrd="0" destOrd="0" presId="urn:microsoft.com/office/officeart/2005/8/layout/vProcess5"/>
    <dgm:cxn modelId="{B1ED4ECB-4C18-4AB5-A8FF-25BC5A1610EF}" srcId="{8835BD3C-667A-4ECD-B85D-3C358F6B66F1}" destId="{DDA3B18C-8A96-45F0-B46A-A036A28581C9}" srcOrd="1" destOrd="0" parTransId="{B221F543-FA94-4681-9669-5CF79A824360}" sibTransId="{8630DAA1-21B1-4D0F-A0A3-97454488431C}"/>
    <dgm:cxn modelId="{9E091098-0CA9-4312-839B-A8E4E69FF93C}" type="presOf" srcId="{D943B833-395E-4040-B0ED-FE164A6B05D3}" destId="{9764179F-AB4D-4C15-9F43-1FC154A6368F}" srcOrd="0" destOrd="0" presId="urn:microsoft.com/office/officeart/2005/8/layout/vProcess5"/>
    <dgm:cxn modelId="{CA8A5884-8DFE-44F6-9097-3FC708217226}" srcId="{8835BD3C-667A-4ECD-B85D-3C358F6B66F1}" destId="{35A77BBD-67A4-4FFF-8579-7C9BADD501BE}" srcOrd="4" destOrd="0" parTransId="{A9E86D88-6153-49BC-9BCE-B30588A76568}" sibTransId="{BF2F94AC-8C97-44F3-A67F-6D2CEB693392}"/>
    <dgm:cxn modelId="{AC846AD4-4E3F-4816-B582-96C09F6D1CA5}" type="presOf" srcId="{E1F295C1-A209-491D-96E7-A2743A483162}" destId="{51A7B825-8A3F-449B-A39E-C25A0FD77F3F}" srcOrd="0" destOrd="0" presId="urn:microsoft.com/office/officeart/2005/8/layout/vProcess5"/>
    <dgm:cxn modelId="{FBD1054E-9CDE-4688-8E23-7CAAA6B1B41B}" type="presOf" srcId="{DDA3B18C-8A96-45F0-B46A-A036A28581C9}" destId="{A1B5BB37-BA02-4C6E-B3EF-814EF5D61203}" srcOrd="1" destOrd="0" presId="urn:microsoft.com/office/officeart/2005/8/layout/vProcess5"/>
    <dgm:cxn modelId="{2B073FF3-5F34-4685-AF67-2122DF7A1498}" type="presOf" srcId="{8103E123-C76D-4D54-9F9A-0E42D4154EF8}" destId="{9C281BF5-EB6A-416F-AE4F-B67884FFB878}" srcOrd="0" destOrd="0" presId="urn:microsoft.com/office/officeart/2005/8/layout/vProcess5"/>
    <dgm:cxn modelId="{AB18FCF4-B922-44B4-BD3F-9247F3E4AFB8}" type="presOf" srcId="{35A77BBD-67A4-4FFF-8579-7C9BADD501BE}" destId="{B7414315-7CCB-4D18-A08C-654BE2B6E04E}" srcOrd="0" destOrd="0" presId="urn:microsoft.com/office/officeart/2005/8/layout/vProcess5"/>
    <dgm:cxn modelId="{65900EC1-6465-41F1-9352-4EE3E140433E}" srcId="{8835BD3C-667A-4ECD-B85D-3C358F6B66F1}" destId="{817AABDC-D957-43AF-A5CA-FDAB384B852D}" srcOrd="2" destOrd="0" parTransId="{DCFB54FF-2C55-48BB-B872-7BE015B73649}" sibTransId="{8F3E755B-44CA-4D30-9B99-D576E4F9BA8A}"/>
    <dgm:cxn modelId="{8B89A6E8-4CEE-49F2-9828-AA1D5BA438B8}" srcId="{8835BD3C-667A-4ECD-B85D-3C358F6B66F1}" destId="{6FC8DF8B-DE36-4276-8EC6-9FDE40A0E13C}" srcOrd="3" destOrd="0" parTransId="{E8DABF3F-F8D1-4CA4-90AB-0AD422FCE020}" sibTransId="{E1F295C1-A209-491D-96E7-A2743A483162}"/>
    <dgm:cxn modelId="{7F714CBB-B8E6-4410-9428-ACBF4B0F55B6}" type="presOf" srcId="{35A77BBD-67A4-4FFF-8579-7C9BADD501BE}" destId="{17E7AB21-B0D6-4232-8AD6-B0FE7058BE20}" srcOrd="1" destOrd="0" presId="urn:microsoft.com/office/officeart/2005/8/layout/vProcess5"/>
    <dgm:cxn modelId="{51199AF3-0855-4645-ABBA-455E011E3715}" type="presOf" srcId="{8835BD3C-667A-4ECD-B85D-3C358F6B66F1}" destId="{0DDCA266-B687-4D2B-B299-02E37AE77F38}" srcOrd="0" destOrd="0" presId="urn:microsoft.com/office/officeart/2005/8/layout/vProcess5"/>
    <dgm:cxn modelId="{14A5C7BF-BCF7-41E3-B0E0-FE670D97E6A2}" type="presOf" srcId="{8103E123-C76D-4D54-9F9A-0E42D4154EF8}" destId="{7C7552DD-64F4-4759-AC27-5E3FA99F4B6D}" srcOrd="1" destOrd="0" presId="urn:microsoft.com/office/officeart/2005/8/layout/vProcess5"/>
    <dgm:cxn modelId="{86290D6E-C0BA-47DC-B298-48B0F66D3407}" type="presOf" srcId="{6FC8DF8B-DE36-4276-8EC6-9FDE40A0E13C}" destId="{EF052AC1-727A-4B12-B960-873404A6CFCB}" srcOrd="0" destOrd="0" presId="urn:microsoft.com/office/officeart/2005/8/layout/vProcess5"/>
    <dgm:cxn modelId="{FCE8850F-8A7A-4FDD-9F36-FA275BDE8F52}" type="presOf" srcId="{DDA3B18C-8A96-45F0-B46A-A036A28581C9}" destId="{843B292D-3213-4A54-BE18-60D36B461EC4}" srcOrd="0" destOrd="0" presId="urn:microsoft.com/office/officeart/2005/8/layout/vProcess5"/>
    <dgm:cxn modelId="{B4340DDF-0B5B-4A29-B0E1-C750762F255B}" srcId="{8835BD3C-667A-4ECD-B85D-3C358F6B66F1}" destId="{8103E123-C76D-4D54-9F9A-0E42D4154EF8}" srcOrd="0" destOrd="0" parTransId="{4476B00F-44CE-45DF-B15A-D5DE2A48251D}" sibTransId="{D943B833-395E-4040-B0ED-FE164A6B05D3}"/>
    <dgm:cxn modelId="{F706CF54-834D-4F2F-A3D6-E0232C6E5C86}" type="presOf" srcId="{8630DAA1-21B1-4D0F-A0A3-97454488431C}" destId="{B65228F7-8168-48E1-A318-BCB6218B6101}" srcOrd="0" destOrd="0" presId="urn:microsoft.com/office/officeart/2005/8/layout/vProcess5"/>
    <dgm:cxn modelId="{EAF446DA-7229-48C6-9A71-594E8F14542C}" type="presOf" srcId="{817AABDC-D957-43AF-A5CA-FDAB384B852D}" destId="{28CB3294-A955-49FD-8023-58803CE025AD}" srcOrd="1" destOrd="0" presId="urn:microsoft.com/office/officeart/2005/8/layout/vProcess5"/>
    <dgm:cxn modelId="{852186F7-B11F-46BC-98BA-0467BF8ED7BE}" type="presParOf" srcId="{0DDCA266-B687-4D2B-B299-02E37AE77F38}" destId="{786FF664-4626-4D2F-94D1-6F6DF9274E33}" srcOrd="0" destOrd="0" presId="urn:microsoft.com/office/officeart/2005/8/layout/vProcess5"/>
    <dgm:cxn modelId="{4BCB6FF2-95C3-44DE-A770-CD0DBAE37502}" type="presParOf" srcId="{0DDCA266-B687-4D2B-B299-02E37AE77F38}" destId="{9C281BF5-EB6A-416F-AE4F-B67884FFB878}" srcOrd="1" destOrd="0" presId="urn:microsoft.com/office/officeart/2005/8/layout/vProcess5"/>
    <dgm:cxn modelId="{8B298ABB-C678-4337-AE21-25AE9E30908C}" type="presParOf" srcId="{0DDCA266-B687-4D2B-B299-02E37AE77F38}" destId="{843B292D-3213-4A54-BE18-60D36B461EC4}" srcOrd="2" destOrd="0" presId="urn:microsoft.com/office/officeart/2005/8/layout/vProcess5"/>
    <dgm:cxn modelId="{56F9A2D5-27DD-4DA0-9D5A-393C10CEF02A}" type="presParOf" srcId="{0DDCA266-B687-4D2B-B299-02E37AE77F38}" destId="{5AE99F72-0D23-450C-B410-EF76B427C261}" srcOrd="3" destOrd="0" presId="urn:microsoft.com/office/officeart/2005/8/layout/vProcess5"/>
    <dgm:cxn modelId="{81234488-FE4E-4FAF-AAF0-8D7C4E24FB9A}" type="presParOf" srcId="{0DDCA266-B687-4D2B-B299-02E37AE77F38}" destId="{EF052AC1-727A-4B12-B960-873404A6CFCB}" srcOrd="4" destOrd="0" presId="urn:microsoft.com/office/officeart/2005/8/layout/vProcess5"/>
    <dgm:cxn modelId="{68CB4488-534A-4D66-B3D7-0ED063FFB2BE}" type="presParOf" srcId="{0DDCA266-B687-4D2B-B299-02E37AE77F38}" destId="{B7414315-7CCB-4D18-A08C-654BE2B6E04E}" srcOrd="5" destOrd="0" presId="urn:microsoft.com/office/officeart/2005/8/layout/vProcess5"/>
    <dgm:cxn modelId="{195AE516-772D-4275-912A-A5F474DD9A86}" type="presParOf" srcId="{0DDCA266-B687-4D2B-B299-02E37AE77F38}" destId="{9764179F-AB4D-4C15-9F43-1FC154A6368F}" srcOrd="6" destOrd="0" presId="urn:microsoft.com/office/officeart/2005/8/layout/vProcess5"/>
    <dgm:cxn modelId="{19F16665-F66E-4C47-9C16-ACB61E8C7EA7}" type="presParOf" srcId="{0DDCA266-B687-4D2B-B299-02E37AE77F38}" destId="{B65228F7-8168-48E1-A318-BCB6218B6101}" srcOrd="7" destOrd="0" presId="urn:microsoft.com/office/officeart/2005/8/layout/vProcess5"/>
    <dgm:cxn modelId="{9CE78473-EDAD-4D1E-813A-05562040C4E7}" type="presParOf" srcId="{0DDCA266-B687-4D2B-B299-02E37AE77F38}" destId="{BF9C720F-2E48-478F-9F5F-A80655A30501}" srcOrd="8" destOrd="0" presId="urn:microsoft.com/office/officeart/2005/8/layout/vProcess5"/>
    <dgm:cxn modelId="{82FC0A23-8D80-41D8-BA6E-17BFFC36FB4C}" type="presParOf" srcId="{0DDCA266-B687-4D2B-B299-02E37AE77F38}" destId="{51A7B825-8A3F-449B-A39E-C25A0FD77F3F}" srcOrd="9" destOrd="0" presId="urn:microsoft.com/office/officeart/2005/8/layout/vProcess5"/>
    <dgm:cxn modelId="{09849974-5009-4A10-B164-443F6A9D94DD}" type="presParOf" srcId="{0DDCA266-B687-4D2B-B299-02E37AE77F38}" destId="{7C7552DD-64F4-4759-AC27-5E3FA99F4B6D}" srcOrd="10" destOrd="0" presId="urn:microsoft.com/office/officeart/2005/8/layout/vProcess5"/>
    <dgm:cxn modelId="{1D7BD6CE-4CBE-4507-A704-BEA71B110B11}" type="presParOf" srcId="{0DDCA266-B687-4D2B-B299-02E37AE77F38}" destId="{A1B5BB37-BA02-4C6E-B3EF-814EF5D61203}" srcOrd="11" destOrd="0" presId="urn:microsoft.com/office/officeart/2005/8/layout/vProcess5"/>
    <dgm:cxn modelId="{44D2F094-6A1A-49DC-896B-AE60174861B3}" type="presParOf" srcId="{0DDCA266-B687-4D2B-B299-02E37AE77F38}" destId="{28CB3294-A955-49FD-8023-58803CE025AD}" srcOrd="12" destOrd="0" presId="urn:microsoft.com/office/officeart/2005/8/layout/vProcess5"/>
    <dgm:cxn modelId="{96A4AB99-938B-4CAC-B117-92395A45839D}" type="presParOf" srcId="{0DDCA266-B687-4D2B-B299-02E37AE77F38}" destId="{86B6447D-ADB8-4904-B75A-BE2E48FAF08B}" srcOrd="13" destOrd="0" presId="urn:microsoft.com/office/officeart/2005/8/layout/vProcess5"/>
    <dgm:cxn modelId="{21308A38-5623-4B94-8B45-BCD1EE20F5BC}" type="presParOf" srcId="{0DDCA266-B687-4D2B-B299-02E37AE77F38}" destId="{17E7AB21-B0D6-4232-8AD6-B0FE7058BE2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58AB45-4FCC-4848-AAE7-7547A405B0CE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0A6FCF70-7C95-4D8F-A56C-67C7483E8847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1: </a:t>
          </a:r>
          <a:r>
            <a:rPr lang="en-US" sz="2400" b="0" i="0" baseline="0" dirty="0" smtClean="0"/>
            <a:t>Connect the mobile device to a forensic workstation using a USB cable. </a:t>
          </a:r>
          <a:endParaRPr lang="en-IN" sz="2400" dirty="0"/>
        </a:p>
      </dgm:t>
    </dgm:pt>
    <dgm:pt modelId="{F5BB6EFF-7BE7-4311-8B91-F8CD27BE90EF}" type="parTrans" cxnId="{C1BB20E5-E074-44BC-B416-7DAA67607EE0}">
      <dgm:prSet/>
      <dgm:spPr/>
      <dgm:t>
        <a:bodyPr/>
        <a:lstStyle/>
        <a:p>
          <a:pPr algn="just"/>
          <a:endParaRPr lang="en-IN" sz="2400"/>
        </a:p>
      </dgm:t>
    </dgm:pt>
    <dgm:pt modelId="{32CE40BD-0AA0-42A6-BFBB-8640F4650C2F}" type="sibTrans" cxnId="{C1BB20E5-E074-44BC-B416-7DAA67607EE0}">
      <dgm:prSet/>
      <dgm:spPr/>
      <dgm:t>
        <a:bodyPr/>
        <a:lstStyle/>
        <a:p>
          <a:pPr algn="just"/>
          <a:endParaRPr lang="en-IN" sz="2400"/>
        </a:p>
      </dgm:t>
    </dgm:pt>
    <dgm:pt modelId="{80AFC789-343F-403B-8543-7A6C7AF6C9C2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2: </a:t>
          </a:r>
          <a:r>
            <a:rPr lang="en-US" sz="2400" b="0" i="0" baseline="0" dirty="0" smtClean="0"/>
            <a:t>Use a specialized mobile forensic tool (e.g., </a:t>
          </a:r>
          <a:r>
            <a:rPr lang="en-US" sz="2400" b="0" i="0" baseline="0" dirty="0" err="1" smtClean="0"/>
            <a:t>Cellebrite</a:t>
          </a:r>
          <a:r>
            <a:rPr lang="en-US" sz="2400" b="0" i="0" baseline="0" dirty="0" smtClean="0"/>
            <a:t>, Oxygen Forensic Suite) to perform a physical extraction. </a:t>
          </a:r>
          <a:endParaRPr lang="en-IN" sz="2400" dirty="0"/>
        </a:p>
      </dgm:t>
    </dgm:pt>
    <dgm:pt modelId="{FC7FD240-6D7D-4301-B477-EE5F31F2F70C}" type="parTrans" cxnId="{563A23CE-6551-4236-936D-CAC2CC3AE993}">
      <dgm:prSet/>
      <dgm:spPr/>
      <dgm:t>
        <a:bodyPr/>
        <a:lstStyle/>
        <a:p>
          <a:pPr algn="just"/>
          <a:endParaRPr lang="en-IN" sz="2400"/>
        </a:p>
      </dgm:t>
    </dgm:pt>
    <dgm:pt modelId="{D14E775F-A8B7-4511-88C1-449C3A130143}" type="sibTrans" cxnId="{563A23CE-6551-4236-936D-CAC2CC3AE993}">
      <dgm:prSet/>
      <dgm:spPr/>
      <dgm:t>
        <a:bodyPr/>
        <a:lstStyle/>
        <a:p>
          <a:pPr algn="just"/>
          <a:endParaRPr lang="en-IN" sz="2400"/>
        </a:p>
      </dgm:t>
    </dgm:pt>
    <dgm:pt modelId="{408C83B6-4CA3-4275-8D33-AB884FFE3D3B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3: </a:t>
          </a:r>
          <a:r>
            <a:rPr lang="en-US" sz="2400" b="0" i="0" baseline="0" smtClean="0"/>
            <a:t>The tool will create a forensic image of the mobile device's storage, including internal memory and external storage (if applicable). </a:t>
          </a:r>
          <a:endParaRPr lang="en-IN" sz="2400"/>
        </a:p>
      </dgm:t>
    </dgm:pt>
    <dgm:pt modelId="{2F21E616-5274-4A11-81CD-F565CF74E830}" type="parTrans" cxnId="{78F9F62D-D66C-404B-9FEF-A0246F1022CB}">
      <dgm:prSet/>
      <dgm:spPr/>
      <dgm:t>
        <a:bodyPr/>
        <a:lstStyle/>
        <a:p>
          <a:pPr algn="just"/>
          <a:endParaRPr lang="en-IN" sz="2400"/>
        </a:p>
      </dgm:t>
    </dgm:pt>
    <dgm:pt modelId="{2FE18171-1166-416E-BC52-782A710EE792}" type="sibTrans" cxnId="{78F9F62D-D66C-404B-9FEF-A0246F1022CB}">
      <dgm:prSet/>
      <dgm:spPr/>
      <dgm:t>
        <a:bodyPr/>
        <a:lstStyle/>
        <a:p>
          <a:pPr algn="just"/>
          <a:endParaRPr lang="en-IN" sz="2400"/>
        </a:p>
      </dgm:t>
    </dgm:pt>
    <dgm:pt modelId="{CA3D1435-BEDF-4C03-A4F0-34285221ABD0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4: </a:t>
          </a:r>
          <a:r>
            <a:rPr lang="en-US" sz="2400" b="0" i="0" baseline="0" smtClean="0"/>
            <a:t>Verify the integrity of the acquired data by comparing hash values. </a:t>
          </a:r>
          <a:endParaRPr lang="en-IN" sz="2400"/>
        </a:p>
      </dgm:t>
    </dgm:pt>
    <dgm:pt modelId="{1253AE55-2EED-4F2E-9091-94F78D52A529}" type="parTrans" cxnId="{3A43EADD-AB03-45D5-9B40-B5FF7F110CAB}">
      <dgm:prSet/>
      <dgm:spPr/>
      <dgm:t>
        <a:bodyPr/>
        <a:lstStyle/>
        <a:p>
          <a:pPr algn="just"/>
          <a:endParaRPr lang="en-IN" sz="2400"/>
        </a:p>
      </dgm:t>
    </dgm:pt>
    <dgm:pt modelId="{4E161A22-7404-4C05-8433-6F27E39BE9C7}" type="sibTrans" cxnId="{3A43EADD-AB03-45D5-9B40-B5FF7F110CAB}">
      <dgm:prSet/>
      <dgm:spPr/>
      <dgm:t>
        <a:bodyPr/>
        <a:lstStyle/>
        <a:p>
          <a:pPr algn="just"/>
          <a:endParaRPr lang="en-IN" sz="2400"/>
        </a:p>
      </dgm:t>
    </dgm:pt>
    <dgm:pt modelId="{A040551C-BC02-4E03-B341-4A7978F0DF03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5: </a:t>
          </a:r>
          <a:r>
            <a:rPr lang="en-US" sz="2400" b="0" i="0" baseline="0" smtClean="0"/>
            <a:t>Store the acquired data in a secure location, and document the acquisition process, including any unlock codes or passcodes used. </a:t>
          </a:r>
          <a:endParaRPr lang="en-IN" sz="2400"/>
        </a:p>
      </dgm:t>
    </dgm:pt>
    <dgm:pt modelId="{C324A269-17CE-4E74-84AF-477CEF620331}" type="parTrans" cxnId="{13621241-F691-4D5C-8381-90235C6EF92A}">
      <dgm:prSet/>
      <dgm:spPr/>
      <dgm:t>
        <a:bodyPr/>
        <a:lstStyle/>
        <a:p>
          <a:pPr algn="just"/>
          <a:endParaRPr lang="en-IN" sz="2400"/>
        </a:p>
      </dgm:t>
    </dgm:pt>
    <dgm:pt modelId="{2690928E-572B-4477-BF25-F22DEFFEDD3A}" type="sibTrans" cxnId="{13621241-F691-4D5C-8381-90235C6EF92A}">
      <dgm:prSet/>
      <dgm:spPr/>
      <dgm:t>
        <a:bodyPr/>
        <a:lstStyle/>
        <a:p>
          <a:pPr algn="just"/>
          <a:endParaRPr lang="en-IN" sz="2400"/>
        </a:p>
      </dgm:t>
    </dgm:pt>
    <dgm:pt modelId="{7882C99D-2EFF-422F-8F83-E1DABA92F87A}" type="pres">
      <dgm:prSet presAssocID="{1158AB45-4FCC-4848-AAE7-7547A405B0CE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E98084E-28D2-410D-A098-2E50E6903D1F}" type="pres">
      <dgm:prSet presAssocID="{1158AB45-4FCC-4848-AAE7-7547A405B0CE}" presName="dummyMaxCanvas" presStyleCnt="0">
        <dgm:presLayoutVars/>
      </dgm:prSet>
      <dgm:spPr/>
    </dgm:pt>
    <dgm:pt modelId="{71CA85E2-0C00-441A-856A-0020E6084DF5}" type="pres">
      <dgm:prSet presAssocID="{1158AB45-4FCC-4848-AAE7-7547A405B0CE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842EA15-7DD6-48D2-BF73-F8F1C310B92C}" type="pres">
      <dgm:prSet presAssocID="{1158AB45-4FCC-4848-AAE7-7547A405B0CE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D3FC90D-89FC-46BA-BA07-D4FC9C3A8C80}" type="pres">
      <dgm:prSet presAssocID="{1158AB45-4FCC-4848-AAE7-7547A405B0CE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832B93-0E41-47FD-B7EE-C95C11D9E361}" type="pres">
      <dgm:prSet presAssocID="{1158AB45-4FCC-4848-AAE7-7547A405B0CE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6D175F7-E7F7-48C5-A55E-5B76577D7CDC}" type="pres">
      <dgm:prSet presAssocID="{1158AB45-4FCC-4848-AAE7-7547A405B0CE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F502634-1B2A-4ABD-815A-A14909AE04C5}" type="pres">
      <dgm:prSet presAssocID="{1158AB45-4FCC-4848-AAE7-7547A405B0CE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CF2F0D6-2DBA-45AC-9F2B-B125B12B4EEF}" type="pres">
      <dgm:prSet presAssocID="{1158AB45-4FCC-4848-AAE7-7547A405B0CE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55D5E52-41B7-44D6-98C2-EDCA7E90048F}" type="pres">
      <dgm:prSet presAssocID="{1158AB45-4FCC-4848-AAE7-7547A405B0CE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7DF3918-8EC5-4F6A-A44C-6A84D77A6634}" type="pres">
      <dgm:prSet presAssocID="{1158AB45-4FCC-4848-AAE7-7547A405B0CE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770D783-AAE0-40B1-A05C-255F8A2ADA79}" type="pres">
      <dgm:prSet presAssocID="{1158AB45-4FCC-4848-AAE7-7547A405B0CE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90C9474-466C-4FFD-AFDA-55CD797E2317}" type="pres">
      <dgm:prSet presAssocID="{1158AB45-4FCC-4848-AAE7-7547A405B0CE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932CF58-F545-4438-941D-33FB551F0DFA}" type="pres">
      <dgm:prSet presAssocID="{1158AB45-4FCC-4848-AAE7-7547A405B0CE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69A486D-FEF8-48F1-833F-8DBD29948237}" type="pres">
      <dgm:prSet presAssocID="{1158AB45-4FCC-4848-AAE7-7547A405B0CE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3490A0B-B122-4B0A-8661-11A370B56CCE}" type="pres">
      <dgm:prSet presAssocID="{1158AB45-4FCC-4848-AAE7-7547A405B0CE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1BB20E5-E074-44BC-B416-7DAA67607EE0}" srcId="{1158AB45-4FCC-4848-AAE7-7547A405B0CE}" destId="{0A6FCF70-7C95-4D8F-A56C-67C7483E8847}" srcOrd="0" destOrd="0" parTransId="{F5BB6EFF-7BE7-4311-8B91-F8CD27BE90EF}" sibTransId="{32CE40BD-0AA0-42A6-BFBB-8640F4650C2F}"/>
    <dgm:cxn modelId="{3A43EADD-AB03-45D5-9B40-B5FF7F110CAB}" srcId="{1158AB45-4FCC-4848-AAE7-7547A405B0CE}" destId="{CA3D1435-BEDF-4C03-A4F0-34285221ABD0}" srcOrd="3" destOrd="0" parTransId="{1253AE55-2EED-4F2E-9091-94F78D52A529}" sibTransId="{4E161A22-7404-4C05-8433-6F27E39BE9C7}"/>
    <dgm:cxn modelId="{78F9F62D-D66C-404B-9FEF-A0246F1022CB}" srcId="{1158AB45-4FCC-4848-AAE7-7547A405B0CE}" destId="{408C83B6-4CA3-4275-8D33-AB884FFE3D3B}" srcOrd="2" destOrd="0" parTransId="{2F21E616-5274-4A11-81CD-F565CF74E830}" sibTransId="{2FE18171-1166-416E-BC52-782A710EE792}"/>
    <dgm:cxn modelId="{9EE691EC-C0FA-4683-AC7D-42B26EB1439A}" type="presOf" srcId="{408C83B6-4CA3-4275-8D33-AB884FFE3D3B}" destId="{4932CF58-F545-4438-941D-33FB551F0DFA}" srcOrd="1" destOrd="0" presId="urn:microsoft.com/office/officeart/2005/8/layout/vProcess5"/>
    <dgm:cxn modelId="{65C1DAB4-EA08-4B91-98AB-E9B748D2FC38}" type="presOf" srcId="{80AFC789-343F-403B-8543-7A6C7AF6C9C2}" destId="{E90C9474-466C-4FFD-AFDA-55CD797E2317}" srcOrd="1" destOrd="0" presId="urn:microsoft.com/office/officeart/2005/8/layout/vProcess5"/>
    <dgm:cxn modelId="{F6E25EB9-2314-44F4-BF7D-AE0B730EAD8B}" type="presOf" srcId="{A040551C-BC02-4E03-B341-4A7978F0DF03}" destId="{86D175F7-E7F7-48C5-A55E-5B76577D7CDC}" srcOrd="0" destOrd="0" presId="urn:microsoft.com/office/officeart/2005/8/layout/vProcess5"/>
    <dgm:cxn modelId="{834C7AC9-B849-4ECD-9049-417DAF07D6C9}" type="presOf" srcId="{80AFC789-343F-403B-8543-7A6C7AF6C9C2}" destId="{4842EA15-7DD6-48D2-BF73-F8F1C310B92C}" srcOrd="0" destOrd="0" presId="urn:microsoft.com/office/officeart/2005/8/layout/vProcess5"/>
    <dgm:cxn modelId="{01ABD77B-8C0A-4684-A789-5BAF992123B0}" type="presOf" srcId="{A040551C-BC02-4E03-B341-4A7978F0DF03}" destId="{C3490A0B-B122-4B0A-8661-11A370B56CCE}" srcOrd="1" destOrd="0" presId="urn:microsoft.com/office/officeart/2005/8/layout/vProcess5"/>
    <dgm:cxn modelId="{D467E66D-EE3F-478B-A295-BFFEF4BD301E}" type="presOf" srcId="{CA3D1435-BEDF-4C03-A4F0-34285221ABD0}" destId="{3D832B93-0E41-47FD-B7EE-C95C11D9E361}" srcOrd="0" destOrd="0" presId="urn:microsoft.com/office/officeart/2005/8/layout/vProcess5"/>
    <dgm:cxn modelId="{E876B70D-CC77-4CDA-BDEB-F92649AD9FB5}" type="presOf" srcId="{0A6FCF70-7C95-4D8F-A56C-67C7483E8847}" destId="{D770D783-AAE0-40B1-A05C-255F8A2ADA79}" srcOrd="1" destOrd="0" presId="urn:microsoft.com/office/officeart/2005/8/layout/vProcess5"/>
    <dgm:cxn modelId="{77F4CB68-5AE6-430D-A3AC-9665E4AF626C}" type="presOf" srcId="{4E161A22-7404-4C05-8433-6F27E39BE9C7}" destId="{97DF3918-8EC5-4F6A-A44C-6A84D77A6634}" srcOrd="0" destOrd="0" presId="urn:microsoft.com/office/officeart/2005/8/layout/vProcess5"/>
    <dgm:cxn modelId="{13621241-F691-4D5C-8381-90235C6EF92A}" srcId="{1158AB45-4FCC-4848-AAE7-7547A405B0CE}" destId="{A040551C-BC02-4E03-B341-4A7978F0DF03}" srcOrd="4" destOrd="0" parTransId="{C324A269-17CE-4E74-84AF-477CEF620331}" sibTransId="{2690928E-572B-4477-BF25-F22DEFFEDD3A}"/>
    <dgm:cxn modelId="{25EAC9D7-72CB-4952-8F03-C3E3D51CE36D}" type="presOf" srcId="{408C83B6-4CA3-4275-8D33-AB884FFE3D3B}" destId="{7D3FC90D-89FC-46BA-BA07-D4FC9C3A8C80}" srcOrd="0" destOrd="0" presId="urn:microsoft.com/office/officeart/2005/8/layout/vProcess5"/>
    <dgm:cxn modelId="{6CECB2F8-EEE7-4551-B6DD-A3C15BC12736}" type="presOf" srcId="{1158AB45-4FCC-4848-AAE7-7547A405B0CE}" destId="{7882C99D-2EFF-422F-8F83-E1DABA92F87A}" srcOrd="0" destOrd="0" presId="urn:microsoft.com/office/officeart/2005/8/layout/vProcess5"/>
    <dgm:cxn modelId="{EDEEF0F1-1973-4048-A7A5-6B55EF5382B9}" type="presOf" srcId="{D14E775F-A8B7-4511-88C1-449C3A130143}" destId="{FCF2F0D6-2DBA-45AC-9F2B-B125B12B4EEF}" srcOrd="0" destOrd="0" presId="urn:microsoft.com/office/officeart/2005/8/layout/vProcess5"/>
    <dgm:cxn modelId="{563A23CE-6551-4236-936D-CAC2CC3AE993}" srcId="{1158AB45-4FCC-4848-AAE7-7547A405B0CE}" destId="{80AFC789-343F-403B-8543-7A6C7AF6C9C2}" srcOrd="1" destOrd="0" parTransId="{FC7FD240-6D7D-4301-B477-EE5F31F2F70C}" sibTransId="{D14E775F-A8B7-4511-88C1-449C3A130143}"/>
    <dgm:cxn modelId="{E48D2B55-9C93-41E0-B724-B98904CFA4E9}" type="presOf" srcId="{2FE18171-1166-416E-BC52-782A710EE792}" destId="{A55D5E52-41B7-44D6-98C2-EDCA7E90048F}" srcOrd="0" destOrd="0" presId="urn:microsoft.com/office/officeart/2005/8/layout/vProcess5"/>
    <dgm:cxn modelId="{04E052B1-D40B-40FC-96D4-B73DB8C593F7}" type="presOf" srcId="{CA3D1435-BEDF-4C03-A4F0-34285221ABD0}" destId="{F69A486D-FEF8-48F1-833F-8DBD29948237}" srcOrd="1" destOrd="0" presId="urn:microsoft.com/office/officeart/2005/8/layout/vProcess5"/>
    <dgm:cxn modelId="{BE0CE69E-FC33-4301-91A4-FD3A517BFA6C}" type="presOf" srcId="{32CE40BD-0AA0-42A6-BFBB-8640F4650C2F}" destId="{DF502634-1B2A-4ABD-815A-A14909AE04C5}" srcOrd="0" destOrd="0" presId="urn:microsoft.com/office/officeart/2005/8/layout/vProcess5"/>
    <dgm:cxn modelId="{90494317-6D7E-4BB2-8BB7-61FFA51DC6B0}" type="presOf" srcId="{0A6FCF70-7C95-4D8F-A56C-67C7483E8847}" destId="{71CA85E2-0C00-441A-856A-0020E6084DF5}" srcOrd="0" destOrd="0" presId="urn:microsoft.com/office/officeart/2005/8/layout/vProcess5"/>
    <dgm:cxn modelId="{2D646579-95B8-4867-B9B9-8E13E5332932}" type="presParOf" srcId="{7882C99D-2EFF-422F-8F83-E1DABA92F87A}" destId="{EE98084E-28D2-410D-A098-2E50E6903D1F}" srcOrd="0" destOrd="0" presId="urn:microsoft.com/office/officeart/2005/8/layout/vProcess5"/>
    <dgm:cxn modelId="{74F314E6-3523-420A-ABDC-F536ACB422DA}" type="presParOf" srcId="{7882C99D-2EFF-422F-8F83-E1DABA92F87A}" destId="{71CA85E2-0C00-441A-856A-0020E6084DF5}" srcOrd="1" destOrd="0" presId="urn:microsoft.com/office/officeart/2005/8/layout/vProcess5"/>
    <dgm:cxn modelId="{493F6CFC-16C9-42AB-8A9C-88150CA57DC9}" type="presParOf" srcId="{7882C99D-2EFF-422F-8F83-E1DABA92F87A}" destId="{4842EA15-7DD6-48D2-BF73-F8F1C310B92C}" srcOrd="2" destOrd="0" presId="urn:microsoft.com/office/officeart/2005/8/layout/vProcess5"/>
    <dgm:cxn modelId="{74821715-DEFC-4210-9051-9F2301712B50}" type="presParOf" srcId="{7882C99D-2EFF-422F-8F83-E1DABA92F87A}" destId="{7D3FC90D-89FC-46BA-BA07-D4FC9C3A8C80}" srcOrd="3" destOrd="0" presId="urn:microsoft.com/office/officeart/2005/8/layout/vProcess5"/>
    <dgm:cxn modelId="{F73A3E3D-8BBC-434F-8A88-D3088679E4C2}" type="presParOf" srcId="{7882C99D-2EFF-422F-8F83-E1DABA92F87A}" destId="{3D832B93-0E41-47FD-B7EE-C95C11D9E361}" srcOrd="4" destOrd="0" presId="urn:microsoft.com/office/officeart/2005/8/layout/vProcess5"/>
    <dgm:cxn modelId="{C20445D6-62D0-4E22-A125-D873438F2DCF}" type="presParOf" srcId="{7882C99D-2EFF-422F-8F83-E1DABA92F87A}" destId="{86D175F7-E7F7-48C5-A55E-5B76577D7CDC}" srcOrd="5" destOrd="0" presId="urn:microsoft.com/office/officeart/2005/8/layout/vProcess5"/>
    <dgm:cxn modelId="{F085FEC5-7030-45AC-822A-D8584E011F01}" type="presParOf" srcId="{7882C99D-2EFF-422F-8F83-E1DABA92F87A}" destId="{DF502634-1B2A-4ABD-815A-A14909AE04C5}" srcOrd="6" destOrd="0" presId="urn:microsoft.com/office/officeart/2005/8/layout/vProcess5"/>
    <dgm:cxn modelId="{2F9E5D5D-5BA6-40B6-BAB8-61A6FE27F6AB}" type="presParOf" srcId="{7882C99D-2EFF-422F-8F83-E1DABA92F87A}" destId="{FCF2F0D6-2DBA-45AC-9F2B-B125B12B4EEF}" srcOrd="7" destOrd="0" presId="urn:microsoft.com/office/officeart/2005/8/layout/vProcess5"/>
    <dgm:cxn modelId="{811462A9-9753-43D2-85A4-63E05FD8B116}" type="presParOf" srcId="{7882C99D-2EFF-422F-8F83-E1DABA92F87A}" destId="{A55D5E52-41B7-44D6-98C2-EDCA7E90048F}" srcOrd="8" destOrd="0" presId="urn:microsoft.com/office/officeart/2005/8/layout/vProcess5"/>
    <dgm:cxn modelId="{234D592B-C942-4695-A36B-13A4A5E85AB6}" type="presParOf" srcId="{7882C99D-2EFF-422F-8F83-E1DABA92F87A}" destId="{97DF3918-8EC5-4F6A-A44C-6A84D77A6634}" srcOrd="9" destOrd="0" presId="urn:microsoft.com/office/officeart/2005/8/layout/vProcess5"/>
    <dgm:cxn modelId="{3D4E91FE-596B-4B50-BDA6-2ED7504517E3}" type="presParOf" srcId="{7882C99D-2EFF-422F-8F83-E1DABA92F87A}" destId="{D770D783-AAE0-40B1-A05C-255F8A2ADA79}" srcOrd="10" destOrd="0" presId="urn:microsoft.com/office/officeart/2005/8/layout/vProcess5"/>
    <dgm:cxn modelId="{45424AB8-5CE7-4E37-AE19-A351BDECD9EA}" type="presParOf" srcId="{7882C99D-2EFF-422F-8F83-E1DABA92F87A}" destId="{E90C9474-466C-4FFD-AFDA-55CD797E2317}" srcOrd="11" destOrd="0" presId="urn:microsoft.com/office/officeart/2005/8/layout/vProcess5"/>
    <dgm:cxn modelId="{9DB27A85-03A5-48DB-A5BF-DDA67F7542FD}" type="presParOf" srcId="{7882C99D-2EFF-422F-8F83-E1DABA92F87A}" destId="{4932CF58-F545-4438-941D-33FB551F0DFA}" srcOrd="12" destOrd="0" presId="urn:microsoft.com/office/officeart/2005/8/layout/vProcess5"/>
    <dgm:cxn modelId="{98745A69-83F2-4D05-9005-60D92E3C9B4B}" type="presParOf" srcId="{7882C99D-2EFF-422F-8F83-E1DABA92F87A}" destId="{F69A486D-FEF8-48F1-833F-8DBD29948237}" srcOrd="13" destOrd="0" presId="urn:microsoft.com/office/officeart/2005/8/layout/vProcess5"/>
    <dgm:cxn modelId="{DD61F712-57A6-4A65-A5DA-9E1E18913F72}" type="presParOf" srcId="{7882C99D-2EFF-422F-8F83-E1DABA92F87A}" destId="{C3490A0B-B122-4B0A-8661-11A370B56CC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5923B0-5D20-4B4D-91CF-F1DC011E5844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D961EBC6-07FB-4E36-BA4A-12ED72641DAE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1: </a:t>
          </a:r>
          <a:r>
            <a:rPr lang="en-US" sz="2400" b="0" i="0" baseline="0" dirty="0" smtClean="0"/>
            <a:t>Deploy network sniffers or intrusion detection systems (IDS) at strategic points within the network infrastructure. </a:t>
          </a:r>
          <a:endParaRPr lang="en-IN" sz="2400" dirty="0"/>
        </a:p>
      </dgm:t>
    </dgm:pt>
    <dgm:pt modelId="{2EAAED2E-F1CE-43E3-9A3E-3A35D90A1EF9}" type="parTrans" cxnId="{71891A3B-90CE-42EE-9168-EBA2760AD6AD}">
      <dgm:prSet/>
      <dgm:spPr/>
      <dgm:t>
        <a:bodyPr/>
        <a:lstStyle/>
        <a:p>
          <a:pPr algn="just"/>
          <a:endParaRPr lang="en-IN" sz="2400"/>
        </a:p>
      </dgm:t>
    </dgm:pt>
    <dgm:pt modelId="{A3C1C4AE-F71C-4106-A58D-1481BC3648E0}" type="sibTrans" cxnId="{71891A3B-90CE-42EE-9168-EBA2760AD6AD}">
      <dgm:prSet custT="1"/>
      <dgm:spPr/>
      <dgm:t>
        <a:bodyPr/>
        <a:lstStyle/>
        <a:p>
          <a:pPr algn="just"/>
          <a:endParaRPr lang="en-IN" sz="2400"/>
        </a:p>
      </dgm:t>
    </dgm:pt>
    <dgm:pt modelId="{E7C39138-5E18-40D4-8FE4-4F0FB2AAE5D2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2: </a:t>
          </a:r>
          <a:r>
            <a:rPr lang="en-US" sz="2400" b="0" i="0" baseline="0" smtClean="0"/>
            <a:t>Configure the sniffers or IDS to capture and log network traffic. </a:t>
          </a:r>
          <a:endParaRPr lang="en-IN" sz="2400"/>
        </a:p>
      </dgm:t>
    </dgm:pt>
    <dgm:pt modelId="{511A964C-0C56-4534-97C6-44094A5F1047}" type="parTrans" cxnId="{AF215CD8-F409-475E-83B4-016FBC90FBD6}">
      <dgm:prSet/>
      <dgm:spPr/>
      <dgm:t>
        <a:bodyPr/>
        <a:lstStyle/>
        <a:p>
          <a:pPr algn="just"/>
          <a:endParaRPr lang="en-IN" sz="2400"/>
        </a:p>
      </dgm:t>
    </dgm:pt>
    <dgm:pt modelId="{10251B46-7E75-4879-89E6-2CE66D23B911}" type="sibTrans" cxnId="{AF215CD8-F409-475E-83B4-016FBC90FBD6}">
      <dgm:prSet custT="1"/>
      <dgm:spPr/>
      <dgm:t>
        <a:bodyPr/>
        <a:lstStyle/>
        <a:p>
          <a:pPr algn="just"/>
          <a:endParaRPr lang="en-IN" sz="2400"/>
        </a:p>
      </dgm:t>
    </dgm:pt>
    <dgm:pt modelId="{3160B62C-AB7E-4C03-A192-1ADA77EC5F3F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3: </a:t>
          </a:r>
          <a:r>
            <a:rPr lang="en-US" sz="2400" b="0" i="0" baseline="0" dirty="0" smtClean="0"/>
            <a:t>Ensure that the captured data is stored in a secure location with proper access controls. </a:t>
          </a:r>
          <a:endParaRPr lang="en-IN" sz="2400" dirty="0"/>
        </a:p>
      </dgm:t>
    </dgm:pt>
    <dgm:pt modelId="{7F363536-08C7-42BE-9DF1-14E30A34A9F6}" type="parTrans" cxnId="{8824D6D1-84B2-45AD-AD85-5F882F9D37AA}">
      <dgm:prSet/>
      <dgm:spPr/>
      <dgm:t>
        <a:bodyPr/>
        <a:lstStyle/>
        <a:p>
          <a:pPr algn="just"/>
          <a:endParaRPr lang="en-IN" sz="2400"/>
        </a:p>
      </dgm:t>
    </dgm:pt>
    <dgm:pt modelId="{CB938A48-2409-4969-BD31-6C8357131F91}" type="sibTrans" cxnId="{8824D6D1-84B2-45AD-AD85-5F882F9D37AA}">
      <dgm:prSet custT="1"/>
      <dgm:spPr/>
      <dgm:t>
        <a:bodyPr/>
        <a:lstStyle/>
        <a:p>
          <a:pPr algn="just"/>
          <a:endParaRPr lang="en-IN" sz="2400"/>
        </a:p>
      </dgm:t>
    </dgm:pt>
    <dgm:pt modelId="{CCCD4EE4-B90B-4E47-A162-06CF18404C36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4: </a:t>
          </a:r>
          <a:r>
            <a:rPr lang="en-US" sz="2400" b="0" i="0" baseline="0" smtClean="0"/>
            <a:t>Regularly back up and archive captured network traffic data for forensic analysis. </a:t>
          </a:r>
          <a:endParaRPr lang="en-IN" sz="2400"/>
        </a:p>
      </dgm:t>
    </dgm:pt>
    <dgm:pt modelId="{E99F2EB2-06B4-413C-8ED9-3F05BD6971B4}" type="parTrans" cxnId="{5A9E3D0D-A577-433B-9188-5D7B46461A5E}">
      <dgm:prSet/>
      <dgm:spPr/>
      <dgm:t>
        <a:bodyPr/>
        <a:lstStyle/>
        <a:p>
          <a:pPr algn="just"/>
          <a:endParaRPr lang="en-IN" sz="2400"/>
        </a:p>
      </dgm:t>
    </dgm:pt>
    <dgm:pt modelId="{B019BEA6-1768-480D-A811-84A6508EDF9E}" type="sibTrans" cxnId="{5A9E3D0D-A577-433B-9188-5D7B46461A5E}">
      <dgm:prSet custT="1"/>
      <dgm:spPr/>
      <dgm:t>
        <a:bodyPr/>
        <a:lstStyle/>
        <a:p>
          <a:pPr algn="just"/>
          <a:endParaRPr lang="en-IN" sz="2400"/>
        </a:p>
      </dgm:t>
    </dgm:pt>
    <dgm:pt modelId="{F179B637-C96D-4065-AB19-210683EE1B3A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5: </a:t>
          </a:r>
          <a:r>
            <a:rPr lang="en-US" sz="2400" b="0" i="0" baseline="0" dirty="0" smtClean="0"/>
            <a:t>Document the capture settings and locations for future reference. </a:t>
          </a:r>
          <a:endParaRPr lang="en-IN" sz="2400" dirty="0"/>
        </a:p>
      </dgm:t>
    </dgm:pt>
    <dgm:pt modelId="{1495DA3D-6513-4CEA-A0E1-413B067059C4}" type="parTrans" cxnId="{E692F6BC-4413-461C-A96E-FBC7415808B5}">
      <dgm:prSet/>
      <dgm:spPr/>
      <dgm:t>
        <a:bodyPr/>
        <a:lstStyle/>
        <a:p>
          <a:pPr algn="just"/>
          <a:endParaRPr lang="en-IN" sz="2400"/>
        </a:p>
      </dgm:t>
    </dgm:pt>
    <dgm:pt modelId="{851383C1-015C-417E-ACFE-513E47A5C17A}" type="sibTrans" cxnId="{E692F6BC-4413-461C-A96E-FBC7415808B5}">
      <dgm:prSet/>
      <dgm:spPr/>
      <dgm:t>
        <a:bodyPr/>
        <a:lstStyle/>
        <a:p>
          <a:pPr algn="just"/>
          <a:endParaRPr lang="en-IN" sz="2400"/>
        </a:p>
      </dgm:t>
    </dgm:pt>
    <dgm:pt modelId="{30E11D8F-2272-4A67-B307-5A7744D2E972}" type="pres">
      <dgm:prSet presAssocID="{1E5923B0-5D20-4B4D-91CF-F1DC011E5844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8A72B49D-6DCE-4249-A04A-955F692F4BCB}" type="pres">
      <dgm:prSet presAssocID="{1E5923B0-5D20-4B4D-91CF-F1DC011E5844}" presName="dummyMaxCanvas" presStyleCnt="0">
        <dgm:presLayoutVars/>
      </dgm:prSet>
      <dgm:spPr/>
    </dgm:pt>
    <dgm:pt modelId="{1B77B134-1008-4094-A87C-17B5EAA4291D}" type="pres">
      <dgm:prSet presAssocID="{1E5923B0-5D20-4B4D-91CF-F1DC011E5844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03269C5-BC81-4AFE-9BF6-26A4676CA090}" type="pres">
      <dgm:prSet presAssocID="{1E5923B0-5D20-4B4D-91CF-F1DC011E5844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503047E-F24F-42C0-8B00-D5DBC6CD85BA}" type="pres">
      <dgm:prSet presAssocID="{1E5923B0-5D20-4B4D-91CF-F1DC011E5844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E8318B3-3B58-4C28-A774-672060391933}" type="pres">
      <dgm:prSet presAssocID="{1E5923B0-5D20-4B4D-91CF-F1DC011E5844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00CD86E-9787-49D5-BEE1-6B82DC6FAD0C}" type="pres">
      <dgm:prSet presAssocID="{1E5923B0-5D20-4B4D-91CF-F1DC011E5844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7166BB6-AF81-49D4-98A7-05B455F7D203}" type="pres">
      <dgm:prSet presAssocID="{1E5923B0-5D20-4B4D-91CF-F1DC011E5844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AA2C6F9-19B7-4B61-BA4D-C91FBD8C97EC}" type="pres">
      <dgm:prSet presAssocID="{1E5923B0-5D20-4B4D-91CF-F1DC011E5844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38B3DA7-D231-435C-852F-D9C1A31FB36C}" type="pres">
      <dgm:prSet presAssocID="{1E5923B0-5D20-4B4D-91CF-F1DC011E5844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62F9A91-4C6F-4594-922D-19C977F674FE}" type="pres">
      <dgm:prSet presAssocID="{1E5923B0-5D20-4B4D-91CF-F1DC011E5844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64ACC87-741C-472A-8218-23EBCE06A10B}" type="pres">
      <dgm:prSet presAssocID="{1E5923B0-5D20-4B4D-91CF-F1DC011E5844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39F5FF3-B554-4228-8B2C-2212002E5048}" type="pres">
      <dgm:prSet presAssocID="{1E5923B0-5D20-4B4D-91CF-F1DC011E5844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068381-26EC-435E-9922-5AEBF1560EED}" type="pres">
      <dgm:prSet presAssocID="{1E5923B0-5D20-4B4D-91CF-F1DC011E5844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03D5F73-7516-4556-8DE7-FD7FBC594E52}" type="pres">
      <dgm:prSet presAssocID="{1E5923B0-5D20-4B4D-91CF-F1DC011E5844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4CFB7E6-3E95-420B-98D5-F2C09F5054F4}" type="pres">
      <dgm:prSet presAssocID="{1E5923B0-5D20-4B4D-91CF-F1DC011E5844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ECF5533-0007-42F4-B484-7612AA5427BF}" type="presOf" srcId="{CCCD4EE4-B90B-4E47-A162-06CF18404C36}" destId="{003D5F73-7516-4556-8DE7-FD7FBC594E52}" srcOrd="1" destOrd="0" presId="urn:microsoft.com/office/officeart/2005/8/layout/vProcess5"/>
    <dgm:cxn modelId="{F4DDF6B8-1906-4AD3-A74F-AC7A72A74B82}" type="presOf" srcId="{F179B637-C96D-4065-AB19-210683EE1B3A}" destId="{54CFB7E6-3E95-420B-98D5-F2C09F5054F4}" srcOrd="1" destOrd="0" presId="urn:microsoft.com/office/officeart/2005/8/layout/vProcess5"/>
    <dgm:cxn modelId="{E21591A6-A4A8-4EF7-8623-08A8E0DB7BC1}" type="presOf" srcId="{F179B637-C96D-4065-AB19-210683EE1B3A}" destId="{B00CD86E-9787-49D5-BEE1-6B82DC6FAD0C}" srcOrd="0" destOrd="0" presId="urn:microsoft.com/office/officeart/2005/8/layout/vProcess5"/>
    <dgm:cxn modelId="{DCC048C0-14F0-4ECC-8464-96A1DE9A6A47}" type="presOf" srcId="{A3C1C4AE-F71C-4106-A58D-1481BC3648E0}" destId="{27166BB6-AF81-49D4-98A7-05B455F7D203}" srcOrd="0" destOrd="0" presId="urn:microsoft.com/office/officeart/2005/8/layout/vProcess5"/>
    <dgm:cxn modelId="{776768C0-EE65-4DA6-9E41-7FEB5A04CD8C}" type="presOf" srcId="{10251B46-7E75-4879-89E6-2CE66D23B911}" destId="{7AA2C6F9-19B7-4B61-BA4D-C91FBD8C97EC}" srcOrd="0" destOrd="0" presId="urn:microsoft.com/office/officeart/2005/8/layout/vProcess5"/>
    <dgm:cxn modelId="{50CCCA3C-EED9-438F-A0E4-992C729A3F60}" type="presOf" srcId="{1E5923B0-5D20-4B4D-91CF-F1DC011E5844}" destId="{30E11D8F-2272-4A67-B307-5A7744D2E972}" srcOrd="0" destOrd="0" presId="urn:microsoft.com/office/officeart/2005/8/layout/vProcess5"/>
    <dgm:cxn modelId="{F78EDB30-AB2D-4A38-93B3-CEBF0EBA2392}" type="presOf" srcId="{D961EBC6-07FB-4E36-BA4A-12ED72641DAE}" destId="{1B77B134-1008-4094-A87C-17B5EAA4291D}" srcOrd="0" destOrd="0" presId="urn:microsoft.com/office/officeart/2005/8/layout/vProcess5"/>
    <dgm:cxn modelId="{AF215CD8-F409-475E-83B4-016FBC90FBD6}" srcId="{1E5923B0-5D20-4B4D-91CF-F1DC011E5844}" destId="{E7C39138-5E18-40D4-8FE4-4F0FB2AAE5D2}" srcOrd="1" destOrd="0" parTransId="{511A964C-0C56-4534-97C6-44094A5F1047}" sibTransId="{10251B46-7E75-4879-89E6-2CE66D23B911}"/>
    <dgm:cxn modelId="{8D325D33-BB6B-415F-A49C-E8402831AE6B}" type="presOf" srcId="{E7C39138-5E18-40D4-8FE4-4F0FB2AAE5D2}" destId="{A39F5FF3-B554-4228-8B2C-2212002E5048}" srcOrd="1" destOrd="0" presId="urn:microsoft.com/office/officeart/2005/8/layout/vProcess5"/>
    <dgm:cxn modelId="{B737907D-7566-4185-8BD8-AF8F64FDC315}" type="presOf" srcId="{3160B62C-AB7E-4C03-A192-1ADA77EC5F3F}" destId="{F503047E-F24F-42C0-8B00-D5DBC6CD85BA}" srcOrd="0" destOrd="0" presId="urn:microsoft.com/office/officeart/2005/8/layout/vProcess5"/>
    <dgm:cxn modelId="{B7165B70-6A0D-437F-B3BC-D4DF095EACFD}" type="presOf" srcId="{B019BEA6-1768-480D-A811-84A6508EDF9E}" destId="{262F9A91-4C6F-4594-922D-19C977F674FE}" srcOrd="0" destOrd="0" presId="urn:microsoft.com/office/officeart/2005/8/layout/vProcess5"/>
    <dgm:cxn modelId="{5A9E3D0D-A577-433B-9188-5D7B46461A5E}" srcId="{1E5923B0-5D20-4B4D-91CF-F1DC011E5844}" destId="{CCCD4EE4-B90B-4E47-A162-06CF18404C36}" srcOrd="3" destOrd="0" parTransId="{E99F2EB2-06B4-413C-8ED9-3F05BD6971B4}" sibTransId="{B019BEA6-1768-480D-A811-84A6508EDF9E}"/>
    <dgm:cxn modelId="{7BFC3DF6-C5DD-4D11-A289-16F4B897F284}" type="presOf" srcId="{3160B62C-AB7E-4C03-A192-1ADA77EC5F3F}" destId="{3D068381-26EC-435E-9922-5AEBF1560EED}" srcOrd="1" destOrd="0" presId="urn:microsoft.com/office/officeart/2005/8/layout/vProcess5"/>
    <dgm:cxn modelId="{6359936C-1BB0-4C0E-9353-C7CF1763F6A7}" type="presOf" srcId="{E7C39138-5E18-40D4-8FE4-4F0FB2AAE5D2}" destId="{703269C5-BC81-4AFE-9BF6-26A4676CA090}" srcOrd="0" destOrd="0" presId="urn:microsoft.com/office/officeart/2005/8/layout/vProcess5"/>
    <dgm:cxn modelId="{D89AA98D-59E7-469D-B596-42A276F6A332}" type="presOf" srcId="{D961EBC6-07FB-4E36-BA4A-12ED72641DAE}" destId="{164ACC87-741C-472A-8218-23EBCE06A10B}" srcOrd="1" destOrd="0" presId="urn:microsoft.com/office/officeart/2005/8/layout/vProcess5"/>
    <dgm:cxn modelId="{B94FB632-0E21-4873-9F03-16301115DFFC}" type="presOf" srcId="{CB938A48-2409-4969-BD31-6C8357131F91}" destId="{838B3DA7-D231-435C-852F-D9C1A31FB36C}" srcOrd="0" destOrd="0" presId="urn:microsoft.com/office/officeart/2005/8/layout/vProcess5"/>
    <dgm:cxn modelId="{E692F6BC-4413-461C-A96E-FBC7415808B5}" srcId="{1E5923B0-5D20-4B4D-91CF-F1DC011E5844}" destId="{F179B637-C96D-4065-AB19-210683EE1B3A}" srcOrd="4" destOrd="0" parTransId="{1495DA3D-6513-4CEA-A0E1-413B067059C4}" sibTransId="{851383C1-015C-417E-ACFE-513E47A5C17A}"/>
    <dgm:cxn modelId="{71891A3B-90CE-42EE-9168-EBA2760AD6AD}" srcId="{1E5923B0-5D20-4B4D-91CF-F1DC011E5844}" destId="{D961EBC6-07FB-4E36-BA4A-12ED72641DAE}" srcOrd="0" destOrd="0" parTransId="{2EAAED2E-F1CE-43E3-9A3E-3A35D90A1EF9}" sibTransId="{A3C1C4AE-F71C-4106-A58D-1481BC3648E0}"/>
    <dgm:cxn modelId="{6F6585E5-A4DC-4EB6-843F-508321CB19FF}" type="presOf" srcId="{CCCD4EE4-B90B-4E47-A162-06CF18404C36}" destId="{3E8318B3-3B58-4C28-A774-672060391933}" srcOrd="0" destOrd="0" presId="urn:microsoft.com/office/officeart/2005/8/layout/vProcess5"/>
    <dgm:cxn modelId="{8824D6D1-84B2-45AD-AD85-5F882F9D37AA}" srcId="{1E5923B0-5D20-4B4D-91CF-F1DC011E5844}" destId="{3160B62C-AB7E-4C03-A192-1ADA77EC5F3F}" srcOrd="2" destOrd="0" parTransId="{7F363536-08C7-42BE-9DF1-14E30A34A9F6}" sibTransId="{CB938A48-2409-4969-BD31-6C8357131F91}"/>
    <dgm:cxn modelId="{6F4E36CC-7D26-444F-8340-10D6195CCDC3}" type="presParOf" srcId="{30E11D8F-2272-4A67-B307-5A7744D2E972}" destId="{8A72B49D-6DCE-4249-A04A-955F692F4BCB}" srcOrd="0" destOrd="0" presId="urn:microsoft.com/office/officeart/2005/8/layout/vProcess5"/>
    <dgm:cxn modelId="{FF0AD599-BB9A-44A1-8A27-EC46C8901BDF}" type="presParOf" srcId="{30E11D8F-2272-4A67-B307-5A7744D2E972}" destId="{1B77B134-1008-4094-A87C-17B5EAA4291D}" srcOrd="1" destOrd="0" presId="urn:microsoft.com/office/officeart/2005/8/layout/vProcess5"/>
    <dgm:cxn modelId="{DCE6A268-A17E-4945-A390-49909B8AAA76}" type="presParOf" srcId="{30E11D8F-2272-4A67-B307-5A7744D2E972}" destId="{703269C5-BC81-4AFE-9BF6-26A4676CA090}" srcOrd="2" destOrd="0" presId="urn:microsoft.com/office/officeart/2005/8/layout/vProcess5"/>
    <dgm:cxn modelId="{B47280D8-0105-49DD-8234-07AA5C2E0BAA}" type="presParOf" srcId="{30E11D8F-2272-4A67-B307-5A7744D2E972}" destId="{F503047E-F24F-42C0-8B00-D5DBC6CD85BA}" srcOrd="3" destOrd="0" presId="urn:microsoft.com/office/officeart/2005/8/layout/vProcess5"/>
    <dgm:cxn modelId="{56CDB627-A558-41F7-AE98-9C6084B999DB}" type="presParOf" srcId="{30E11D8F-2272-4A67-B307-5A7744D2E972}" destId="{3E8318B3-3B58-4C28-A774-672060391933}" srcOrd="4" destOrd="0" presId="urn:microsoft.com/office/officeart/2005/8/layout/vProcess5"/>
    <dgm:cxn modelId="{8AD4AB2D-B433-489A-BDC8-B616645A3638}" type="presParOf" srcId="{30E11D8F-2272-4A67-B307-5A7744D2E972}" destId="{B00CD86E-9787-49D5-BEE1-6B82DC6FAD0C}" srcOrd="5" destOrd="0" presId="urn:microsoft.com/office/officeart/2005/8/layout/vProcess5"/>
    <dgm:cxn modelId="{880CB390-0B42-4343-93DA-8214A197E9A1}" type="presParOf" srcId="{30E11D8F-2272-4A67-B307-5A7744D2E972}" destId="{27166BB6-AF81-49D4-98A7-05B455F7D203}" srcOrd="6" destOrd="0" presId="urn:microsoft.com/office/officeart/2005/8/layout/vProcess5"/>
    <dgm:cxn modelId="{578D2BED-DB90-4F87-9510-FD2F30987A1B}" type="presParOf" srcId="{30E11D8F-2272-4A67-B307-5A7744D2E972}" destId="{7AA2C6F9-19B7-4B61-BA4D-C91FBD8C97EC}" srcOrd="7" destOrd="0" presId="urn:microsoft.com/office/officeart/2005/8/layout/vProcess5"/>
    <dgm:cxn modelId="{C846EFF1-3269-492A-96F3-DF5F94F6F4F8}" type="presParOf" srcId="{30E11D8F-2272-4A67-B307-5A7744D2E972}" destId="{838B3DA7-D231-435C-852F-D9C1A31FB36C}" srcOrd="8" destOrd="0" presId="urn:microsoft.com/office/officeart/2005/8/layout/vProcess5"/>
    <dgm:cxn modelId="{E5D724F8-6A77-4087-A5A8-57C82E1B30B4}" type="presParOf" srcId="{30E11D8F-2272-4A67-B307-5A7744D2E972}" destId="{262F9A91-4C6F-4594-922D-19C977F674FE}" srcOrd="9" destOrd="0" presId="urn:microsoft.com/office/officeart/2005/8/layout/vProcess5"/>
    <dgm:cxn modelId="{3E8EB28B-F5A1-49FA-B34E-C9B680EA0F8D}" type="presParOf" srcId="{30E11D8F-2272-4A67-B307-5A7744D2E972}" destId="{164ACC87-741C-472A-8218-23EBCE06A10B}" srcOrd="10" destOrd="0" presId="urn:microsoft.com/office/officeart/2005/8/layout/vProcess5"/>
    <dgm:cxn modelId="{98026DA6-976A-4DDE-B959-E779394A0835}" type="presParOf" srcId="{30E11D8F-2272-4A67-B307-5A7744D2E972}" destId="{A39F5FF3-B554-4228-8B2C-2212002E5048}" srcOrd="11" destOrd="0" presId="urn:microsoft.com/office/officeart/2005/8/layout/vProcess5"/>
    <dgm:cxn modelId="{3DF50379-794D-419D-BBA1-8848C398831E}" type="presParOf" srcId="{30E11D8F-2272-4A67-B307-5A7744D2E972}" destId="{3D068381-26EC-435E-9922-5AEBF1560EED}" srcOrd="12" destOrd="0" presId="urn:microsoft.com/office/officeart/2005/8/layout/vProcess5"/>
    <dgm:cxn modelId="{77F258B7-5E87-437B-ADEA-182DD41E4B0E}" type="presParOf" srcId="{30E11D8F-2272-4A67-B307-5A7744D2E972}" destId="{003D5F73-7516-4556-8DE7-FD7FBC594E52}" srcOrd="13" destOrd="0" presId="urn:microsoft.com/office/officeart/2005/8/layout/vProcess5"/>
    <dgm:cxn modelId="{A69471FC-8A90-4EBC-847D-0507B415B117}" type="presParOf" srcId="{30E11D8F-2272-4A67-B307-5A7744D2E972}" destId="{54CFB7E6-3E95-420B-98D5-F2C09F5054F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33515B-8A23-4718-8A93-928FDB39D164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95FFC975-2709-4C9A-BB67-3F0AA6FCA7A5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1: </a:t>
          </a:r>
          <a:r>
            <a:rPr lang="en-US" sz="2400" b="0" i="0" baseline="0" dirty="0" smtClean="0"/>
            <a:t>Use a dedicated memory acquisition tool (e.g., FTK Imager, Volatility) or hardware memory acquisition device.</a:t>
          </a:r>
          <a:endParaRPr lang="en-IN" sz="2400" dirty="0"/>
        </a:p>
      </dgm:t>
    </dgm:pt>
    <dgm:pt modelId="{C509638D-7F09-442B-B5BF-9B731779657F}" type="parTrans" cxnId="{7349972F-EC03-4EF4-A7FF-51CA06389B6C}">
      <dgm:prSet/>
      <dgm:spPr/>
      <dgm:t>
        <a:bodyPr/>
        <a:lstStyle/>
        <a:p>
          <a:endParaRPr lang="en-IN" sz="2400"/>
        </a:p>
      </dgm:t>
    </dgm:pt>
    <dgm:pt modelId="{0D362326-95AE-4024-BBC0-CDE430FE843D}" type="sibTrans" cxnId="{7349972F-EC03-4EF4-A7FF-51CA06389B6C}">
      <dgm:prSet custT="1"/>
      <dgm:spPr/>
      <dgm:t>
        <a:bodyPr/>
        <a:lstStyle/>
        <a:p>
          <a:endParaRPr lang="en-IN" sz="2400"/>
        </a:p>
      </dgm:t>
    </dgm:pt>
    <dgm:pt modelId="{19739959-9FB6-4672-9874-1A4FEDDDEB51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2: </a:t>
          </a:r>
          <a:r>
            <a:rPr lang="en-US" sz="2400" b="0" i="0" baseline="0" dirty="0" smtClean="0"/>
            <a:t>Follow the tool's instructions to create a memory dump of the target system's RAM. </a:t>
          </a:r>
          <a:endParaRPr lang="en-IN" sz="2400" dirty="0"/>
        </a:p>
      </dgm:t>
    </dgm:pt>
    <dgm:pt modelId="{B8D69326-B8F9-4F22-B99E-69FB9E233895}" type="parTrans" cxnId="{CC67EF70-7CDA-4D3D-BF90-E9657E7630FF}">
      <dgm:prSet/>
      <dgm:spPr/>
      <dgm:t>
        <a:bodyPr/>
        <a:lstStyle/>
        <a:p>
          <a:endParaRPr lang="en-IN" sz="2400"/>
        </a:p>
      </dgm:t>
    </dgm:pt>
    <dgm:pt modelId="{53E41F6D-50A3-4CB3-9308-083CA03196DB}" type="sibTrans" cxnId="{CC67EF70-7CDA-4D3D-BF90-E9657E7630FF}">
      <dgm:prSet custT="1"/>
      <dgm:spPr/>
      <dgm:t>
        <a:bodyPr/>
        <a:lstStyle/>
        <a:p>
          <a:endParaRPr lang="en-IN" sz="2400"/>
        </a:p>
      </dgm:t>
    </dgm:pt>
    <dgm:pt modelId="{53B894BD-069C-4043-8B19-5FE5C452BEC3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3: </a:t>
          </a:r>
          <a:r>
            <a:rPr lang="en-US" sz="2400" b="0" i="0" baseline="0" smtClean="0"/>
            <a:t>Store the memory dump in a secure location and maintain its integrity. </a:t>
          </a:r>
          <a:endParaRPr lang="en-IN" sz="2400"/>
        </a:p>
      </dgm:t>
    </dgm:pt>
    <dgm:pt modelId="{256902DB-A4A8-4927-857D-7D319F686FEA}" type="parTrans" cxnId="{0781654D-EB9A-4980-B99C-CB342C6E61F3}">
      <dgm:prSet/>
      <dgm:spPr/>
      <dgm:t>
        <a:bodyPr/>
        <a:lstStyle/>
        <a:p>
          <a:endParaRPr lang="en-IN" sz="2400"/>
        </a:p>
      </dgm:t>
    </dgm:pt>
    <dgm:pt modelId="{25A67719-65DB-471E-BCA5-B3C42A406B30}" type="sibTrans" cxnId="{0781654D-EB9A-4980-B99C-CB342C6E61F3}">
      <dgm:prSet custT="1"/>
      <dgm:spPr/>
      <dgm:t>
        <a:bodyPr/>
        <a:lstStyle/>
        <a:p>
          <a:endParaRPr lang="en-IN" sz="2400"/>
        </a:p>
      </dgm:t>
    </dgm:pt>
    <dgm:pt modelId="{9F189269-5541-4A6A-9973-5179A599C22A}">
      <dgm:prSet custT="1"/>
      <dgm:spPr/>
      <dgm:t>
        <a:bodyPr/>
        <a:lstStyle/>
        <a:p>
          <a:pPr algn="just" rtl="0"/>
          <a:r>
            <a:rPr lang="en-US" sz="2400" b="1" i="0" baseline="0" dirty="0" smtClean="0"/>
            <a:t>Step 4: </a:t>
          </a:r>
          <a:r>
            <a:rPr lang="en-US" sz="2400" b="0" i="0" baseline="0" dirty="0" err="1" smtClean="0"/>
            <a:t>Analyse</a:t>
          </a:r>
          <a:r>
            <a:rPr lang="en-US" sz="2400" b="0" i="0" baseline="0" dirty="0" smtClean="0"/>
            <a:t> the memory dump offline to retrieve information about running processes and system state. </a:t>
          </a:r>
          <a:endParaRPr lang="en-IN" sz="2400" dirty="0"/>
        </a:p>
      </dgm:t>
    </dgm:pt>
    <dgm:pt modelId="{B6B34531-D745-46B6-8912-0466C3521684}" type="parTrans" cxnId="{18EB717D-A794-4E0C-BC57-85382E454762}">
      <dgm:prSet/>
      <dgm:spPr/>
      <dgm:t>
        <a:bodyPr/>
        <a:lstStyle/>
        <a:p>
          <a:endParaRPr lang="en-IN" sz="2400"/>
        </a:p>
      </dgm:t>
    </dgm:pt>
    <dgm:pt modelId="{65793FCA-7EF1-43F8-B658-176931353282}" type="sibTrans" cxnId="{18EB717D-A794-4E0C-BC57-85382E454762}">
      <dgm:prSet/>
      <dgm:spPr/>
      <dgm:t>
        <a:bodyPr/>
        <a:lstStyle/>
        <a:p>
          <a:endParaRPr lang="en-IN" sz="2400"/>
        </a:p>
      </dgm:t>
    </dgm:pt>
    <dgm:pt modelId="{6D8F592E-FE5F-43FF-9DB6-CF2BC53B4A1A}" type="pres">
      <dgm:prSet presAssocID="{4C33515B-8A23-4718-8A93-928FDB39D164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D730B77-19B3-4467-A4D3-B0B6BD0BB829}" type="pres">
      <dgm:prSet presAssocID="{4C33515B-8A23-4718-8A93-928FDB39D164}" presName="dummyMaxCanvas" presStyleCnt="0">
        <dgm:presLayoutVars/>
      </dgm:prSet>
      <dgm:spPr/>
    </dgm:pt>
    <dgm:pt modelId="{8000D9D5-B84A-45F2-83BE-0171824170DA}" type="pres">
      <dgm:prSet presAssocID="{4C33515B-8A23-4718-8A93-928FDB39D164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EABB892-A3F6-4968-A479-4D99CCC4B91B}" type="pres">
      <dgm:prSet presAssocID="{4C33515B-8A23-4718-8A93-928FDB39D164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59DCC69-1239-4F4A-A856-11573E68FF94}" type="pres">
      <dgm:prSet presAssocID="{4C33515B-8A23-4718-8A93-928FDB39D164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C269138-22BE-4663-B10A-1F2223D8D703}" type="pres">
      <dgm:prSet presAssocID="{4C33515B-8A23-4718-8A93-928FDB39D164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8A7C021-4B6D-4974-B9DE-AFC280BC221C}" type="pres">
      <dgm:prSet presAssocID="{4C33515B-8A23-4718-8A93-928FDB39D164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8DB8AA2-D66E-4E17-A866-B62762140CE0}" type="pres">
      <dgm:prSet presAssocID="{4C33515B-8A23-4718-8A93-928FDB39D164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2420A9D-8B54-44E7-A709-F7E592308F67}" type="pres">
      <dgm:prSet presAssocID="{4C33515B-8A23-4718-8A93-928FDB39D164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0B365BD-5E25-4E2D-8ACA-19DAF4283BB6}" type="pres">
      <dgm:prSet presAssocID="{4C33515B-8A23-4718-8A93-928FDB39D164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E0FDF1A-BD9C-407A-A4DA-28436255BC81}" type="pres">
      <dgm:prSet presAssocID="{4C33515B-8A23-4718-8A93-928FDB39D164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471C37-ED8E-408F-A59C-3687201B8F59}" type="pres">
      <dgm:prSet presAssocID="{4C33515B-8A23-4718-8A93-928FDB39D164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2370BB6-6722-4709-AF41-E4ECABF3B969}" type="pres">
      <dgm:prSet presAssocID="{4C33515B-8A23-4718-8A93-928FDB39D164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8EB717D-A794-4E0C-BC57-85382E454762}" srcId="{4C33515B-8A23-4718-8A93-928FDB39D164}" destId="{9F189269-5541-4A6A-9973-5179A599C22A}" srcOrd="3" destOrd="0" parTransId="{B6B34531-D745-46B6-8912-0466C3521684}" sibTransId="{65793FCA-7EF1-43F8-B658-176931353282}"/>
    <dgm:cxn modelId="{CC67EF70-7CDA-4D3D-BF90-E9657E7630FF}" srcId="{4C33515B-8A23-4718-8A93-928FDB39D164}" destId="{19739959-9FB6-4672-9874-1A4FEDDDEB51}" srcOrd="1" destOrd="0" parTransId="{B8D69326-B8F9-4F22-B99E-69FB9E233895}" sibTransId="{53E41F6D-50A3-4CB3-9308-083CA03196DB}"/>
    <dgm:cxn modelId="{5765017F-2949-43BE-9CC4-09EF88A4A146}" type="presOf" srcId="{53B894BD-069C-4043-8B19-5FE5C452BEC3}" destId="{BF471C37-ED8E-408F-A59C-3687201B8F59}" srcOrd="1" destOrd="0" presId="urn:microsoft.com/office/officeart/2005/8/layout/vProcess5"/>
    <dgm:cxn modelId="{E086693D-469E-494E-972C-C0B5751E474D}" type="presOf" srcId="{25A67719-65DB-471E-BCA5-B3C42A406B30}" destId="{62420A9D-8B54-44E7-A709-F7E592308F67}" srcOrd="0" destOrd="0" presId="urn:microsoft.com/office/officeart/2005/8/layout/vProcess5"/>
    <dgm:cxn modelId="{7349972F-EC03-4EF4-A7FF-51CA06389B6C}" srcId="{4C33515B-8A23-4718-8A93-928FDB39D164}" destId="{95FFC975-2709-4C9A-BB67-3F0AA6FCA7A5}" srcOrd="0" destOrd="0" parTransId="{C509638D-7F09-442B-B5BF-9B731779657F}" sibTransId="{0D362326-95AE-4024-BBC0-CDE430FE843D}"/>
    <dgm:cxn modelId="{05A88179-EDA8-4702-B9F8-0A94E00FE6CA}" type="presOf" srcId="{9F189269-5541-4A6A-9973-5179A599C22A}" destId="{D2370BB6-6722-4709-AF41-E4ECABF3B969}" srcOrd="1" destOrd="0" presId="urn:microsoft.com/office/officeart/2005/8/layout/vProcess5"/>
    <dgm:cxn modelId="{9D706150-48AC-4442-A7A1-480FA2E63101}" type="presOf" srcId="{53B894BD-069C-4043-8B19-5FE5C452BEC3}" destId="{959DCC69-1239-4F4A-A856-11573E68FF94}" srcOrd="0" destOrd="0" presId="urn:microsoft.com/office/officeart/2005/8/layout/vProcess5"/>
    <dgm:cxn modelId="{77546118-B358-43D2-9537-5EA8C5735AC4}" type="presOf" srcId="{19739959-9FB6-4672-9874-1A4FEDDDEB51}" destId="{BEABB892-A3F6-4968-A479-4D99CCC4B91B}" srcOrd="0" destOrd="0" presId="urn:microsoft.com/office/officeart/2005/8/layout/vProcess5"/>
    <dgm:cxn modelId="{A7990A58-9FC6-43FE-A9C4-A6BFCB651434}" type="presOf" srcId="{95FFC975-2709-4C9A-BB67-3F0AA6FCA7A5}" destId="{8000D9D5-B84A-45F2-83BE-0171824170DA}" srcOrd="0" destOrd="0" presId="urn:microsoft.com/office/officeart/2005/8/layout/vProcess5"/>
    <dgm:cxn modelId="{22A916BC-AC5B-48BC-930F-B679333DF7A6}" type="presOf" srcId="{4C33515B-8A23-4718-8A93-928FDB39D164}" destId="{6D8F592E-FE5F-43FF-9DB6-CF2BC53B4A1A}" srcOrd="0" destOrd="0" presId="urn:microsoft.com/office/officeart/2005/8/layout/vProcess5"/>
    <dgm:cxn modelId="{0781654D-EB9A-4980-B99C-CB342C6E61F3}" srcId="{4C33515B-8A23-4718-8A93-928FDB39D164}" destId="{53B894BD-069C-4043-8B19-5FE5C452BEC3}" srcOrd="2" destOrd="0" parTransId="{256902DB-A4A8-4927-857D-7D319F686FEA}" sibTransId="{25A67719-65DB-471E-BCA5-B3C42A406B30}"/>
    <dgm:cxn modelId="{1D784B98-D230-4CCF-B928-FFCF460C20AB}" type="presOf" srcId="{19739959-9FB6-4672-9874-1A4FEDDDEB51}" destId="{FE0FDF1A-BD9C-407A-A4DA-28436255BC81}" srcOrd="1" destOrd="0" presId="urn:microsoft.com/office/officeart/2005/8/layout/vProcess5"/>
    <dgm:cxn modelId="{F98F66F2-5E6C-455A-AB34-3795B379CD31}" type="presOf" srcId="{95FFC975-2709-4C9A-BB67-3F0AA6FCA7A5}" destId="{50B365BD-5E25-4E2D-8ACA-19DAF4283BB6}" srcOrd="1" destOrd="0" presId="urn:microsoft.com/office/officeart/2005/8/layout/vProcess5"/>
    <dgm:cxn modelId="{747EE96F-B4F6-46DB-972B-9F477761A582}" type="presOf" srcId="{53E41F6D-50A3-4CB3-9308-083CA03196DB}" destId="{08DB8AA2-D66E-4E17-A866-B62762140CE0}" srcOrd="0" destOrd="0" presId="urn:microsoft.com/office/officeart/2005/8/layout/vProcess5"/>
    <dgm:cxn modelId="{16B38A4D-BE82-4E28-9476-2E5FEA3DF865}" type="presOf" srcId="{9F189269-5541-4A6A-9973-5179A599C22A}" destId="{2C269138-22BE-4663-B10A-1F2223D8D703}" srcOrd="0" destOrd="0" presId="urn:microsoft.com/office/officeart/2005/8/layout/vProcess5"/>
    <dgm:cxn modelId="{0D64985D-420F-492B-A67D-991F2FB8D9F4}" type="presOf" srcId="{0D362326-95AE-4024-BBC0-CDE430FE843D}" destId="{28A7C021-4B6D-4974-B9DE-AFC280BC221C}" srcOrd="0" destOrd="0" presId="urn:microsoft.com/office/officeart/2005/8/layout/vProcess5"/>
    <dgm:cxn modelId="{43C28E23-E7D6-4C42-8C0E-38471CB1A5A9}" type="presParOf" srcId="{6D8F592E-FE5F-43FF-9DB6-CF2BC53B4A1A}" destId="{6D730B77-19B3-4467-A4D3-B0B6BD0BB829}" srcOrd="0" destOrd="0" presId="urn:microsoft.com/office/officeart/2005/8/layout/vProcess5"/>
    <dgm:cxn modelId="{AA1B8A52-645B-46C9-9293-5EB09D515935}" type="presParOf" srcId="{6D8F592E-FE5F-43FF-9DB6-CF2BC53B4A1A}" destId="{8000D9D5-B84A-45F2-83BE-0171824170DA}" srcOrd="1" destOrd="0" presId="urn:microsoft.com/office/officeart/2005/8/layout/vProcess5"/>
    <dgm:cxn modelId="{C7D7D471-5253-4132-8902-EE75EFFCDAC3}" type="presParOf" srcId="{6D8F592E-FE5F-43FF-9DB6-CF2BC53B4A1A}" destId="{BEABB892-A3F6-4968-A479-4D99CCC4B91B}" srcOrd="2" destOrd="0" presId="urn:microsoft.com/office/officeart/2005/8/layout/vProcess5"/>
    <dgm:cxn modelId="{14AA1002-09EA-4AA4-B4EE-6D0EB46749E8}" type="presParOf" srcId="{6D8F592E-FE5F-43FF-9DB6-CF2BC53B4A1A}" destId="{959DCC69-1239-4F4A-A856-11573E68FF94}" srcOrd="3" destOrd="0" presId="urn:microsoft.com/office/officeart/2005/8/layout/vProcess5"/>
    <dgm:cxn modelId="{5794F12C-8F6C-441B-A6FD-C9B1275AD521}" type="presParOf" srcId="{6D8F592E-FE5F-43FF-9DB6-CF2BC53B4A1A}" destId="{2C269138-22BE-4663-B10A-1F2223D8D703}" srcOrd="4" destOrd="0" presId="urn:microsoft.com/office/officeart/2005/8/layout/vProcess5"/>
    <dgm:cxn modelId="{6E64FD07-5AF4-443A-98B8-5781B6B13DF9}" type="presParOf" srcId="{6D8F592E-FE5F-43FF-9DB6-CF2BC53B4A1A}" destId="{28A7C021-4B6D-4974-B9DE-AFC280BC221C}" srcOrd="5" destOrd="0" presId="urn:microsoft.com/office/officeart/2005/8/layout/vProcess5"/>
    <dgm:cxn modelId="{5ABFACAA-98DF-49E9-B028-F19E0BA6BD85}" type="presParOf" srcId="{6D8F592E-FE5F-43FF-9DB6-CF2BC53B4A1A}" destId="{08DB8AA2-D66E-4E17-A866-B62762140CE0}" srcOrd="6" destOrd="0" presId="urn:microsoft.com/office/officeart/2005/8/layout/vProcess5"/>
    <dgm:cxn modelId="{53F5E52A-0E92-491F-84AE-F89B0D5B4845}" type="presParOf" srcId="{6D8F592E-FE5F-43FF-9DB6-CF2BC53B4A1A}" destId="{62420A9D-8B54-44E7-A709-F7E592308F67}" srcOrd="7" destOrd="0" presId="urn:microsoft.com/office/officeart/2005/8/layout/vProcess5"/>
    <dgm:cxn modelId="{6EF838F0-1650-46DA-B821-F3A028C6F130}" type="presParOf" srcId="{6D8F592E-FE5F-43FF-9DB6-CF2BC53B4A1A}" destId="{50B365BD-5E25-4E2D-8ACA-19DAF4283BB6}" srcOrd="8" destOrd="0" presId="urn:microsoft.com/office/officeart/2005/8/layout/vProcess5"/>
    <dgm:cxn modelId="{FAEBA687-AB51-4CEE-8535-BA95298BCFD8}" type="presParOf" srcId="{6D8F592E-FE5F-43FF-9DB6-CF2BC53B4A1A}" destId="{FE0FDF1A-BD9C-407A-A4DA-28436255BC81}" srcOrd="9" destOrd="0" presId="urn:microsoft.com/office/officeart/2005/8/layout/vProcess5"/>
    <dgm:cxn modelId="{DEBED15F-E09B-45C0-BB6C-56A8DE40F0D1}" type="presParOf" srcId="{6D8F592E-FE5F-43FF-9DB6-CF2BC53B4A1A}" destId="{BF471C37-ED8E-408F-A59C-3687201B8F59}" srcOrd="10" destOrd="0" presId="urn:microsoft.com/office/officeart/2005/8/layout/vProcess5"/>
    <dgm:cxn modelId="{F4388BCC-EA69-4CCB-8A56-8BFEF371FE00}" type="presParOf" srcId="{6D8F592E-FE5F-43FF-9DB6-CF2BC53B4A1A}" destId="{D2370BB6-6722-4709-AF41-E4ECABF3B96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D23AB7-4DF7-4EC3-B8BA-445C5DB23708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DE40CE64-B05C-40D3-A4AD-B70C929F0BE9}">
      <dgm:prSet/>
      <dgm:spPr/>
      <dgm:t>
        <a:bodyPr/>
        <a:lstStyle/>
        <a:p>
          <a:pPr rtl="0"/>
          <a:r>
            <a:rPr lang="en-US" b="1" i="0" baseline="0" smtClean="0"/>
            <a:t>Step 1: </a:t>
          </a:r>
          <a:r>
            <a:rPr lang="en-US" b="0" i="0" baseline="0" smtClean="0"/>
            <a:t>Maintain a dedicated hardware node running the block chain software (e.g., Bitcoin Core). </a:t>
          </a:r>
          <a:endParaRPr lang="en-IN"/>
        </a:p>
      </dgm:t>
    </dgm:pt>
    <dgm:pt modelId="{9A88426E-FA3D-4D56-98DA-0FBEAF754FE5}" type="parTrans" cxnId="{28345B1E-9DFE-48B4-80EA-A910CC7A7A31}">
      <dgm:prSet/>
      <dgm:spPr/>
      <dgm:t>
        <a:bodyPr/>
        <a:lstStyle/>
        <a:p>
          <a:endParaRPr lang="en-IN"/>
        </a:p>
      </dgm:t>
    </dgm:pt>
    <dgm:pt modelId="{2C127A97-A9F0-4EDE-8443-E6490AC30320}" type="sibTrans" cxnId="{28345B1E-9DFE-48B4-80EA-A910CC7A7A31}">
      <dgm:prSet/>
      <dgm:spPr/>
      <dgm:t>
        <a:bodyPr/>
        <a:lstStyle/>
        <a:p>
          <a:endParaRPr lang="en-IN"/>
        </a:p>
      </dgm:t>
    </dgm:pt>
    <dgm:pt modelId="{2D348678-15C7-487F-B3F9-72DA00F4A4C9}">
      <dgm:prSet/>
      <dgm:spPr/>
      <dgm:t>
        <a:bodyPr/>
        <a:lstStyle/>
        <a:p>
          <a:pPr rtl="0"/>
          <a:r>
            <a:rPr lang="en-US" b="1" i="0" baseline="0" smtClean="0"/>
            <a:t>Step 2: </a:t>
          </a:r>
          <a:r>
            <a:rPr lang="en-US" b="0" i="0" baseline="0" smtClean="0"/>
            <a:t>Continuously sync and update the block chain data on the dedicated node. </a:t>
          </a:r>
          <a:endParaRPr lang="en-IN"/>
        </a:p>
      </dgm:t>
    </dgm:pt>
    <dgm:pt modelId="{14A7D1AA-2599-4476-AADB-B94A3AC89A21}" type="parTrans" cxnId="{FA27DC49-80FF-49FD-903C-B294CB018446}">
      <dgm:prSet/>
      <dgm:spPr/>
      <dgm:t>
        <a:bodyPr/>
        <a:lstStyle/>
        <a:p>
          <a:endParaRPr lang="en-IN"/>
        </a:p>
      </dgm:t>
    </dgm:pt>
    <dgm:pt modelId="{DFDD6FF3-B146-45FC-BA2E-CCC0716590D7}" type="sibTrans" cxnId="{FA27DC49-80FF-49FD-903C-B294CB018446}">
      <dgm:prSet/>
      <dgm:spPr/>
      <dgm:t>
        <a:bodyPr/>
        <a:lstStyle/>
        <a:p>
          <a:endParaRPr lang="en-IN"/>
        </a:p>
      </dgm:t>
    </dgm:pt>
    <dgm:pt modelId="{9ADB6A3B-27A8-4B16-AC89-141DE2DCE516}">
      <dgm:prSet/>
      <dgm:spPr/>
      <dgm:t>
        <a:bodyPr/>
        <a:lstStyle/>
        <a:p>
          <a:pPr rtl="0"/>
          <a:r>
            <a:rPr lang="en-US" b="1" i="0" baseline="0" smtClean="0"/>
            <a:t>Step 3: </a:t>
          </a:r>
          <a:r>
            <a:rPr lang="en-US" b="0" i="0" baseline="0" smtClean="0"/>
            <a:t>Regularly back up the entire block chain data to secure storage. </a:t>
          </a:r>
          <a:endParaRPr lang="en-IN"/>
        </a:p>
      </dgm:t>
    </dgm:pt>
    <dgm:pt modelId="{07B1CD02-F9CC-4C77-AF59-92AC65E073A6}" type="parTrans" cxnId="{0C3CF3BD-8599-4FC1-97F5-12FBB21FFDB1}">
      <dgm:prSet/>
      <dgm:spPr/>
      <dgm:t>
        <a:bodyPr/>
        <a:lstStyle/>
        <a:p>
          <a:endParaRPr lang="en-IN"/>
        </a:p>
      </dgm:t>
    </dgm:pt>
    <dgm:pt modelId="{967A8507-2908-4E0F-B297-265C9D897EC3}" type="sibTrans" cxnId="{0C3CF3BD-8599-4FC1-97F5-12FBB21FFDB1}">
      <dgm:prSet/>
      <dgm:spPr/>
      <dgm:t>
        <a:bodyPr/>
        <a:lstStyle/>
        <a:p>
          <a:endParaRPr lang="en-IN"/>
        </a:p>
      </dgm:t>
    </dgm:pt>
    <dgm:pt modelId="{CAF1F40E-DD17-4564-8D8B-A14A3479D8D5}">
      <dgm:prSet/>
      <dgm:spPr/>
      <dgm:t>
        <a:bodyPr/>
        <a:lstStyle/>
        <a:p>
          <a:pPr rtl="0"/>
          <a:r>
            <a:rPr lang="en-US" b="1" i="0" baseline="0" smtClean="0"/>
            <a:t>Step 4: </a:t>
          </a:r>
          <a:r>
            <a:rPr lang="en-US" b="0" i="0" baseline="0" smtClean="0"/>
            <a:t>Securely store any private keys or access credentials for cryptocurrency wallets. </a:t>
          </a:r>
          <a:endParaRPr lang="en-IN"/>
        </a:p>
      </dgm:t>
    </dgm:pt>
    <dgm:pt modelId="{95139E00-7684-4C59-AD3A-5BE4FFD1B8C3}" type="parTrans" cxnId="{20040EB6-7240-4A54-84B3-22D8D5DF0E44}">
      <dgm:prSet/>
      <dgm:spPr/>
      <dgm:t>
        <a:bodyPr/>
        <a:lstStyle/>
        <a:p>
          <a:endParaRPr lang="en-IN"/>
        </a:p>
      </dgm:t>
    </dgm:pt>
    <dgm:pt modelId="{E0B1499B-EC51-4688-89F6-7A1811AC0269}" type="sibTrans" cxnId="{20040EB6-7240-4A54-84B3-22D8D5DF0E44}">
      <dgm:prSet/>
      <dgm:spPr/>
      <dgm:t>
        <a:bodyPr/>
        <a:lstStyle/>
        <a:p>
          <a:endParaRPr lang="en-IN"/>
        </a:p>
      </dgm:t>
    </dgm:pt>
    <dgm:pt modelId="{CCD17472-0D76-4DF6-BF37-BDC50966A864}" type="pres">
      <dgm:prSet presAssocID="{89D23AB7-4DF7-4EC3-B8BA-445C5DB2370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E5F268A-5EC8-4216-8BA8-7293C46D237E}" type="pres">
      <dgm:prSet presAssocID="{89D23AB7-4DF7-4EC3-B8BA-445C5DB23708}" presName="dummyMaxCanvas" presStyleCnt="0">
        <dgm:presLayoutVars/>
      </dgm:prSet>
      <dgm:spPr/>
    </dgm:pt>
    <dgm:pt modelId="{31B7749B-E7AA-44FE-88CE-4A37ADE44DA7}" type="pres">
      <dgm:prSet presAssocID="{89D23AB7-4DF7-4EC3-B8BA-445C5DB23708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7FE54B0-CC13-421A-8640-8CA1BC81CB15}" type="pres">
      <dgm:prSet presAssocID="{89D23AB7-4DF7-4EC3-B8BA-445C5DB23708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BA6A77B-76FB-4406-A755-82D93CE04746}" type="pres">
      <dgm:prSet presAssocID="{89D23AB7-4DF7-4EC3-B8BA-445C5DB23708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8B4DFE6-7C1E-4E3B-A58C-3AF00B2A2684}" type="pres">
      <dgm:prSet presAssocID="{89D23AB7-4DF7-4EC3-B8BA-445C5DB23708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C628DC2-8CD2-490D-BA43-0D70AAC10C63}" type="pres">
      <dgm:prSet presAssocID="{89D23AB7-4DF7-4EC3-B8BA-445C5DB23708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B488DD3-71A9-4FC4-99E2-1AB67FF4F741}" type="pres">
      <dgm:prSet presAssocID="{89D23AB7-4DF7-4EC3-B8BA-445C5DB23708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1D9188B-4811-4289-B6D6-DC8E82231E8D}" type="pres">
      <dgm:prSet presAssocID="{89D23AB7-4DF7-4EC3-B8BA-445C5DB23708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3E361C-4465-4B17-A8A5-AFDDEC2E3877}" type="pres">
      <dgm:prSet presAssocID="{89D23AB7-4DF7-4EC3-B8BA-445C5DB23708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8E494EA-EEB5-4D9C-B6EF-8713E8242AB9}" type="pres">
      <dgm:prSet presAssocID="{89D23AB7-4DF7-4EC3-B8BA-445C5DB23708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69EB02C-E79B-49D5-95C7-086A1D3F7918}" type="pres">
      <dgm:prSet presAssocID="{89D23AB7-4DF7-4EC3-B8BA-445C5DB23708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5C667E3-EF44-4225-9C3D-7AC8A3D2F31D}" type="pres">
      <dgm:prSet presAssocID="{89D23AB7-4DF7-4EC3-B8BA-445C5DB23708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0040EB6-7240-4A54-84B3-22D8D5DF0E44}" srcId="{89D23AB7-4DF7-4EC3-B8BA-445C5DB23708}" destId="{CAF1F40E-DD17-4564-8D8B-A14A3479D8D5}" srcOrd="3" destOrd="0" parTransId="{95139E00-7684-4C59-AD3A-5BE4FFD1B8C3}" sibTransId="{E0B1499B-EC51-4688-89F6-7A1811AC0269}"/>
    <dgm:cxn modelId="{3833EB74-44B0-4392-8EA7-C54F8A89F5BF}" type="presOf" srcId="{DFDD6FF3-B146-45FC-BA2E-CCC0716590D7}" destId="{EB488DD3-71A9-4FC4-99E2-1AB67FF4F741}" srcOrd="0" destOrd="0" presId="urn:microsoft.com/office/officeart/2005/8/layout/vProcess5"/>
    <dgm:cxn modelId="{A59566CA-B388-4A1A-93F3-879F7990C956}" type="presOf" srcId="{89D23AB7-4DF7-4EC3-B8BA-445C5DB23708}" destId="{CCD17472-0D76-4DF6-BF37-BDC50966A864}" srcOrd="0" destOrd="0" presId="urn:microsoft.com/office/officeart/2005/8/layout/vProcess5"/>
    <dgm:cxn modelId="{B21E0198-F073-456C-A270-71D6CA1369D9}" type="presOf" srcId="{DE40CE64-B05C-40D3-A4AD-B70C929F0BE9}" destId="{31B7749B-E7AA-44FE-88CE-4A37ADE44DA7}" srcOrd="0" destOrd="0" presId="urn:microsoft.com/office/officeart/2005/8/layout/vProcess5"/>
    <dgm:cxn modelId="{60FB957A-D0A6-4FC5-BFCD-8EA1E589562C}" type="presOf" srcId="{9ADB6A3B-27A8-4B16-AC89-141DE2DCE516}" destId="{F69EB02C-E79B-49D5-95C7-086A1D3F7918}" srcOrd="1" destOrd="0" presId="urn:microsoft.com/office/officeart/2005/8/layout/vProcess5"/>
    <dgm:cxn modelId="{0C3CF3BD-8599-4FC1-97F5-12FBB21FFDB1}" srcId="{89D23AB7-4DF7-4EC3-B8BA-445C5DB23708}" destId="{9ADB6A3B-27A8-4B16-AC89-141DE2DCE516}" srcOrd="2" destOrd="0" parTransId="{07B1CD02-F9CC-4C77-AF59-92AC65E073A6}" sibTransId="{967A8507-2908-4E0F-B297-265C9D897EC3}"/>
    <dgm:cxn modelId="{8DDF868C-8B5C-4715-8804-13B72A993AFD}" type="presOf" srcId="{2C127A97-A9F0-4EDE-8443-E6490AC30320}" destId="{1C628DC2-8CD2-490D-BA43-0D70AAC10C63}" srcOrd="0" destOrd="0" presId="urn:microsoft.com/office/officeart/2005/8/layout/vProcess5"/>
    <dgm:cxn modelId="{E960A195-9188-4021-972B-ED4D9D66EDCB}" type="presOf" srcId="{2D348678-15C7-487F-B3F9-72DA00F4A4C9}" destId="{E7FE54B0-CC13-421A-8640-8CA1BC81CB15}" srcOrd="0" destOrd="0" presId="urn:microsoft.com/office/officeart/2005/8/layout/vProcess5"/>
    <dgm:cxn modelId="{972162B2-E5F6-4FF1-994B-C7D871024780}" type="presOf" srcId="{9ADB6A3B-27A8-4B16-AC89-141DE2DCE516}" destId="{7BA6A77B-76FB-4406-A755-82D93CE04746}" srcOrd="0" destOrd="0" presId="urn:microsoft.com/office/officeart/2005/8/layout/vProcess5"/>
    <dgm:cxn modelId="{FA27DC49-80FF-49FD-903C-B294CB018446}" srcId="{89D23AB7-4DF7-4EC3-B8BA-445C5DB23708}" destId="{2D348678-15C7-487F-B3F9-72DA00F4A4C9}" srcOrd="1" destOrd="0" parTransId="{14A7D1AA-2599-4476-AADB-B94A3AC89A21}" sibTransId="{DFDD6FF3-B146-45FC-BA2E-CCC0716590D7}"/>
    <dgm:cxn modelId="{C8C53C0C-C324-4C93-9036-C249BE69EBF7}" type="presOf" srcId="{CAF1F40E-DD17-4564-8D8B-A14A3479D8D5}" destId="{A5C667E3-EF44-4225-9C3D-7AC8A3D2F31D}" srcOrd="1" destOrd="0" presId="urn:microsoft.com/office/officeart/2005/8/layout/vProcess5"/>
    <dgm:cxn modelId="{81796B69-41C8-494C-A727-5856D12D1807}" type="presOf" srcId="{967A8507-2908-4E0F-B297-265C9D897EC3}" destId="{51D9188B-4811-4289-B6D6-DC8E82231E8D}" srcOrd="0" destOrd="0" presId="urn:microsoft.com/office/officeart/2005/8/layout/vProcess5"/>
    <dgm:cxn modelId="{E0B01602-D1C5-49A3-A14D-B1965303B76F}" type="presOf" srcId="{2D348678-15C7-487F-B3F9-72DA00F4A4C9}" destId="{88E494EA-EEB5-4D9C-B6EF-8713E8242AB9}" srcOrd="1" destOrd="0" presId="urn:microsoft.com/office/officeart/2005/8/layout/vProcess5"/>
    <dgm:cxn modelId="{30FC90D3-141D-4AC3-8493-CA4D60252A46}" type="presOf" srcId="{DE40CE64-B05C-40D3-A4AD-B70C929F0BE9}" destId="{653E361C-4465-4B17-A8A5-AFDDEC2E3877}" srcOrd="1" destOrd="0" presId="urn:microsoft.com/office/officeart/2005/8/layout/vProcess5"/>
    <dgm:cxn modelId="{58E8D7C5-2AFA-4B05-B8D5-4A5929E1484A}" type="presOf" srcId="{CAF1F40E-DD17-4564-8D8B-A14A3479D8D5}" destId="{A8B4DFE6-7C1E-4E3B-A58C-3AF00B2A2684}" srcOrd="0" destOrd="0" presId="urn:microsoft.com/office/officeart/2005/8/layout/vProcess5"/>
    <dgm:cxn modelId="{28345B1E-9DFE-48B4-80EA-A910CC7A7A31}" srcId="{89D23AB7-4DF7-4EC3-B8BA-445C5DB23708}" destId="{DE40CE64-B05C-40D3-A4AD-B70C929F0BE9}" srcOrd="0" destOrd="0" parTransId="{9A88426E-FA3D-4D56-98DA-0FBEAF754FE5}" sibTransId="{2C127A97-A9F0-4EDE-8443-E6490AC30320}"/>
    <dgm:cxn modelId="{CD84DD48-BC79-4085-BCBD-ABEB929258AD}" type="presParOf" srcId="{CCD17472-0D76-4DF6-BF37-BDC50966A864}" destId="{4E5F268A-5EC8-4216-8BA8-7293C46D237E}" srcOrd="0" destOrd="0" presId="urn:microsoft.com/office/officeart/2005/8/layout/vProcess5"/>
    <dgm:cxn modelId="{701E80A5-0598-400E-8E6B-48C73719A529}" type="presParOf" srcId="{CCD17472-0D76-4DF6-BF37-BDC50966A864}" destId="{31B7749B-E7AA-44FE-88CE-4A37ADE44DA7}" srcOrd="1" destOrd="0" presId="urn:microsoft.com/office/officeart/2005/8/layout/vProcess5"/>
    <dgm:cxn modelId="{834F08F5-EEB0-40A4-9EDC-F2DDF27ABC84}" type="presParOf" srcId="{CCD17472-0D76-4DF6-BF37-BDC50966A864}" destId="{E7FE54B0-CC13-421A-8640-8CA1BC81CB15}" srcOrd="2" destOrd="0" presId="urn:microsoft.com/office/officeart/2005/8/layout/vProcess5"/>
    <dgm:cxn modelId="{5E100D20-4FC8-441F-8F00-9168D27C6D28}" type="presParOf" srcId="{CCD17472-0D76-4DF6-BF37-BDC50966A864}" destId="{7BA6A77B-76FB-4406-A755-82D93CE04746}" srcOrd="3" destOrd="0" presId="urn:microsoft.com/office/officeart/2005/8/layout/vProcess5"/>
    <dgm:cxn modelId="{2FC9FB56-953D-4948-B8A0-8E11D1A54DAF}" type="presParOf" srcId="{CCD17472-0D76-4DF6-BF37-BDC50966A864}" destId="{A8B4DFE6-7C1E-4E3B-A58C-3AF00B2A2684}" srcOrd="4" destOrd="0" presId="urn:microsoft.com/office/officeart/2005/8/layout/vProcess5"/>
    <dgm:cxn modelId="{4928168A-454C-4659-A543-3ECED522489B}" type="presParOf" srcId="{CCD17472-0D76-4DF6-BF37-BDC50966A864}" destId="{1C628DC2-8CD2-490D-BA43-0D70AAC10C63}" srcOrd="5" destOrd="0" presId="urn:microsoft.com/office/officeart/2005/8/layout/vProcess5"/>
    <dgm:cxn modelId="{91B4AAD4-2EE3-48C9-B0BD-AB79125AF9CF}" type="presParOf" srcId="{CCD17472-0D76-4DF6-BF37-BDC50966A864}" destId="{EB488DD3-71A9-4FC4-99E2-1AB67FF4F741}" srcOrd="6" destOrd="0" presId="urn:microsoft.com/office/officeart/2005/8/layout/vProcess5"/>
    <dgm:cxn modelId="{6D9103B4-93C2-41DF-9803-846FDD706C01}" type="presParOf" srcId="{CCD17472-0D76-4DF6-BF37-BDC50966A864}" destId="{51D9188B-4811-4289-B6D6-DC8E82231E8D}" srcOrd="7" destOrd="0" presId="urn:microsoft.com/office/officeart/2005/8/layout/vProcess5"/>
    <dgm:cxn modelId="{1C6F6A7C-08CF-4D57-A5FE-79F9ADF65649}" type="presParOf" srcId="{CCD17472-0D76-4DF6-BF37-BDC50966A864}" destId="{653E361C-4465-4B17-A8A5-AFDDEC2E3877}" srcOrd="8" destOrd="0" presId="urn:microsoft.com/office/officeart/2005/8/layout/vProcess5"/>
    <dgm:cxn modelId="{82FC41EC-53B2-4E4A-9DD6-2CD43F46F6E7}" type="presParOf" srcId="{CCD17472-0D76-4DF6-BF37-BDC50966A864}" destId="{88E494EA-EEB5-4D9C-B6EF-8713E8242AB9}" srcOrd="9" destOrd="0" presId="urn:microsoft.com/office/officeart/2005/8/layout/vProcess5"/>
    <dgm:cxn modelId="{98A9BE8B-CD4A-4579-98AC-C55E3F4D1CB6}" type="presParOf" srcId="{CCD17472-0D76-4DF6-BF37-BDC50966A864}" destId="{F69EB02C-E79B-49D5-95C7-086A1D3F7918}" srcOrd="10" destOrd="0" presId="urn:microsoft.com/office/officeart/2005/8/layout/vProcess5"/>
    <dgm:cxn modelId="{4F922F3A-0588-4CF9-BF89-83A05DF78312}" type="presParOf" srcId="{CCD17472-0D76-4DF6-BF37-BDC50966A864}" destId="{A5C667E3-EF44-4225-9C3D-7AC8A3D2F31D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53CFAF1-D501-4B5C-938A-0F99C6673AE7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BEEEBA83-B398-435C-AB77-5B61CFA5F135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1: </a:t>
          </a:r>
          <a:r>
            <a:rPr lang="en-US" sz="2400" b="0" i="0" baseline="0" smtClean="0"/>
            <a:t>Configure surveillance cameras to record footage to a digital video recorder (DVR), network video recorder (NVR), or cloud-based storage. </a:t>
          </a:r>
          <a:endParaRPr lang="en-IN" sz="2400"/>
        </a:p>
      </dgm:t>
    </dgm:pt>
    <dgm:pt modelId="{F12EFFED-C858-47D7-B018-90F3BC734F63}" type="parTrans" cxnId="{57685C6D-3A78-48FC-A667-B545DEB5C231}">
      <dgm:prSet/>
      <dgm:spPr/>
      <dgm:t>
        <a:bodyPr/>
        <a:lstStyle/>
        <a:p>
          <a:endParaRPr lang="en-IN"/>
        </a:p>
      </dgm:t>
    </dgm:pt>
    <dgm:pt modelId="{9816EBA2-8C95-4F4B-8924-F08C9FDE03F5}" type="sibTrans" cxnId="{57685C6D-3A78-48FC-A667-B545DEB5C231}">
      <dgm:prSet/>
      <dgm:spPr/>
      <dgm:t>
        <a:bodyPr/>
        <a:lstStyle/>
        <a:p>
          <a:endParaRPr lang="en-IN"/>
        </a:p>
      </dgm:t>
    </dgm:pt>
    <dgm:pt modelId="{5E1D70FF-B5C5-4AFA-A67C-6630E9BB06AA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2: </a:t>
          </a:r>
          <a:r>
            <a:rPr lang="en-US" sz="2400" b="0" i="0" baseline="0" smtClean="0"/>
            <a:t>Ensure that the recording system has proper access controls and authentication. </a:t>
          </a:r>
          <a:endParaRPr lang="en-IN" sz="2400"/>
        </a:p>
      </dgm:t>
    </dgm:pt>
    <dgm:pt modelId="{11A2AC2C-6486-4B7C-9985-BB000F96D854}" type="parTrans" cxnId="{28DA32FE-0981-4020-8B03-13A639A0CD6C}">
      <dgm:prSet/>
      <dgm:spPr/>
      <dgm:t>
        <a:bodyPr/>
        <a:lstStyle/>
        <a:p>
          <a:endParaRPr lang="en-IN"/>
        </a:p>
      </dgm:t>
    </dgm:pt>
    <dgm:pt modelId="{74CE7FEA-A154-4D3E-AE35-8B38DC41A340}" type="sibTrans" cxnId="{28DA32FE-0981-4020-8B03-13A639A0CD6C}">
      <dgm:prSet/>
      <dgm:spPr/>
      <dgm:t>
        <a:bodyPr/>
        <a:lstStyle/>
        <a:p>
          <a:endParaRPr lang="en-IN"/>
        </a:p>
      </dgm:t>
    </dgm:pt>
    <dgm:pt modelId="{CF4A259F-31F8-4F51-A708-5B8367C03C1A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3: </a:t>
          </a:r>
          <a:r>
            <a:rPr lang="en-US" sz="2400" b="0" i="0" baseline="0" smtClean="0"/>
            <a:t>Regularly back up recorded footage to secure storage, including redundant copies. </a:t>
          </a:r>
          <a:endParaRPr lang="en-IN" sz="2400"/>
        </a:p>
      </dgm:t>
    </dgm:pt>
    <dgm:pt modelId="{772FA45E-8FC1-4C6C-98E2-BFFCDB01B75A}" type="parTrans" cxnId="{47952F78-6161-4FF2-A5FA-3C4A37A3847F}">
      <dgm:prSet/>
      <dgm:spPr/>
      <dgm:t>
        <a:bodyPr/>
        <a:lstStyle/>
        <a:p>
          <a:endParaRPr lang="en-IN"/>
        </a:p>
      </dgm:t>
    </dgm:pt>
    <dgm:pt modelId="{A5A36F60-5FC6-4A3F-969E-CBEFBCB5AF42}" type="sibTrans" cxnId="{47952F78-6161-4FF2-A5FA-3C4A37A3847F}">
      <dgm:prSet/>
      <dgm:spPr/>
      <dgm:t>
        <a:bodyPr/>
        <a:lstStyle/>
        <a:p>
          <a:endParaRPr lang="en-IN"/>
        </a:p>
      </dgm:t>
    </dgm:pt>
    <dgm:pt modelId="{0247AE7C-818B-47CC-9EBE-6251BED8BCBB}">
      <dgm:prSet custT="1"/>
      <dgm:spPr/>
      <dgm:t>
        <a:bodyPr/>
        <a:lstStyle/>
        <a:p>
          <a:pPr algn="just" rtl="0"/>
          <a:r>
            <a:rPr lang="en-US" sz="2400" b="1" i="0" baseline="0" smtClean="0"/>
            <a:t>Step 4: </a:t>
          </a:r>
          <a:r>
            <a:rPr lang="en-US" sz="2400" b="0" i="0" baseline="0" smtClean="0"/>
            <a:t>Ensure proper labeling and documentation of recorded footage for case reference. </a:t>
          </a:r>
          <a:endParaRPr lang="en-IN" sz="2400"/>
        </a:p>
      </dgm:t>
    </dgm:pt>
    <dgm:pt modelId="{75F2AE64-987B-473D-BC22-AB29C22F3C94}" type="parTrans" cxnId="{B1413CA1-3273-4668-8FC8-11D049D1369C}">
      <dgm:prSet/>
      <dgm:spPr/>
      <dgm:t>
        <a:bodyPr/>
        <a:lstStyle/>
        <a:p>
          <a:endParaRPr lang="en-IN"/>
        </a:p>
      </dgm:t>
    </dgm:pt>
    <dgm:pt modelId="{A23B8AFE-4E23-477B-BF91-2EA7362AE890}" type="sibTrans" cxnId="{B1413CA1-3273-4668-8FC8-11D049D1369C}">
      <dgm:prSet/>
      <dgm:spPr/>
      <dgm:t>
        <a:bodyPr/>
        <a:lstStyle/>
        <a:p>
          <a:endParaRPr lang="en-IN"/>
        </a:p>
      </dgm:t>
    </dgm:pt>
    <dgm:pt modelId="{03D38104-F57E-4D41-B66C-3C2EACDE04AD}" type="pres">
      <dgm:prSet presAssocID="{253CFAF1-D501-4B5C-938A-0F99C6673AE7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0BF6FB9-5FF0-4ABF-86AF-B3472EB45E0A}" type="pres">
      <dgm:prSet presAssocID="{253CFAF1-D501-4B5C-938A-0F99C6673AE7}" presName="dummyMaxCanvas" presStyleCnt="0">
        <dgm:presLayoutVars/>
      </dgm:prSet>
      <dgm:spPr/>
    </dgm:pt>
    <dgm:pt modelId="{FCEEA0F6-7503-4CDE-A6B0-6F8E0414900B}" type="pres">
      <dgm:prSet presAssocID="{253CFAF1-D501-4B5C-938A-0F99C6673AE7}" presName="FourNodes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75EA62-7063-4D89-98D5-1A65E8E45DC6}" type="pres">
      <dgm:prSet presAssocID="{253CFAF1-D501-4B5C-938A-0F99C6673AE7}" presName="FourNodes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DE6AFDF-301E-458F-9CBB-0439BFA9F7CC}" type="pres">
      <dgm:prSet presAssocID="{253CFAF1-D501-4B5C-938A-0F99C6673AE7}" presName="FourNodes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0ED0704-C827-4052-A2D2-C5138B25880E}" type="pres">
      <dgm:prSet presAssocID="{253CFAF1-D501-4B5C-938A-0F99C6673AE7}" presName="FourNodes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BCBEEA8-C22A-4471-B663-D829C6A61FE2}" type="pres">
      <dgm:prSet presAssocID="{253CFAF1-D501-4B5C-938A-0F99C6673AE7}" presName="FourConn_1-2" presStyleLbl="f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A045495-D7AF-4C96-9636-8CC6A6E48D13}" type="pres">
      <dgm:prSet presAssocID="{253CFAF1-D501-4B5C-938A-0F99C6673AE7}" presName="FourConn_2-3" presStyleLbl="f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05CE023-C796-458F-833F-96793DD648DF}" type="pres">
      <dgm:prSet presAssocID="{253CFAF1-D501-4B5C-938A-0F99C6673AE7}" presName="FourConn_3-4" presStyleLbl="f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619E2A6-9B72-46F7-BEA9-289E221F093E}" type="pres">
      <dgm:prSet presAssocID="{253CFAF1-D501-4B5C-938A-0F99C6673AE7}" presName="FourNodes_1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7FA2C59-B309-4273-9C85-221C875B8030}" type="pres">
      <dgm:prSet presAssocID="{253CFAF1-D501-4B5C-938A-0F99C6673AE7}" presName="FourNodes_2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68F072B-09F9-447B-8377-86569AC527F6}" type="pres">
      <dgm:prSet presAssocID="{253CFAF1-D501-4B5C-938A-0F99C6673AE7}" presName="FourNodes_3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18B48F8-068B-4CCC-B1CA-711AB600ADFB}" type="pres">
      <dgm:prSet presAssocID="{253CFAF1-D501-4B5C-938A-0F99C6673AE7}" presName="FourNodes_4_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51B48E2-C5DC-406F-B28A-EB7F8B7440B3}" type="presOf" srcId="{A5A36F60-5FC6-4A3F-969E-CBEFBCB5AF42}" destId="{B05CE023-C796-458F-833F-96793DD648DF}" srcOrd="0" destOrd="0" presId="urn:microsoft.com/office/officeart/2005/8/layout/vProcess5"/>
    <dgm:cxn modelId="{E98957F0-866C-4D1D-BB9B-E54643FF71E0}" type="presOf" srcId="{9816EBA2-8C95-4F4B-8924-F08C9FDE03F5}" destId="{2BCBEEA8-C22A-4471-B663-D829C6A61FE2}" srcOrd="0" destOrd="0" presId="urn:microsoft.com/office/officeart/2005/8/layout/vProcess5"/>
    <dgm:cxn modelId="{28DA32FE-0981-4020-8B03-13A639A0CD6C}" srcId="{253CFAF1-D501-4B5C-938A-0F99C6673AE7}" destId="{5E1D70FF-B5C5-4AFA-A67C-6630E9BB06AA}" srcOrd="1" destOrd="0" parTransId="{11A2AC2C-6486-4B7C-9985-BB000F96D854}" sibTransId="{74CE7FEA-A154-4D3E-AE35-8B38DC41A340}"/>
    <dgm:cxn modelId="{47952F78-6161-4FF2-A5FA-3C4A37A3847F}" srcId="{253CFAF1-D501-4B5C-938A-0F99C6673AE7}" destId="{CF4A259F-31F8-4F51-A708-5B8367C03C1A}" srcOrd="2" destOrd="0" parTransId="{772FA45E-8FC1-4C6C-98E2-BFFCDB01B75A}" sibTransId="{A5A36F60-5FC6-4A3F-969E-CBEFBCB5AF42}"/>
    <dgm:cxn modelId="{B5BC3316-2A65-4A68-8D64-CA224B813B10}" type="presOf" srcId="{CF4A259F-31F8-4F51-A708-5B8367C03C1A}" destId="{B68F072B-09F9-447B-8377-86569AC527F6}" srcOrd="1" destOrd="0" presId="urn:microsoft.com/office/officeart/2005/8/layout/vProcess5"/>
    <dgm:cxn modelId="{B1413CA1-3273-4668-8FC8-11D049D1369C}" srcId="{253CFAF1-D501-4B5C-938A-0F99C6673AE7}" destId="{0247AE7C-818B-47CC-9EBE-6251BED8BCBB}" srcOrd="3" destOrd="0" parTransId="{75F2AE64-987B-473D-BC22-AB29C22F3C94}" sibTransId="{A23B8AFE-4E23-477B-BF91-2EA7362AE890}"/>
    <dgm:cxn modelId="{818A6E92-3F56-4798-AE54-FF8E1B6FA642}" type="presOf" srcId="{0247AE7C-818B-47CC-9EBE-6251BED8BCBB}" destId="{40ED0704-C827-4052-A2D2-C5138B25880E}" srcOrd="0" destOrd="0" presId="urn:microsoft.com/office/officeart/2005/8/layout/vProcess5"/>
    <dgm:cxn modelId="{3AC760BD-4828-4015-BFFB-1075411BB457}" type="presOf" srcId="{5E1D70FF-B5C5-4AFA-A67C-6630E9BB06AA}" destId="{D7FA2C59-B309-4273-9C85-221C875B8030}" srcOrd="1" destOrd="0" presId="urn:microsoft.com/office/officeart/2005/8/layout/vProcess5"/>
    <dgm:cxn modelId="{F6F55332-98C8-4226-A313-68BE894B74F2}" type="presOf" srcId="{253CFAF1-D501-4B5C-938A-0F99C6673AE7}" destId="{03D38104-F57E-4D41-B66C-3C2EACDE04AD}" srcOrd="0" destOrd="0" presId="urn:microsoft.com/office/officeart/2005/8/layout/vProcess5"/>
    <dgm:cxn modelId="{57685C6D-3A78-48FC-A667-B545DEB5C231}" srcId="{253CFAF1-D501-4B5C-938A-0F99C6673AE7}" destId="{BEEEBA83-B398-435C-AB77-5B61CFA5F135}" srcOrd="0" destOrd="0" parTransId="{F12EFFED-C858-47D7-B018-90F3BC734F63}" sibTransId="{9816EBA2-8C95-4F4B-8924-F08C9FDE03F5}"/>
    <dgm:cxn modelId="{114BAF59-5CFB-4282-93EF-A63682FE3745}" type="presOf" srcId="{74CE7FEA-A154-4D3E-AE35-8B38DC41A340}" destId="{CA045495-D7AF-4C96-9636-8CC6A6E48D13}" srcOrd="0" destOrd="0" presId="urn:microsoft.com/office/officeart/2005/8/layout/vProcess5"/>
    <dgm:cxn modelId="{DAE54A6A-2A60-41B0-A8AD-360157F11CCA}" type="presOf" srcId="{CF4A259F-31F8-4F51-A708-5B8367C03C1A}" destId="{6DE6AFDF-301E-458F-9CBB-0439BFA9F7CC}" srcOrd="0" destOrd="0" presId="urn:microsoft.com/office/officeart/2005/8/layout/vProcess5"/>
    <dgm:cxn modelId="{DD9C173F-5E5E-472C-9CAC-E2FAEC7722DE}" type="presOf" srcId="{BEEEBA83-B398-435C-AB77-5B61CFA5F135}" destId="{B619E2A6-9B72-46F7-BEA9-289E221F093E}" srcOrd="1" destOrd="0" presId="urn:microsoft.com/office/officeart/2005/8/layout/vProcess5"/>
    <dgm:cxn modelId="{D89028C2-D3D8-4E8A-91B1-587A01DB0312}" type="presOf" srcId="{5E1D70FF-B5C5-4AFA-A67C-6630E9BB06AA}" destId="{6575EA62-7063-4D89-98D5-1A65E8E45DC6}" srcOrd="0" destOrd="0" presId="urn:microsoft.com/office/officeart/2005/8/layout/vProcess5"/>
    <dgm:cxn modelId="{31C997E9-4C75-406B-B963-1E2AE870C456}" type="presOf" srcId="{BEEEBA83-B398-435C-AB77-5B61CFA5F135}" destId="{FCEEA0F6-7503-4CDE-A6B0-6F8E0414900B}" srcOrd="0" destOrd="0" presId="urn:microsoft.com/office/officeart/2005/8/layout/vProcess5"/>
    <dgm:cxn modelId="{2CAAD72E-9204-4FB1-892F-58912734DAD2}" type="presOf" srcId="{0247AE7C-818B-47CC-9EBE-6251BED8BCBB}" destId="{A18B48F8-068B-4CCC-B1CA-711AB600ADFB}" srcOrd="1" destOrd="0" presId="urn:microsoft.com/office/officeart/2005/8/layout/vProcess5"/>
    <dgm:cxn modelId="{DAAA9852-996E-46D1-8895-82743FE55982}" type="presParOf" srcId="{03D38104-F57E-4D41-B66C-3C2EACDE04AD}" destId="{20BF6FB9-5FF0-4ABF-86AF-B3472EB45E0A}" srcOrd="0" destOrd="0" presId="urn:microsoft.com/office/officeart/2005/8/layout/vProcess5"/>
    <dgm:cxn modelId="{6341D4FD-AA4A-46DB-9093-23E47210FFBA}" type="presParOf" srcId="{03D38104-F57E-4D41-B66C-3C2EACDE04AD}" destId="{FCEEA0F6-7503-4CDE-A6B0-6F8E0414900B}" srcOrd="1" destOrd="0" presId="urn:microsoft.com/office/officeart/2005/8/layout/vProcess5"/>
    <dgm:cxn modelId="{00C9A4B7-A477-4FFC-B5C9-8EE46D6495EE}" type="presParOf" srcId="{03D38104-F57E-4D41-B66C-3C2EACDE04AD}" destId="{6575EA62-7063-4D89-98D5-1A65E8E45DC6}" srcOrd="2" destOrd="0" presId="urn:microsoft.com/office/officeart/2005/8/layout/vProcess5"/>
    <dgm:cxn modelId="{32ACBC99-CDC8-49EA-AFAD-9D607B3E7AA9}" type="presParOf" srcId="{03D38104-F57E-4D41-B66C-3C2EACDE04AD}" destId="{6DE6AFDF-301E-458F-9CBB-0439BFA9F7CC}" srcOrd="3" destOrd="0" presId="urn:microsoft.com/office/officeart/2005/8/layout/vProcess5"/>
    <dgm:cxn modelId="{FB4EE408-30BA-4021-BBEE-B85E9BA0E16E}" type="presParOf" srcId="{03D38104-F57E-4D41-B66C-3C2EACDE04AD}" destId="{40ED0704-C827-4052-A2D2-C5138B25880E}" srcOrd="4" destOrd="0" presId="urn:microsoft.com/office/officeart/2005/8/layout/vProcess5"/>
    <dgm:cxn modelId="{B8860FCD-37B3-450C-9AEE-15A04E4B9157}" type="presParOf" srcId="{03D38104-F57E-4D41-B66C-3C2EACDE04AD}" destId="{2BCBEEA8-C22A-4471-B663-D829C6A61FE2}" srcOrd="5" destOrd="0" presId="urn:microsoft.com/office/officeart/2005/8/layout/vProcess5"/>
    <dgm:cxn modelId="{B844FCEB-D93E-4209-AB93-F3ADF2F2E3AD}" type="presParOf" srcId="{03D38104-F57E-4D41-B66C-3C2EACDE04AD}" destId="{CA045495-D7AF-4C96-9636-8CC6A6E48D13}" srcOrd="6" destOrd="0" presId="urn:microsoft.com/office/officeart/2005/8/layout/vProcess5"/>
    <dgm:cxn modelId="{D3BF9024-DD57-42F6-9603-0B38C3F22525}" type="presParOf" srcId="{03D38104-F57E-4D41-B66C-3C2EACDE04AD}" destId="{B05CE023-C796-458F-833F-96793DD648DF}" srcOrd="7" destOrd="0" presId="urn:microsoft.com/office/officeart/2005/8/layout/vProcess5"/>
    <dgm:cxn modelId="{72F3EF8C-66EB-4BB6-A2DB-B9B0A81B7D8F}" type="presParOf" srcId="{03D38104-F57E-4D41-B66C-3C2EACDE04AD}" destId="{B619E2A6-9B72-46F7-BEA9-289E221F093E}" srcOrd="8" destOrd="0" presId="urn:microsoft.com/office/officeart/2005/8/layout/vProcess5"/>
    <dgm:cxn modelId="{E3DEE229-5748-43CC-82CD-90782ED6B61B}" type="presParOf" srcId="{03D38104-F57E-4D41-B66C-3C2EACDE04AD}" destId="{D7FA2C59-B309-4273-9C85-221C875B8030}" srcOrd="9" destOrd="0" presId="urn:microsoft.com/office/officeart/2005/8/layout/vProcess5"/>
    <dgm:cxn modelId="{B222293B-203F-4836-AAF4-8F07BD89B99F}" type="presParOf" srcId="{03D38104-F57E-4D41-B66C-3C2EACDE04AD}" destId="{B68F072B-09F9-447B-8377-86569AC527F6}" srcOrd="10" destOrd="0" presId="urn:microsoft.com/office/officeart/2005/8/layout/vProcess5"/>
    <dgm:cxn modelId="{E184490F-9F57-4143-84F4-2BA56D9CCF60}" type="presParOf" srcId="{03D38104-F57E-4D41-B66C-3C2EACDE04AD}" destId="{A18B48F8-068B-4CCC-B1CA-711AB600ADF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C6F1BDA-FE7E-4989-8B2A-06566A7824A2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1CF9BA2F-881C-45D1-914D-6DBE1A2BB2C9}">
      <dgm:prSet/>
      <dgm:spPr/>
      <dgm:t>
        <a:bodyPr/>
        <a:lstStyle/>
        <a:p>
          <a:pPr algn="just" rtl="0"/>
          <a:r>
            <a:rPr lang="en-US" b="1" smtClean="0"/>
            <a:t>Step 1: </a:t>
          </a:r>
          <a:r>
            <a:rPr lang="en-US" smtClean="0"/>
            <a:t>Photograph the physical evidence from multiple angles using high-resolution cameras. </a:t>
          </a:r>
          <a:endParaRPr lang="en-IN"/>
        </a:p>
      </dgm:t>
    </dgm:pt>
    <dgm:pt modelId="{1B89B842-CCC4-42CE-8001-EABA230EF3B4}" type="parTrans" cxnId="{1864E1DB-E922-45BA-AEBC-F73087DADEAE}">
      <dgm:prSet/>
      <dgm:spPr/>
      <dgm:t>
        <a:bodyPr/>
        <a:lstStyle/>
        <a:p>
          <a:pPr algn="just"/>
          <a:endParaRPr lang="en-IN"/>
        </a:p>
      </dgm:t>
    </dgm:pt>
    <dgm:pt modelId="{7C5937B1-39FD-4DCC-B207-EF4168A67C03}" type="sibTrans" cxnId="{1864E1DB-E922-45BA-AEBC-F73087DADEAE}">
      <dgm:prSet/>
      <dgm:spPr/>
      <dgm:t>
        <a:bodyPr/>
        <a:lstStyle/>
        <a:p>
          <a:pPr algn="just"/>
          <a:endParaRPr lang="en-IN"/>
        </a:p>
      </dgm:t>
    </dgm:pt>
    <dgm:pt modelId="{3C416147-0DD6-42B7-A553-B179C84ADEA9}">
      <dgm:prSet/>
      <dgm:spPr/>
      <dgm:t>
        <a:bodyPr/>
        <a:lstStyle/>
        <a:p>
          <a:pPr algn="just" rtl="0"/>
          <a:r>
            <a:rPr lang="en-US" b="1" smtClean="0"/>
            <a:t>Step 2: </a:t>
          </a:r>
          <a:r>
            <a:rPr lang="en-US" smtClean="0"/>
            <a:t>Use specialized tools like fingerprint powder or evidence bags to preserve physical evidence. </a:t>
          </a:r>
          <a:endParaRPr lang="en-IN"/>
        </a:p>
      </dgm:t>
    </dgm:pt>
    <dgm:pt modelId="{E85B5F3D-241A-4CFD-898A-D98758C2D135}" type="parTrans" cxnId="{5CB51C86-B82A-4EE0-91A6-54653D503C61}">
      <dgm:prSet/>
      <dgm:spPr/>
      <dgm:t>
        <a:bodyPr/>
        <a:lstStyle/>
        <a:p>
          <a:pPr algn="just"/>
          <a:endParaRPr lang="en-IN"/>
        </a:p>
      </dgm:t>
    </dgm:pt>
    <dgm:pt modelId="{E673FA59-04B7-4FE7-82B2-E4B8B7950302}" type="sibTrans" cxnId="{5CB51C86-B82A-4EE0-91A6-54653D503C61}">
      <dgm:prSet/>
      <dgm:spPr/>
      <dgm:t>
        <a:bodyPr/>
        <a:lstStyle/>
        <a:p>
          <a:pPr algn="just"/>
          <a:endParaRPr lang="en-IN"/>
        </a:p>
      </dgm:t>
    </dgm:pt>
    <dgm:pt modelId="{9CA542FA-36B6-40F2-B885-D8ACF6868B9A}">
      <dgm:prSet/>
      <dgm:spPr/>
      <dgm:t>
        <a:bodyPr/>
        <a:lstStyle/>
        <a:p>
          <a:pPr algn="just" rtl="0"/>
          <a:r>
            <a:rPr lang="en-US" b="1" smtClean="0"/>
            <a:t>Step 3: </a:t>
          </a:r>
          <a:r>
            <a:rPr lang="en-US" smtClean="0"/>
            <a:t>Document the chain of custody, including who handled the evidence and when. </a:t>
          </a:r>
          <a:endParaRPr lang="en-IN"/>
        </a:p>
      </dgm:t>
    </dgm:pt>
    <dgm:pt modelId="{52DB5AC4-72FE-4073-AF7B-96F36C1FFE3E}" type="parTrans" cxnId="{5E21686D-E716-480D-8CE1-5FB3AF70F4AC}">
      <dgm:prSet/>
      <dgm:spPr/>
      <dgm:t>
        <a:bodyPr/>
        <a:lstStyle/>
        <a:p>
          <a:pPr algn="just"/>
          <a:endParaRPr lang="en-IN"/>
        </a:p>
      </dgm:t>
    </dgm:pt>
    <dgm:pt modelId="{15240671-7F99-4B45-BE8E-774C794CF64D}" type="sibTrans" cxnId="{5E21686D-E716-480D-8CE1-5FB3AF70F4AC}">
      <dgm:prSet/>
      <dgm:spPr/>
      <dgm:t>
        <a:bodyPr/>
        <a:lstStyle/>
        <a:p>
          <a:pPr algn="just"/>
          <a:endParaRPr lang="en-IN"/>
        </a:p>
      </dgm:t>
    </dgm:pt>
    <dgm:pt modelId="{257A6237-883B-4B27-8E23-134A36704A59}" type="pres">
      <dgm:prSet presAssocID="{DC6F1BDA-FE7E-4989-8B2A-06566A7824A2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00E8F50-4DDA-4332-A68D-6A01F0D88374}" type="pres">
      <dgm:prSet presAssocID="{DC6F1BDA-FE7E-4989-8B2A-06566A7824A2}" presName="dummyMaxCanvas" presStyleCnt="0">
        <dgm:presLayoutVars/>
      </dgm:prSet>
      <dgm:spPr/>
    </dgm:pt>
    <dgm:pt modelId="{1633FDC8-1131-4E2E-8850-27997705AB20}" type="pres">
      <dgm:prSet presAssocID="{DC6F1BDA-FE7E-4989-8B2A-06566A7824A2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A582D4-EE6E-4CA9-AD7B-9EABF83A95D8}" type="pres">
      <dgm:prSet presAssocID="{DC6F1BDA-FE7E-4989-8B2A-06566A7824A2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2EB00C7-6AF9-4D29-9021-D59FA822B9CD}" type="pres">
      <dgm:prSet presAssocID="{DC6F1BDA-FE7E-4989-8B2A-06566A7824A2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F0AB632-F593-4DCA-8D60-4C40BCABDA71}" type="pres">
      <dgm:prSet presAssocID="{DC6F1BDA-FE7E-4989-8B2A-06566A7824A2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E327543-17BF-4FBA-BDC4-4F3A4878539D}" type="pres">
      <dgm:prSet presAssocID="{DC6F1BDA-FE7E-4989-8B2A-06566A7824A2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010C21E-B9E9-429A-97C3-4DCC0C7FD831}" type="pres">
      <dgm:prSet presAssocID="{DC6F1BDA-FE7E-4989-8B2A-06566A7824A2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F44B109-4658-472B-BD54-CDCF61EC4F73}" type="pres">
      <dgm:prSet presAssocID="{DC6F1BDA-FE7E-4989-8B2A-06566A7824A2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EFEB52E-9DDF-4901-AB30-F330C85E8C1A}" type="pres">
      <dgm:prSet presAssocID="{DC6F1BDA-FE7E-4989-8B2A-06566A7824A2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3C46470-5E6A-466A-ADA0-C7BE5169AF37}" type="presOf" srcId="{E673FA59-04B7-4FE7-82B2-E4B8B7950302}" destId="{3E327543-17BF-4FBA-BDC4-4F3A4878539D}" srcOrd="0" destOrd="0" presId="urn:microsoft.com/office/officeart/2005/8/layout/vProcess5"/>
    <dgm:cxn modelId="{5E21686D-E716-480D-8CE1-5FB3AF70F4AC}" srcId="{DC6F1BDA-FE7E-4989-8B2A-06566A7824A2}" destId="{9CA542FA-36B6-40F2-B885-D8ACF6868B9A}" srcOrd="2" destOrd="0" parTransId="{52DB5AC4-72FE-4073-AF7B-96F36C1FFE3E}" sibTransId="{15240671-7F99-4B45-BE8E-774C794CF64D}"/>
    <dgm:cxn modelId="{E5B0B1B1-CCDA-4AF8-81D3-D97AF5C4DC4B}" type="presOf" srcId="{1CF9BA2F-881C-45D1-914D-6DBE1A2BB2C9}" destId="{8010C21E-B9E9-429A-97C3-4DCC0C7FD831}" srcOrd="1" destOrd="0" presId="urn:microsoft.com/office/officeart/2005/8/layout/vProcess5"/>
    <dgm:cxn modelId="{5CB51C86-B82A-4EE0-91A6-54653D503C61}" srcId="{DC6F1BDA-FE7E-4989-8B2A-06566A7824A2}" destId="{3C416147-0DD6-42B7-A553-B179C84ADEA9}" srcOrd="1" destOrd="0" parTransId="{E85B5F3D-241A-4CFD-898A-D98758C2D135}" sibTransId="{E673FA59-04B7-4FE7-82B2-E4B8B7950302}"/>
    <dgm:cxn modelId="{426B14E7-0823-476A-ACB6-95454C1FB159}" type="presOf" srcId="{9CA542FA-36B6-40F2-B885-D8ACF6868B9A}" destId="{62EB00C7-6AF9-4D29-9021-D59FA822B9CD}" srcOrd="0" destOrd="0" presId="urn:microsoft.com/office/officeart/2005/8/layout/vProcess5"/>
    <dgm:cxn modelId="{4642668C-7522-4B7C-8335-3DB8B3AE32D6}" type="presOf" srcId="{7C5937B1-39FD-4DCC-B207-EF4168A67C03}" destId="{CF0AB632-F593-4DCA-8D60-4C40BCABDA71}" srcOrd="0" destOrd="0" presId="urn:microsoft.com/office/officeart/2005/8/layout/vProcess5"/>
    <dgm:cxn modelId="{55F67416-22D7-4D01-9952-CFBA42A4BE8E}" type="presOf" srcId="{1CF9BA2F-881C-45D1-914D-6DBE1A2BB2C9}" destId="{1633FDC8-1131-4E2E-8850-27997705AB20}" srcOrd="0" destOrd="0" presId="urn:microsoft.com/office/officeart/2005/8/layout/vProcess5"/>
    <dgm:cxn modelId="{40943367-0784-4AB6-A8A7-B3C0863D9B98}" type="presOf" srcId="{3C416147-0DD6-42B7-A553-B179C84ADEA9}" destId="{41A582D4-EE6E-4CA9-AD7B-9EABF83A95D8}" srcOrd="0" destOrd="0" presId="urn:microsoft.com/office/officeart/2005/8/layout/vProcess5"/>
    <dgm:cxn modelId="{667EB4F8-8609-494E-95F3-F02BB1FB2388}" type="presOf" srcId="{3C416147-0DD6-42B7-A553-B179C84ADEA9}" destId="{4F44B109-4658-472B-BD54-CDCF61EC4F73}" srcOrd="1" destOrd="0" presId="urn:microsoft.com/office/officeart/2005/8/layout/vProcess5"/>
    <dgm:cxn modelId="{1864E1DB-E922-45BA-AEBC-F73087DADEAE}" srcId="{DC6F1BDA-FE7E-4989-8B2A-06566A7824A2}" destId="{1CF9BA2F-881C-45D1-914D-6DBE1A2BB2C9}" srcOrd="0" destOrd="0" parTransId="{1B89B842-CCC4-42CE-8001-EABA230EF3B4}" sibTransId="{7C5937B1-39FD-4DCC-B207-EF4168A67C03}"/>
    <dgm:cxn modelId="{D930EC62-8060-47DD-90B2-22F4B24B3139}" type="presOf" srcId="{DC6F1BDA-FE7E-4989-8B2A-06566A7824A2}" destId="{257A6237-883B-4B27-8E23-134A36704A59}" srcOrd="0" destOrd="0" presId="urn:microsoft.com/office/officeart/2005/8/layout/vProcess5"/>
    <dgm:cxn modelId="{93EE5B3C-9CD4-4191-A487-13BF715CA169}" type="presOf" srcId="{9CA542FA-36B6-40F2-B885-D8ACF6868B9A}" destId="{AEFEB52E-9DDF-4901-AB30-F330C85E8C1A}" srcOrd="1" destOrd="0" presId="urn:microsoft.com/office/officeart/2005/8/layout/vProcess5"/>
    <dgm:cxn modelId="{190BD593-E7E4-461C-BD02-503F14A3AE2A}" type="presParOf" srcId="{257A6237-883B-4B27-8E23-134A36704A59}" destId="{700E8F50-4DDA-4332-A68D-6A01F0D88374}" srcOrd="0" destOrd="0" presId="urn:microsoft.com/office/officeart/2005/8/layout/vProcess5"/>
    <dgm:cxn modelId="{335B18B1-AC50-4B1B-AFC0-FB8090F25B61}" type="presParOf" srcId="{257A6237-883B-4B27-8E23-134A36704A59}" destId="{1633FDC8-1131-4E2E-8850-27997705AB20}" srcOrd="1" destOrd="0" presId="urn:microsoft.com/office/officeart/2005/8/layout/vProcess5"/>
    <dgm:cxn modelId="{8BCC6205-40D6-4924-BFA0-9618FC5C58BE}" type="presParOf" srcId="{257A6237-883B-4B27-8E23-134A36704A59}" destId="{41A582D4-EE6E-4CA9-AD7B-9EABF83A95D8}" srcOrd="2" destOrd="0" presId="urn:microsoft.com/office/officeart/2005/8/layout/vProcess5"/>
    <dgm:cxn modelId="{85E6AFE5-24ED-4BA7-949A-079DE8C4C5AA}" type="presParOf" srcId="{257A6237-883B-4B27-8E23-134A36704A59}" destId="{62EB00C7-6AF9-4D29-9021-D59FA822B9CD}" srcOrd="3" destOrd="0" presId="urn:microsoft.com/office/officeart/2005/8/layout/vProcess5"/>
    <dgm:cxn modelId="{0AFFB667-8DFE-4264-9A17-F20567169AC2}" type="presParOf" srcId="{257A6237-883B-4B27-8E23-134A36704A59}" destId="{CF0AB632-F593-4DCA-8D60-4C40BCABDA71}" srcOrd="4" destOrd="0" presId="urn:microsoft.com/office/officeart/2005/8/layout/vProcess5"/>
    <dgm:cxn modelId="{43770EE3-4CD0-4A49-983D-3F05AD13E39D}" type="presParOf" srcId="{257A6237-883B-4B27-8E23-134A36704A59}" destId="{3E327543-17BF-4FBA-BDC4-4F3A4878539D}" srcOrd="5" destOrd="0" presId="urn:microsoft.com/office/officeart/2005/8/layout/vProcess5"/>
    <dgm:cxn modelId="{5F4B2AFC-8ED3-42CF-8744-1784769D0B4B}" type="presParOf" srcId="{257A6237-883B-4B27-8E23-134A36704A59}" destId="{8010C21E-B9E9-429A-97C3-4DCC0C7FD831}" srcOrd="6" destOrd="0" presId="urn:microsoft.com/office/officeart/2005/8/layout/vProcess5"/>
    <dgm:cxn modelId="{F40105FF-9700-47F9-BD7C-D0986D0C0985}" type="presParOf" srcId="{257A6237-883B-4B27-8E23-134A36704A59}" destId="{4F44B109-4658-472B-BD54-CDCF61EC4F73}" srcOrd="7" destOrd="0" presId="urn:microsoft.com/office/officeart/2005/8/layout/vProcess5"/>
    <dgm:cxn modelId="{3BF4D023-B67A-4C6A-A9E8-08A0FD7FFB64}" type="presParOf" srcId="{257A6237-883B-4B27-8E23-134A36704A59}" destId="{AEFEB52E-9DDF-4901-AB30-F330C85E8C1A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D050D47-C1A9-41B4-AD30-9F04149C6323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587A679B-DB96-4F16-930B-2EEED7541212}">
      <dgm:prSet/>
      <dgm:spPr/>
      <dgm:t>
        <a:bodyPr/>
        <a:lstStyle/>
        <a:p>
          <a:pPr rtl="0"/>
          <a:r>
            <a:rPr lang="en-US" b="1" smtClean="0"/>
            <a:t>Step 1: </a:t>
          </a:r>
          <a:r>
            <a:rPr lang="en-US" smtClean="0"/>
            <a:t>Collect biometric samples (e.g., fingerprints, DNA) following established forensic protocols. </a:t>
          </a:r>
          <a:endParaRPr lang="en-IN"/>
        </a:p>
      </dgm:t>
    </dgm:pt>
    <dgm:pt modelId="{C7DD464E-B019-4908-848C-60C22358583C}" type="parTrans" cxnId="{4AD2B059-C7FB-477B-BB9D-8704E2F3AC5B}">
      <dgm:prSet/>
      <dgm:spPr/>
      <dgm:t>
        <a:bodyPr/>
        <a:lstStyle/>
        <a:p>
          <a:endParaRPr lang="en-IN"/>
        </a:p>
      </dgm:t>
    </dgm:pt>
    <dgm:pt modelId="{E23C88B3-BBDA-41A6-9632-46F98A435C99}" type="sibTrans" cxnId="{4AD2B059-C7FB-477B-BB9D-8704E2F3AC5B}">
      <dgm:prSet/>
      <dgm:spPr/>
      <dgm:t>
        <a:bodyPr/>
        <a:lstStyle/>
        <a:p>
          <a:endParaRPr lang="en-IN"/>
        </a:p>
      </dgm:t>
    </dgm:pt>
    <dgm:pt modelId="{16D9C591-A3A6-42CA-8F5C-1FD3135B65A8}">
      <dgm:prSet/>
      <dgm:spPr/>
      <dgm:t>
        <a:bodyPr/>
        <a:lstStyle/>
        <a:p>
          <a:pPr rtl="0"/>
          <a:r>
            <a:rPr lang="en-US" b="1" smtClean="0"/>
            <a:t>Step 2: </a:t>
          </a:r>
          <a:r>
            <a:rPr lang="en-US" smtClean="0"/>
            <a:t>Properly label, package, and secure the biometric samples to maintain their integrity. </a:t>
          </a:r>
          <a:endParaRPr lang="en-IN"/>
        </a:p>
      </dgm:t>
    </dgm:pt>
    <dgm:pt modelId="{B99807BF-88EA-4890-BF38-3256867AD226}" type="parTrans" cxnId="{94D7027F-C919-40C7-9C73-E2D65D787F1B}">
      <dgm:prSet/>
      <dgm:spPr/>
      <dgm:t>
        <a:bodyPr/>
        <a:lstStyle/>
        <a:p>
          <a:endParaRPr lang="en-IN"/>
        </a:p>
      </dgm:t>
    </dgm:pt>
    <dgm:pt modelId="{517C619A-004E-4E9B-9BFF-2604A88F54FD}" type="sibTrans" cxnId="{94D7027F-C919-40C7-9C73-E2D65D787F1B}">
      <dgm:prSet/>
      <dgm:spPr/>
      <dgm:t>
        <a:bodyPr/>
        <a:lstStyle/>
        <a:p>
          <a:endParaRPr lang="en-IN"/>
        </a:p>
      </dgm:t>
    </dgm:pt>
    <dgm:pt modelId="{E72AB475-134E-44E0-840D-880E1686DF75}">
      <dgm:prSet/>
      <dgm:spPr/>
      <dgm:t>
        <a:bodyPr/>
        <a:lstStyle/>
        <a:p>
          <a:pPr rtl="0"/>
          <a:r>
            <a:rPr lang="en-US" b="1" smtClean="0"/>
            <a:t>Step 3: </a:t>
          </a:r>
          <a:r>
            <a:rPr lang="en-US" smtClean="0"/>
            <a:t>Document the collection process and the individuals involved. </a:t>
          </a:r>
          <a:endParaRPr lang="en-IN"/>
        </a:p>
      </dgm:t>
    </dgm:pt>
    <dgm:pt modelId="{4B465084-7217-4D54-923B-41CB66A79756}" type="parTrans" cxnId="{719BA9E2-E79E-444F-8113-5E37BD975D1C}">
      <dgm:prSet/>
      <dgm:spPr/>
      <dgm:t>
        <a:bodyPr/>
        <a:lstStyle/>
        <a:p>
          <a:endParaRPr lang="en-IN"/>
        </a:p>
      </dgm:t>
    </dgm:pt>
    <dgm:pt modelId="{7F00D31D-5C9D-4E78-B8E9-74ED566B754B}" type="sibTrans" cxnId="{719BA9E2-E79E-444F-8113-5E37BD975D1C}">
      <dgm:prSet/>
      <dgm:spPr/>
      <dgm:t>
        <a:bodyPr/>
        <a:lstStyle/>
        <a:p>
          <a:endParaRPr lang="en-IN"/>
        </a:p>
      </dgm:t>
    </dgm:pt>
    <dgm:pt modelId="{00DB7CDF-CCB8-4332-BD9B-266AEF2795E8}" type="pres">
      <dgm:prSet presAssocID="{3D050D47-C1A9-41B4-AD30-9F04149C6323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DAF0219C-230B-42BB-8980-4F0FE4352BAB}" type="pres">
      <dgm:prSet presAssocID="{3D050D47-C1A9-41B4-AD30-9F04149C6323}" presName="dummyMaxCanvas" presStyleCnt="0">
        <dgm:presLayoutVars/>
      </dgm:prSet>
      <dgm:spPr/>
    </dgm:pt>
    <dgm:pt modelId="{AFC85017-1354-49B9-BD92-D4D537EE5905}" type="pres">
      <dgm:prSet presAssocID="{3D050D47-C1A9-41B4-AD30-9F04149C6323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02E4B5C-77F2-4F62-AC57-0ED5CCF5CCA0}" type="pres">
      <dgm:prSet presAssocID="{3D050D47-C1A9-41B4-AD30-9F04149C6323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4F00BBE-E9D0-4139-971C-3A2966174EA4}" type="pres">
      <dgm:prSet presAssocID="{3D050D47-C1A9-41B4-AD30-9F04149C6323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CB64D2E-EFFC-451A-A5D9-A84AE2FFF7E7}" type="pres">
      <dgm:prSet presAssocID="{3D050D47-C1A9-41B4-AD30-9F04149C6323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198AF5F-CC82-489D-B981-373F56B42E89}" type="pres">
      <dgm:prSet presAssocID="{3D050D47-C1A9-41B4-AD30-9F04149C6323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75CE406-9748-497E-A2D0-E59F5031B9B4}" type="pres">
      <dgm:prSet presAssocID="{3D050D47-C1A9-41B4-AD30-9F04149C6323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F505683-D59B-4265-9A6B-0898075167CE}" type="pres">
      <dgm:prSet presAssocID="{3D050D47-C1A9-41B4-AD30-9F04149C6323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9D2410F-B6C5-49D4-8A4C-F1A1282F864F}" type="pres">
      <dgm:prSet presAssocID="{3D050D47-C1A9-41B4-AD30-9F04149C6323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3C4484E-F33A-4884-8584-F0C89C99B370}" type="presOf" srcId="{E72AB475-134E-44E0-840D-880E1686DF75}" destId="{39D2410F-B6C5-49D4-8A4C-F1A1282F864F}" srcOrd="1" destOrd="0" presId="urn:microsoft.com/office/officeart/2005/8/layout/vProcess5"/>
    <dgm:cxn modelId="{FF2B1BFC-7D83-4B5B-B41E-BD2A520B39E2}" type="presOf" srcId="{587A679B-DB96-4F16-930B-2EEED7541212}" destId="{475CE406-9748-497E-A2D0-E59F5031B9B4}" srcOrd="1" destOrd="0" presId="urn:microsoft.com/office/officeart/2005/8/layout/vProcess5"/>
    <dgm:cxn modelId="{43C61A99-65C9-48B7-8F1E-4E04F55D9AF4}" type="presOf" srcId="{3D050D47-C1A9-41B4-AD30-9F04149C6323}" destId="{00DB7CDF-CCB8-4332-BD9B-266AEF2795E8}" srcOrd="0" destOrd="0" presId="urn:microsoft.com/office/officeart/2005/8/layout/vProcess5"/>
    <dgm:cxn modelId="{94D7027F-C919-40C7-9C73-E2D65D787F1B}" srcId="{3D050D47-C1A9-41B4-AD30-9F04149C6323}" destId="{16D9C591-A3A6-42CA-8F5C-1FD3135B65A8}" srcOrd="1" destOrd="0" parTransId="{B99807BF-88EA-4890-BF38-3256867AD226}" sibTransId="{517C619A-004E-4E9B-9BFF-2604A88F54FD}"/>
    <dgm:cxn modelId="{845659B3-0C8B-434F-BA75-BABAFDCE4817}" type="presOf" srcId="{E72AB475-134E-44E0-840D-880E1686DF75}" destId="{64F00BBE-E9D0-4139-971C-3A2966174EA4}" srcOrd="0" destOrd="0" presId="urn:microsoft.com/office/officeart/2005/8/layout/vProcess5"/>
    <dgm:cxn modelId="{B6B9405D-8FB2-4A8E-A42A-77962A7ECD55}" type="presOf" srcId="{E23C88B3-BBDA-41A6-9632-46F98A435C99}" destId="{ECB64D2E-EFFC-451A-A5D9-A84AE2FFF7E7}" srcOrd="0" destOrd="0" presId="urn:microsoft.com/office/officeart/2005/8/layout/vProcess5"/>
    <dgm:cxn modelId="{D44D36E9-24FF-4DF9-9539-AEACB3C21347}" type="presOf" srcId="{517C619A-004E-4E9B-9BFF-2604A88F54FD}" destId="{C198AF5F-CC82-489D-B981-373F56B42E89}" srcOrd="0" destOrd="0" presId="urn:microsoft.com/office/officeart/2005/8/layout/vProcess5"/>
    <dgm:cxn modelId="{4AD2B059-C7FB-477B-BB9D-8704E2F3AC5B}" srcId="{3D050D47-C1A9-41B4-AD30-9F04149C6323}" destId="{587A679B-DB96-4F16-930B-2EEED7541212}" srcOrd="0" destOrd="0" parTransId="{C7DD464E-B019-4908-848C-60C22358583C}" sibTransId="{E23C88B3-BBDA-41A6-9632-46F98A435C99}"/>
    <dgm:cxn modelId="{719BA9E2-E79E-444F-8113-5E37BD975D1C}" srcId="{3D050D47-C1A9-41B4-AD30-9F04149C6323}" destId="{E72AB475-134E-44E0-840D-880E1686DF75}" srcOrd="2" destOrd="0" parTransId="{4B465084-7217-4D54-923B-41CB66A79756}" sibTransId="{7F00D31D-5C9D-4E78-B8E9-74ED566B754B}"/>
    <dgm:cxn modelId="{E0822384-A89B-4285-B574-E49E721C5105}" type="presOf" srcId="{587A679B-DB96-4F16-930B-2EEED7541212}" destId="{AFC85017-1354-49B9-BD92-D4D537EE5905}" srcOrd="0" destOrd="0" presId="urn:microsoft.com/office/officeart/2005/8/layout/vProcess5"/>
    <dgm:cxn modelId="{F297D4A2-1A6D-43C1-9A78-D8C1DD635321}" type="presOf" srcId="{16D9C591-A3A6-42CA-8F5C-1FD3135B65A8}" destId="{E02E4B5C-77F2-4F62-AC57-0ED5CCF5CCA0}" srcOrd="0" destOrd="0" presId="urn:microsoft.com/office/officeart/2005/8/layout/vProcess5"/>
    <dgm:cxn modelId="{226394D4-2110-4896-B991-0D0122184073}" type="presOf" srcId="{16D9C591-A3A6-42CA-8F5C-1FD3135B65A8}" destId="{BF505683-D59B-4265-9A6B-0898075167CE}" srcOrd="1" destOrd="0" presId="urn:microsoft.com/office/officeart/2005/8/layout/vProcess5"/>
    <dgm:cxn modelId="{F0A1DF33-031A-4455-B6E7-5AD7A65CECD4}" type="presParOf" srcId="{00DB7CDF-CCB8-4332-BD9B-266AEF2795E8}" destId="{DAF0219C-230B-42BB-8980-4F0FE4352BAB}" srcOrd="0" destOrd="0" presId="urn:microsoft.com/office/officeart/2005/8/layout/vProcess5"/>
    <dgm:cxn modelId="{949CB456-2A7F-41A5-A868-4A5B8A919E97}" type="presParOf" srcId="{00DB7CDF-CCB8-4332-BD9B-266AEF2795E8}" destId="{AFC85017-1354-49B9-BD92-D4D537EE5905}" srcOrd="1" destOrd="0" presId="urn:microsoft.com/office/officeart/2005/8/layout/vProcess5"/>
    <dgm:cxn modelId="{4CCD1980-BFE8-4061-8D5C-D308C298A645}" type="presParOf" srcId="{00DB7CDF-CCB8-4332-BD9B-266AEF2795E8}" destId="{E02E4B5C-77F2-4F62-AC57-0ED5CCF5CCA0}" srcOrd="2" destOrd="0" presId="urn:microsoft.com/office/officeart/2005/8/layout/vProcess5"/>
    <dgm:cxn modelId="{98BE2AA7-16DB-42BA-853C-050A918CBF54}" type="presParOf" srcId="{00DB7CDF-CCB8-4332-BD9B-266AEF2795E8}" destId="{64F00BBE-E9D0-4139-971C-3A2966174EA4}" srcOrd="3" destOrd="0" presId="urn:microsoft.com/office/officeart/2005/8/layout/vProcess5"/>
    <dgm:cxn modelId="{385D133C-EA59-4451-A217-867B5ADB0428}" type="presParOf" srcId="{00DB7CDF-CCB8-4332-BD9B-266AEF2795E8}" destId="{ECB64D2E-EFFC-451A-A5D9-A84AE2FFF7E7}" srcOrd="4" destOrd="0" presId="urn:microsoft.com/office/officeart/2005/8/layout/vProcess5"/>
    <dgm:cxn modelId="{6FE7A40B-C8D6-4806-AE1E-00263EE481E9}" type="presParOf" srcId="{00DB7CDF-CCB8-4332-BD9B-266AEF2795E8}" destId="{C198AF5F-CC82-489D-B981-373F56B42E89}" srcOrd="5" destOrd="0" presId="urn:microsoft.com/office/officeart/2005/8/layout/vProcess5"/>
    <dgm:cxn modelId="{3C802B69-7965-4D0F-9C01-0DB17F33706F}" type="presParOf" srcId="{00DB7CDF-CCB8-4332-BD9B-266AEF2795E8}" destId="{475CE406-9748-497E-A2D0-E59F5031B9B4}" srcOrd="6" destOrd="0" presId="urn:microsoft.com/office/officeart/2005/8/layout/vProcess5"/>
    <dgm:cxn modelId="{4A162137-5EC5-41F9-BDE9-030D02509469}" type="presParOf" srcId="{00DB7CDF-CCB8-4332-BD9B-266AEF2795E8}" destId="{BF505683-D59B-4265-9A6B-0898075167CE}" srcOrd="7" destOrd="0" presId="urn:microsoft.com/office/officeart/2005/8/layout/vProcess5"/>
    <dgm:cxn modelId="{4DEF94EA-7E2A-493C-8A0A-0901A155E62B}" type="presParOf" srcId="{00DB7CDF-CCB8-4332-BD9B-266AEF2795E8}" destId="{39D2410F-B6C5-49D4-8A4C-F1A1282F864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25E6B98-3F64-49BC-B370-CB4AB09DF958}" type="doc">
      <dgm:prSet loTypeId="urn:microsoft.com/office/officeart/2005/8/layout/vProcess5" loCatId="process" qsTypeId="urn:microsoft.com/office/officeart/2005/8/quickstyle/simple3" qsCatId="simple" csTypeId="urn:microsoft.com/office/officeart/2005/8/colors/colorful1" csCatId="colorful"/>
      <dgm:spPr/>
      <dgm:t>
        <a:bodyPr/>
        <a:lstStyle/>
        <a:p>
          <a:endParaRPr lang="en-IN"/>
        </a:p>
      </dgm:t>
    </dgm:pt>
    <dgm:pt modelId="{DEAA141B-0DC7-4A89-9B29-FC05C19C3F39}">
      <dgm:prSet custT="1"/>
      <dgm:spPr/>
      <dgm:t>
        <a:bodyPr/>
        <a:lstStyle/>
        <a:p>
          <a:pPr algn="just" rtl="0"/>
          <a:r>
            <a:rPr lang="en-US" sz="2800" b="1" i="0" baseline="0" smtClean="0"/>
            <a:t>Step 1: </a:t>
          </a:r>
          <a:r>
            <a:rPr lang="en-US" sz="2800" b="0" i="0" baseline="0" smtClean="0"/>
            <a:t>Disassemble the hardware device, if necessary, following manufacturer guidelines. </a:t>
          </a:r>
          <a:endParaRPr lang="en-IN" sz="2800"/>
        </a:p>
      </dgm:t>
    </dgm:pt>
    <dgm:pt modelId="{F5AE1C70-6723-4445-BECB-C1388E22A351}" type="parTrans" cxnId="{CBA4D2F5-DFE4-4EB3-9635-4108C7EF6214}">
      <dgm:prSet/>
      <dgm:spPr/>
      <dgm:t>
        <a:bodyPr/>
        <a:lstStyle/>
        <a:p>
          <a:endParaRPr lang="en-IN"/>
        </a:p>
      </dgm:t>
    </dgm:pt>
    <dgm:pt modelId="{7975105E-3885-47D1-8E4D-8924A1605089}" type="sibTrans" cxnId="{CBA4D2F5-DFE4-4EB3-9635-4108C7EF6214}">
      <dgm:prSet/>
      <dgm:spPr/>
      <dgm:t>
        <a:bodyPr/>
        <a:lstStyle/>
        <a:p>
          <a:endParaRPr lang="en-IN"/>
        </a:p>
      </dgm:t>
    </dgm:pt>
    <dgm:pt modelId="{87A311A0-41A2-4318-9BA9-D194B83AE53C}">
      <dgm:prSet custT="1"/>
      <dgm:spPr/>
      <dgm:t>
        <a:bodyPr/>
        <a:lstStyle/>
        <a:p>
          <a:pPr algn="just" rtl="0"/>
          <a:r>
            <a:rPr lang="en-US" sz="2800" b="1" i="0" baseline="0" smtClean="0"/>
            <a:t>Step 2: </a:t>
          </a:r>
          <a:r>
            <a:rPr lang="en-US" sz="2800" b="0" i="0" baseline="0" smtClean="0"/>
            <a:t>Extract relevant components (e.g., memory chips, firmware) using appropriate tools. </a:t>
          </a:r>
          <a:endParaRPr lang="en-IN" sz="2800"/>
        </a:p>
      </dgm:t>
    </dgm:pt>
    <dgm:pt modelId="{F5D3B1D7-59BC-4841-A2FD-6B596A70B681}" type="parTrans" cxnId="{86E4840E-2E24-45B4-8B88-EE391CD7B230}">
      <dgm:prSet/>
      <dgm:spPr/>
      <dgm:t>
        <a:bodyPr/>
        <a:lstStyle/>
        <a:p>
          <a:endParaRPr lang="en-IN"/>
        </a:p>
      </dgm:t>
    </dgm:pt>
    <dgm:pt modelId="{D6DEE824-9932-45EE-AFA2-63F963767983}" type="sibTrans" cxnId="{86E4840E-2E24-45B4-8B88-EE391CD7B230}">
      <dgm:prSet/>
      <dgm:spPr/>
      <dgm:t>
        <a:bodyPr/>
        <a:lstStyle/>
        <a:p>
          <a:endParaRPr lang="en-IN"/>
        </a:p>
      </dgm:t>
    </dgm:pt>
    <dgm:pt modelId="{46379868-785F-47DA-9ABA-13505BC22473}">
      <dgm:prSet custT="1"/>
      <dgm:spPr/>
      <dgm:t>
        <a:bodyPr/>
        <a:lstStyle/>
        <a:p>
          <a:pPr algn="just" rtl="0"/>
          <a:r>
            <a:rPr lang="en-US" sz="2800" b="1" i="0" baseline="0" smtClean="0"/>
            <a:t>Step 3: </a:t>
          </a:r>
          <a:r>
            <a:rPr lang="en-US" sz="2800" b="0" i="0" baseline="0" smtClean="0"/>
            <a:t>Store extracted components securely and maintain a chain of custody record. </a:t>
          </a:r>
          <a:endParaRPr lang="en-IN" sz="2800"/>
        </a:p>
      </dgm:t>
    </dgm:pt>
    <dgm:pt modelId="{47046D79-28FF-416E-A404-48B859794545}" type="parTrans" cxnId="{2F470F96-DDD5-471C-B878-149512CC8587}">
      <dgm:prSet/>
      <dgm:spPr/>
      <dgm:t>
        <a:bodyPr/>
        <a:lstStyle/>
        <a:p>
          <a:endParaRPr lang="en-IN"/>
        </a:p>
      </dgm:t>
    </dgm:pt>
    <dgm:pt modelId="{57D2DC03-9A11-4361-A093-B4EDB07AA92F}" type="sibTrans" cxnId="{2F470F96-DDD5-471C-B878-149512CC8587}">
      <dgm:prSet/>
      <dgm:spPr/>
      <dgm:t>
        <a:bodyPr/>
        <a:lstStyle/>
        <a:p>
          <a:endParaRPr lang="en-IN"/>
        </a:p>
      </dgm:t>
    </dgm:pt>
    <dgm:pt modelId="{CC17EB9F-8A4D-4005-B525-D15B97937486}" type="pres">
      <dgm:prSet presAssocID="{A25E6B98-3F64-49BC-B370-CB4AB09DF95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7B9A019-3DFF-4FCB-B01F-578A1920774B}" type="pres">
      <dgm:prSet presAssocID="{A25E6B98-3F64-49BC-B370-CB4AB09DF958}" presName="dummyMaxCanvas" presStyleCnt="0">
        <dgm:presLayoutVars/>
      </dgm:prSet>
      <dgm:spPr/>
    </dgm:pt>
    <dgm:pt modelId="{3D90F34D-ABA2-4297-9C41-E0FDE7C48464}" type="pres">
      <dgm:prSet presAssocID="{A25E6B98-3F64-49BC-B370-CB4AB09DF958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18A3D44-E961-49B2-9D4F-C8804230CB26}" type="pres">
      <dgm:prSet presAssocID="{A25E6B98-3F64-49BC-B370-CB4AB09DF958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5DE7F4C-73F6-4F38-A37E-5430BB934F1A}" type="pres">
      <dgm:prSet presAssocID="{A25E6B98-3F64-49BC-B370-CB4AB09DF958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6F23FDE-EF36-40F7-866A-C32952BE1EAD}" type="pres">
      <dgm:prSet presAssocID="{A25E6B98-3F64-49BC-B370-CB4AB09DF958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C663852-777F-426B-BD74-2670E87A37FF}" type="pres">
      <dgm:prSet presAssocID="{A25E6B98-3F64-49BC-B370-CB4AB09DF958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318FB08-D8DE-4502-AA93-DCDE4F8E5A68}" type="pres">
      <dgm:prSet presAssocID="{A25E6B98-3F64-49BC-B370-CB4AB09DF958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21196FE-B89C-49E2-984F-6AFE8836287B}" type="pres">
      <dgm:prSet presAssocID="{A25E6B98-3F64-49BC-B370-CB4AB09DF958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41AF32F-C276-440D-8B1A-D838716CB4DC}" type="pres">
      <dgm:prSet presAssocID="{A25E6B98-3F64-49BC-B370-CB4AB09DF958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9FFB006-1DB2-497C-A4A4-299D7C72F923}" type="presOf" srcId="{D6DEE824-9932-45EE-AFA2-63F963767983}" destId="{7C663852-777F-426B-BD74-2670E87A37FF}" srcOrd="0" destOrd="0" presId="urn:microsoft.com/office/officeart/2005/8/layout/vProcess5"/>
    <dgm:cxn modelId="{C1BE6E96-0542-498F-A413-D68696B34447}" type="presOf" srcId="{46379868-785F-47DA-9ABA-13505BC22473}" destId="{95DE7F4C-73F6-4F38-A37E-5430BB934F1A}" srcOrd="0" destOrd="0" presId="urn:microsoft.com/office/officeart/2005/8/layout/vProcess5"/>
    <dgm:cxn modelId="{C9452B07-EE39-44BE-ABF0-6F34497A0A4C}" type="presOf" srcId="{A25E6B98-3F64-49BC-B370-CB4AB09DF958}" destId="{CC17EB9F-8A4D-4005-B525-D15B97937486}" srcOrd="0" destOrd="0" presId="urn:microsoft.com/office/officeart/2005/8/layout/vProcess5"/>
    <dgm:cxn modelId="{AD37C009-C78A-4CC5-B95A-760AAA625A18}" type="presOf" srcId="{7975105E-3885-47D1-8E4D-8924A1605089}" destId="{46F23FDE-EF36-40F7-866A-C32952BE1EAD}" srcOrd="0" destOrd="0" presId="urn:microsoft.com/office/officeart/2005/8/layout/vProcess5"/>
    <dgm:cxn modelId="{2C56D8ED-B66D-454E-A89A-AEBA4DDFF03E}" type="presOf" srcId="{87A311A0-41A2-4318-9BA9-D194B83AE53C}" destId="{721196FE-B89C-49E2-984F-6AFE8836287B}" srcOrd="1" destOrd="0" presId="urn:microsoft.com/office/officeart/2005/8/layout/vProcess5"/>
    <dgm:cxn modelId="{C357678D-94EB-4328-AF89-98849D27C3B5}" type="presOf" srcId="{46379868-785F-47DA-9ABA-13505BC22473}" destId="{441AF32F-C276-440D-8B1A-D838716CB4DC}" srcOrd="1" destOrd="0" presId="urn:microsoft.com/office/officeart/2005/8/layout/vProcess5"/>
    <dgm:cxn modelId="{CBA4D2F5-DFE4-4EB3-9635-4108C7EF6214}" srcId="{A25E6B98-3F64-49BC-B370-CB4AB09DF958}" destId="{DEAA141B-0DC7-4A89-9B29-FC05C19C3F39}" srcOrd="0" destOrd="0" parTransId="{F5AE1C70-6723-4445-BECB-C1388E22A351}" sibTransId="{7975105E-3885-47D1-8E4D-8924A1605089}"/>
    <dgm:cxn modelId="{86E4840E-2E24-45B4-8B88-EE391CD7B230}" srcId="{A25E6B98-3F64-49BC-B370-CB4AB09DF958}" destId="{87A311A0-41A2-4318-9BA9-D194B83AE53C}" srcOrd="1" destOrd="0" parTransId="{F5D3B1D7-59BC-4841-A2FD-6B596A70B681}" sibTransId="{D6DEE824-9932-45EE-AFA2-63F963767983}"/>
    <dgm:cxn modelId="{98B9B1FC-1336-4AEF-A18B-9091C7E0A41F}" type="presOf" srcId="{DEAA141B-0DC7-4A89-9B29-FC05C19C3F39}" destId="{3D90F34D-ABA2-4297-9C41-E0FDE7C48464}" srcOrd="0" destOrd="0" presId="urn:microsoft.com/office/officeart/2005/8/layout/vProcess5"/>
    <dgm:cxn modelId="{2F470F96-DDD5-471C-B878-149512CC8587}" srcId="{A25E6B98-3F64-49BC-B370-CB4AB09DF958}" destId="{46379868-785F-47DA-9ABA-13505BC22473}" srcOrd="2" destOrd="0" parTransId="{47046D79-28FF-416E-A404-48B859794545}" sibTransId="{57D2DC03-9A11-4361-A093-B4EDB07AA92F}"/>
    <dgm:cxn modelId="{6A94CB84-E6AE-477B-B9CA-C54565F3A014}" type="presOf" srcId="{87A311A0-41A2-4318-9BA9-D194B83AE53C}" destId="{718A3D44-E961-49B2-9D4F-C8804230CB26}" srcOrd="0" destOrd="0" presId="urn:microsoft.com/office/officeart/2005/8/layout/vProcess5"/>
    <dgm:cxn modelId="{4F6248FC-9A90-4A67-B799-8830FE1A047F}" type="presOf" srcId="{DEAA141B-0DC7-4A89-9B29-FC05C19C3F39}" destId="{4318FB08-D8DE-4502-AA93-DCDE4F8E5A68}" srcOrd="1" destOrd="0" presId="urn:microsoft.com/office/officeart/2005/8/layout/vProcess5"/>
    <dgm:cxn modelId="{2CA8E5A3-3E4F-41AF-8C95-C3090E0BFA27}" type="presParOf" srcId="{CC17EB9F-8A4D-4005-B525-D15B97937486}" destId="{97B9A019-3DFF-4FCB-B01F-578A1920774B}" srcOrd="0" destOrd="0" presId="urn:microsoft.com/office/officeart/2005/8/layout/vProcess5"/>
    <dgm:cxn modelId="{3267ADD0-74CF-4BEA-A70E-9931A20CA6A1}" type="presParOf" srcId="{CC17EB9F-8A4D-4005-B525-D15B97937486}" destId="{3D90F34D-ABA2-4297-9C41-E0FDE7C48464}" srcOrd="1" destOrd="0" presId="urn:microsoft.com/office/officeart/2005/8/layout/vProcess5"/>
    <dgm:cxn modelId="{28A439A4-872D-4DC7-B597-DE264F0736A7}" type="presParOf" srcId="{CC17EB9F-8A4D-4005-B525-D15B97937486}" destId="{718A3D44-E961-49B2-9D4F-C8804230CB26}" srcOrd="2" destOrd="0" presId="urn:microsoft.com/office/officeart/2005/8/layout/vProcess5"/>
    <dgm:cxn modelId="{983065E1-5435-4CAB-9A93-7B7F72D0E858}" type="presParOf" srcId="{CC17EB9F-8A4D-4005-B525-D15B97937486}" destId="{95DE7F4C-73F6-4F38-A37E-5430BB934F1A}" srcOrd="3" destOrd="0" presId="urn:microsoft.com/office/officeart/2005/8/layout/vProcess5"/>
    <dgm:cxn modelId="{3D0B360F-3AA0-4DF3-97EA-38000503AC1B}" type="presParOf" srcId="{CC17EB9F-8A4D-4005-B525-D15B97937486}" destId="{46F23FDE-EF36-40F7-866A-C32952BE1EAD}" srcOrd="4" destOrd="0" presId="urn:microsoft.com/office/officeart/2005/8/layout/vProcess5"/>
    <dgm:cxn modelId="{21FE43A7-68EF-4939-8E22-2932D2C2F28A}" type="presParOf" srcId="{CC17EB9F-8A4D-4005-B525-D15B97937486}" destId="{7C663852-777F-426B-BD74-2670E87A37FF}" srcOrd="5" destOrd="0" presId="urn:microsoft.com/office/officeart/2005/8/layout/vProcess5"/>
    <dgm:cxn modelId="{1B118987-E8E9-4BE7-8B1F-BF1AE9D5E0D0}" type="presParOf" srcId="{CC17EB9F-8A4D-4005-B525-D15B97937486}" destId="{4318FB08-D8DE-4502-AA93-DCDE4F8E5A68}" srcOrd="6" destOrd="0" presId="urn:microsoft.com/office/officeart/2005/8/layout/vProcess5"/>
    <dgm:cxn modelId="{8F4ED168-E636-4FEC-B3E9-8116BDCBDEA2}" type="presParOf" srcId="{CC17EB9F-8A4D-4005-B525-D15B97937486}" destId="{721196FE-B89C-49E2-984F-6AFE8836287B}" srcOrd="7" destOrd="0" presId="urn:microsoft.com/office/officeart/2005/8/layout/vProcess5"/>
    <dgm:cxn modelId="{9C0F85C5-A860-4546-B6BB-E868AC869F75}" type="presParOf" srcId="{CC17EB9F-8A4D-4005-B525-D15B97937486}" destId="{441AF32F-C276-440D-8B1A-D838716CB4D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62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3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94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36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1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05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44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96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20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06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90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41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Digital Forensics (</a:t>
            </a:r>
            <a:r>
              <a:rPr lang="en-US"/>
              <a:t>20CP411T</a:t>
            </a:r>
            <a:r>
              <a:rPr lang="en-IN"/>
              <a:t>)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000" dirty="0">
                <a:latin typeface="+mj-lt"/>
                <a:ea typeface="+mj-ea"/>
                <a:cs typeface="+mj-cs"/>
              </a:rPr>
              <a:t>UNIT </a:t>
            </a:r>
            <a:r>
              <a:rPr lang="en-GB" sz="6000" dirty="0" smtClean="0">
                <a:latin typeface="+mj-lt"/>
                <a:ea typeface="+mj-ea"/>
                <a:cs typeface="+mj-cs"/>
              </a:rPr>
              <a:t>2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100" dirty="0" smtClean="0">
                <a:latin typeface="+mj-lt"/>
                <a:ea typeface="+mj-ea"/>
                <a:cs typeface="+mj-cs"/>
              </a:rPr>
              <a:t>DATA </a:t>
            </a:r>
            <a:r>
              <a:rPr lang="en-GB" sz="6100" dirty="0">
                <a:latin typeface="+mj-lt"/>
                <a:ea typeface="+mj-ea"/>
                <a:cs typeface="+mj-cs"/>
              </a:rPr>
              <a:t>ACQUISITION</a:t>
            </a:r>
            <a:endParaRPr lang="en-IN" sz="61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11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Understanding Storage Formats And Digital Evidence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Determining The Best Acquisition Method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Acquisition Tools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Validating Data Acquisitions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Remote Network Acquisition Tools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41537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Image acquisition and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/>
              <a:t>The main task of a computer forensics investigator is to acquire and analyze computing devices’ memory images. </a:t>
            </a:r>
            <a:endParaRPr lang="en-IN" sz="28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/>
              <a:t>A</a:t>
            </a:r>
            <a:r>
              <a:rPr lang="en-IN" sz="2800" dirty="0" smtClean="0"/>
              <a:t> </a:t>
            </a:r>
            <a:r>
              <a:rPr lang="en-IN" sz="2800" dirty="0"/>
              <a:t>memory image—widely known as a forensic image—is a static snapshot of all or part of the data on a computing devices’ secondary storage (e.g., HDD, SSD), attached storage device (e.g., USB thumb drive, external hard drive, magnetic tape), or RAM memory (when performing live acquisition on running systems). </a:t>
            </a:r>
            <a:endParaRPr lang="en-IN" sz="28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/>
              <a:t>T</a:t>
            </a:r>
            <a:r>
              <a:rPr lang="en-IN" sz="2800" dirty="0" smtClean="0"/>
              <a:t>his image- a </a:t>
            </a:r>
            <a:r>
              <a:rPr lang="en-IN" sz="2800" dirty="0"/>
              <a:t>container of data, where you can store individual files or the whole drive/live memory files in one image file.</a:t>
            </a:r>
          </a:p>
        </p:txBody>
      </p:sp>
    </p:spTree>
    <p:extLst>
      <p:ext uri="{BB962C8B-B14F-4D97-AF65-F5344CB8AC3E}">
        <p14:creationId xmlns:p14="http://schemas.microsoft.com/office/powerpoint/2010/main" val="1596421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Image acquisition and 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/>
              <a:t>A forensics image will contain the digital evidence that must be retrieved and analyzed in order to identify indications of security incidents, fraud, and other illegal practices that target information systems. </a:t>
            </a:r>
            <a:endParaRPr lang="en-IN" sz="2800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800" dirty="0"/>
              <a:t>U</a:t>
            </a:r>
            <a:r>
              <a:rPr lang="en-IN" sz="2800" dirty="0" smtClean="0"/>
              <a:t>sed </a:t>
            </a:r>
            <a:r>
              <a:rPr lang="en-IN" sz="2800" dirty="0"/>
              <a:t>in a court of </a:t>
            </a:r>
            <a:r>
              <a:rPr lang="en-IN" sz="2800" dirty="0" smtClean="0"/>
              <a:t>law - the </a:t>
            </a:r>
            <a:r>
              <a:rPr lang="en-IN" sz="2800" dirty="0"/>
              <a:t>tools and techniques used to acquire and analyze them should be legally accepted.</a:t>
            </a:r>
          </a:p>
        </p:txBody>
      </p:sp>
    </p:spTree>
    <p:extLst>
      <p:ext uri="{BB962C8B-B14F-4D97-AF65-F5344CB8AC3E}">
        <p14:creationId xmlns:p14="http://schemas.microsoft.com/office/powerpoint/2010/main" val="229562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/>
            </a:r>
            <a:br>
              <a:rPr lang="en-IN" sz="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IN" sz="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IN" sz="4000" dirty="0"/>
              <a:t>Capturing</a:t>
            </a:r>
            <a:r>
              <a:rPr lang="en-IN" sz="2400" dirty="0"/>
              <a:t> </a:t>
            </a:r>
            <a:r>
              <a:rPr lang="en-IN" sz="4000" dirty="0"/>
              <a:t>Storage Media: Hard Drives, USB Drives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924835"/>
              </p:ext>
            </p:extLst>
          </p:nvPr>
        </p:nvGraphicFramePr>
        <p:xfrm>
          <a:off x="853654" y="1897039"/>
          <a:ext cx="10954871" cy="4835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1692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IN" sz="3600" dirty="0"/>
              <a:t>Capturing Mobile Devices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629075"/>
              </p:ext>
            </p:extLst>
          </p:nvPr>
        </p:nvGraphicFramePr>
        <p:xfrm>
          <a:off x="694565" y="1951630"/>
          <a:ext cx="10838329" cy="4585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2695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l"/>
            <a:r>
              <a:rPr lang="en-IN" sz="1800" b="0" i="0" u="none" strike="noStrike" baseline="0" dirty="0">
                <a:solidFill>
                  <a:srgbClr val="000000"/>
                </a:solidFill>
              </a:rPr>
              <a:t/>
            </a:r>
            <a:br>
              <a:rPr lang="en-IN" sz="1800" b="0" i="0" u="none" strike="noStrike" baseline="0" dirty="0">
                <a:solidFill>
                  <a:srgbClr val="000000"/>
                </a:solidFill>
              </a:rPr>
            </a:br>
            <a:r>
              <a:rPr lang="en-IN" sz="1800" b="0" i="0" u="none" strike="noStrike" baseline="0" dirty="0">
                <a:solidFill>
                  <a:srgbClr val="000000"/>
                </a:solidFill>
              </a:rPr>
              <a:t> </a:t>
            </a:r>
            <a:br>
              <a:rPr lang="en-IN" sz="1800" b="0" i="0" u="none" strike="noStrike" baseline="0" dirty="0">
                <a:solidFill>
                  <a:srgbClr val="000000"/>
                </a:solidFill>
              </a:rPr>
            </a:br>
            <a:r>
              <a:rPr lang="en-IN" sz="3600" dirty="0"/>
              <a:t>Capturing Network Traffic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0380966"/>
              </p:ext>
            </p:extLst>
          </p:nvPr>
        </p:nvGraphicFramePr>
        <p:xfrm>
          <a:off x="806824" y="1937981"/>
          <a:ext cx="10748682" cy="4735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55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l"/>
            <a:r>
              <a:rPr lang="en-US" sz="3600" dirty="0"/>
              <a:t>Capturing Volatile Memory (Memory Forensics)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959170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282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Capturing Block chain Data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797637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136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Capturing Surveillance Camera Footage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936927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020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Capturing Physical Documents and Artifacts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076689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6530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Capturing Biometric Data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5346460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5389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Capturing Evidence from Hardware Devices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5476059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8921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C2BBA4-7179-60FB-7EEE-5B8061630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CF43ABA-5F8B-27A7-5572-8B9B2F32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94965"/>
            <a:ext cx="9720073" cy="402336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w Cen MT (Body)"/>
              </a:rPr>
              <a:t>I</a:t>
            </a:r>
            <a:r>
              <a:rPr lang="en-US" sz="2400" b="0" i="0" u="none" strike="noStrike" baseline="0" dirty="0">
                <a:latin typeface="Tw Cen MT (Body)"/>
              </a:rPr>
              <a:t>t's crucial to follow proper forensic procedures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w Cen MT (Body)"/>
              </a:rPr>
              <a:t>M</a:t>
            </a:r>
            <a:r>
              <a:rPr lang="en-US" sz="2400" b="0" i="0" u="none" strike="noStrike" baseline="0" dirty="0">
                <a:latin typeface="Tw Cen MT (Body)"/>
              </a:rPr>
              <a:t>aintain a clear chain of custody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w Cen MT (Body)"/>
              </a:rPr>
              <a:t>E</a:t>
            </a:r>
            <a:r>
              <a:rPr lang="en-US" sz="2400" b="0" i="0" u="none" strike="noStrike" baseline="0" dirty="0">
                <a:latin typeface="Tw Cen MT (Body)"/>
              </a:rPr>
              <a:t>nsure that evidence is collected, stored, and documented meticulously to preserve its integrity and admissibility in legal proceedings.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w Cen MT (Body)"/>
              </a:rPr>
              <a:t>C</a:t>
            </a:r>
            <a:r>
              <a:rPr lang="en-US" sz="2400" b="0" i="0" u="none" strike="noStrike" baseline="0" dirty="0">
                <a:latin typeface="Tw Cen MT (Body)"/>
              </a:rPr>
              <a:t>ompliance with legal and ethical standards is paramount throughout the evidence capture process. </a:t>
            </a:r>
          </a:p>
        </p:txBody>
      </p:sp>
    </p:spTree>
    <p:extLst>
      <p:ext uri="{BB962C8B-B14F-4D97-AF65-F5344CB8AC3E}">
        <p14:creationId xmlns:p14="http://schemas.microsoft.com/office/powerpoint/2010/main" val="34986169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8D1DA52E0B37448E565D05614DEEF6" ma:contentTypeVersion="3" ma:contentTypeDescription="Create a new document." ma:contentTypeScope="" ma:versionID="99249173c1f251a05e5000a5bdea289a">
  <xsd:schema xmlns:xsd="http://www.w3.org/2001/XMLSchema" xmlns:xs="http://www.w3.org/2001/XMLSchema" xmlns:p="http://schemas.microsoft.com/office/2006/metadata/properties" xmlns:ns2="6a79c26d-86cc-46f3-a88a-008fb10aa6cf" targetNamespace="http://schemas.microsoft.com/office/2006/metadata/properties" ma:root="true" ma:fieldsID="1565b3d06c9c401d9760a800deeb3985" ns2:_="">
    <xsd:import namespace="6a79c26d-86cc-46f3-a88a-008fb10aa6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9c26d-86cc-46f3-a88a-008fb10aa6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5EE8C7-6416-4DEB-AC02-C0449C044D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E13E14C-89F7-4CBC-A1BC-E49798C83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648962-0FD7-4C83-B9BD-AA0CAA33FC8C}">
  <ds:schemaRefs>
    <ds:schemaRef ds:uri="6a79c26d-86cc-46f3-a88a-008fb10aa6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67</TotalTime>
  <Words>931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Calibri</vt:lpstr>
      <vt:lpstr>Mangal</vt:lpstr>
      <vt:lpstr>Times New Roman</vt:lpstr>
      <vt:lpstr>Tw Cen MT</vt:lpstr>
      <vt:lpstr>Tw Cen MT (Body)</vt:lpstr>
      <vt:lpstr>Tw Cen MT Condensed</vt:lpstr>
      <vt:lpstr>Wingdings</vt:lpstr>
      <vt:lpstr>Wingdings 3</vt:lpstr>
      <vt:lpstr>Integral</vt:lpstr>
      <vt:lpstr>Digital Forensics (20CP411T)</vt:lpstr>
      <vt:lpstr>Outline</vt:lpstr>
      <vt:lpstr>Image acquisition and analysis</vt:lpstr>
      <vt:lpstr>Image acquisition and analysis</vt:lpstr>
      <vt:lpstr>  Capturing Storage Media: Hard Drives, USB Drives</vt:lpstr>
      <vt:lpstr>Capturing Mobile Devices </vt:lpstr>
      <vt:lpstr>   Capturing Network Traffic</vt:lpstr>
      <vt:lpstr>Capturing Volatile Memory (Memory Forensics) </vt:lpstr>
      <vt:lpstr>Capturing Block chain Data</vt:lpstr>
      <vt:lpstr>Capturing Surveillance Camera Footage</vt:lpstr>
      <vt:lpstr>Capturing Physical Documents and Artifacts</vt:lpstr>
      <vt:lpstr>Capturing Biometric Data</vt:lpstr>
      <vt:lpstr>Capturing Evidence from Hardware Devices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lastModifiedBy>Admin</cp:lastModifiedBy>
  <cp:revision>26</cp:revision>
  <dcterms:created xsi:type="dcterms:W3CDTF">2025-07-08T07:00:19Z</dcterms:created>
  <dcterms:modified xsi:type="dcterms:W3CDTF">2025-09-03T09:25:17Z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0x0101001C8D1DA52E0B37448E565D05614DEEF6</vt:lpwstr>
  </property>
</Properties>
</file>